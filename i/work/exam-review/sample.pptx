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78" r:id="rId4"/>
    <p:sldMasterId id="2147483895" r:id="rId5"/>
  </p:sldMasterIdLst>
  <p:notesMasterIdLst>
    <p:notesMasterId r:id="rId14"/>
  </p:notesMasterIdLst>
  <p:handoutMasterIdLst>
    <p:handoutMasterId r:id="rId15"/>
  </p:handoutMasterIdLst>
  <p:sldIdLst>
    <p:sldId id="528" r:id="rId6"/>
    <p:sldId id="529" r:id="rId7"/>
    <p:sldId id="519" r:id="rId8"/>
    <p:sldId id="523" r:id="rId9"/>
    <p:sldId id="531" r:id="rId10"/>
    <p:sldId id="527" r:id="rId11"/>
    <p:sldId id="532" r:id="rId12"/>
    <p:sldId id="533" r:id="rId13"/>
  </p:sldIdLst>
  <p:sldSz cx="9144000" cy="5143500" type="screen16x9"/>
  <p:notesSz cx="7077075" cy="9363075"/>
  <p:custDataLst>
    <p:tags r:id="rId16"/>
  </p:custDataLst>
  <p:defaultTextStyle>
    <a:defPPr>
      <a:defRPr lang="en-CA"/>
    </a:defPPr>
    <a:lvl1pPr algn="ctr" rtl="0" fontAlgn="base">
      <a:spcBef>
        <a:spcPct val="50000"/>
      </a:spcBef>
      <a:spcAft>
        <a:spcPct val="0"/>
      </a:spcAft>
      <a:defRPr sz="1200" kern="1200">
        <a:solidFill>
          <a:schemeClr val="bg1"/>
        </a:solidFill>
        <a:latin typeface="Arial" charset="0"/>
        <a:ea typeface="ＭＳ Ｐゴシック" pitchFamily="-65" charset="-128"/>
        <a:cs typeface="+mn-cs"/>
      </a:defRPr>
    </a:lvl1pPr>
    <a:lvl2pPr marL="386105" algn="ctr" rtl="0" fontAlgn="base">
      <a:spcBef>
        <a:spcPct val="50000"/>
      </a:spcBef>
      <a:spcAft>
        <a:spcPct val="0"/>
      </a:spcAft>
      <a:defRPr sz="1200" kern="1200">
        <a:solidFill>
          <a:schemeClr val="bg1"/>
        </a:solidFill>
        <a:latin typeface="Arial" charset="0"/>
        <a:ea typeface="ＭＳ Ｐゴシック" pitchFamily="-65" charset="-128"/>
        <a:cs typeface="+mn-cs"/>
      </a:defRPr>
    </a:lvl2pPr>
    <a:lvl3pPr marL="772211" algn="ctr" rtl="0" fontAlgn="base">
      <a:spcBef>
        <a:spcPct val="50000"/>
      </a:spcBef>
      <a:spcAft>
        <a:spcPct val="0"/>
      </a:spcAft>
      <a:defRPr sz="1200" kern="1200">
        <a:solidFill>
          <a:schemeClr val="bg1"/>
        </a:solidFill>
        <a:latin typeface="Arial" charset="0"/>
        <a:ea typeface="ＭＳ Ｐゴシック" pitchFamily="-65" charset="-128"/>
        <a:cs typeface="+mn-cs"/>
      </a:defRPr>
    </a:lvl3pPr>
    <a:lvl4pPr marL="1158316" algn="ctr" rtl="0" fontAlgn="base">
      <a:spcBef>
        <a:spcPct val="50000"/>
      </a:spcBef>
      <a:spcAft>
        <a:spcPct val="0"/>
      </a:spcAft>
      <a:defRPr sz="1200" kern="1200">
        <a:solidFill>
          <a:schemeClr val="bg1"/>
        </a:solidFill>
        <a:latin typeface="Arial" charset="0"/>
        <a:ea typeface="ＭＳ Ｐゴシック" pitchFamily="-65" charset="-128"/>
        <a:cs typeface="+mn-cs"/>
      </a:defRPr>
    </a:lvl4pPr>
    <a:lvl5pPr marL="1544422" algn="ctr" rtl="0" fontAlgn="base">
      <a:spcBef>
        <a:spcPct val="50000"/>
      </a:spcBef>
      <a:spcAft>
        <a:spcPct val="0"/>
      </a:spcAft>
      <a:defRPr sz="1200" kern="1200">
        <a:solidFill>
          <a:schemeClr val="bg1"/>
        </a:solidFill>
        <a:latin typeface="Arial" charset="0"/>
        <a:ea typeface="ＭＳ Ｐゴシック" pitchFamily="-65" charset="-128"/>
        <a:cs typeface="+mn-cs"/>
      </a:defRPr>
    </a:lvl5pPr>
    <a:lvl6pPr marL="1930527" algn="l" defTabSz="772211" rtl="0" eaLnBrk="1" latinLnBrk="0" hangingPunct="1">
      <a:defRPr sz="1200" kern="1200">
        <a:solidFill>
          <a:schemeClr val="bg1"/>
        </a:solidFill>
        <a:latin typeface="Arial" charset="0"/>
        <a:ea typeface="ＭＳ Ｐゴシック" pitchFamily="-65" charset="-128"/>
        <a:cs typeface="+mn-cs"/>
      </a:defRPr>
    </a:lvl6pPr>
    <a:lvl7pPr marL="2316632" algn="l" defTabSz="772211" rtl="0" eaLnBrk="1" latinLnBrk="0" hangingPunct="1">
      <a:defRPr sz="1200" kern="1200">
        <a:solidFill>
          <a:schemeClr val="bg1"/>
        </a:solidFill>
        <a:latin typeface="Arial" charset="0"/>
        <a:ea typeface="ＭＳ Ｐゴシック" pitchFamily="-65" charset="-128"/>
        <a:cs typeface="+mn-cs"/>
      </a:defRPr>
    </a:lvl7pPr>
    <a:lvl8pPr marL="2702738" algn="l" defTabSz="772211" rtl="0" eaLnBrk="1" latinLnBrk="0" hangingPunct="1">
      <a:defRPr sz="1200" kern="1200">
        <a:solidFill>
          <a:schemeClr val="bg1"/>
        </a:solidFill>
        <a:latin typeface="Arial" charset="0"/>
        <a:ea typeface="ＭＳ Ｐゴシック" pitchFamily="-65" charset="-128"/>
        <a:cs typeface="+mn-cs"/>
      </a:defRPr>
    </a:lvl8pPr>
    <a:lvl9pPr marL="3088843" algn="l" defTabSz="772211" rtl="0" eaLnBrk="1" latinLnBrk="0" hangingPunct="1">
      <a:defRPr sz="1200" kern="1200">
        <a:solidFill>
          <a:schemeClr val="bg1"/>
        </a:solidFill>
        <a:latin typeface="Arial" charset="0"/>
        <a:ea typeface="ＭＳ Ｐゴシック" pitchFamily="-65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9" userDrawn="1">
          <p15:clr>
            <a:srgbClr val="A4A3A4"/>
          </p15:clr>
        </p15:guide>
        <p15:guide id="2" pos="222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Craig (CA - ASR)" initials="" lastIdx="9" clrIdx="0"/>
  <p:cmAuthor id="2" name="Sajith Nair (CA - ADVS)" initials="" lastIdx="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F1316"/>
    <a:srgbClr val="D11414"/>
    <a:srgbClr val="D1141E"/>
    <a:srgbClr val="E11F1F"/>
    <a:srgbClr val="DA291C"/>
    <a:srgbClr val="E4A02F"/>
    <a:srgbClr val="FF0000"/>
    <a:srgbClr val="59A900"/>
    <a:srgbClr val="D71E28"/>
    <a:srgbClr val="00A0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15" autoAdjust="0"/>
    <p:restoredTop sz="92520" autoAdjust="0"/>
  </p:normalViewPr>
  <p:slideViewPr>
    <p:cSldViewPr snapToGrid="0">
      <p:cViewPr varScale="1">
        <p:scale>
          <a:sx n="96" d="100"/>
          <a:sy n="96" d="100"/>
        </p:scale>
        <p:origin x="912" y="7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024" y="-72"/>
      </p:cViewPr>
      <p:guideLst>
        <p:guide orient="horz" pos="2949"/>
        <p:guide pos="2229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3066732" cy="47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507" tIns="47253" rIns="94507" bIns="47253" numCol="1" anchor="t" anchorCtr="0" compatLnSpc="1">
            <a:prstTxWarp prst="textNoShape">
              <a:avLst/>
            </a:prstTxWarp>
          </a:bodyPr>
          <a:lstStyle>
            <a:lvl1pPr algn="l" defTabSz="944124" eaLnBrk="0" hangingPunct="0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0344" y="2"/>
            <a:ext cx="3066732" cy="47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507" tIns="47253" rIns="94507" bIns="47253" numCol="1" anchor="t" anchorCtr="0" compatLnSpc="1">
            <a:prstTxWarp prst="textNoShape">
              <a:avLst/>
            </a:prstTxWarp>
          </a:bodyPr>
          <a:lstStyle>
            <a:lvl1pPr algn="r" defTabSz="944124" eaLnBrk="0" hangingPunct="0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93006"/>
            <a:ext cx="3066732" cy="47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507" tIns="47253" rIns="94507" bIns="47253" numCol="1" anchor="b" anchorCtr="0" compatLnSpc="1">
            <a:prstTxWarp prst="textNoShape">
              <a:avLst/>
            </a:prstTxWarp>
          </a:bodyPr>
          <a:lstStyle>
            <a:lvl1pPr algn="l" defTabSz="944124" eaLnBrk="0" hangingPunct="0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0344" y="8893006"/>
            <a:ext cx="3066732" cy="47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507" tIns="47253" rIns="94507" bIns="47253" numCol="1" anchor="b" anchorCtr="0" compatLnSpc="1">
            <a:prstTxWarp prst="textNoShape">
              <a:avLst/>
            </a:prstTxWarp>
          </a:bodyPr>
          <a:lstStyle>
            <a:lvl1pPr algn="r" defTabSz="944124" eaLnBrk="0" hangingPunct="0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4490CD67-7381-4A94-AAC0-239CC6AFFF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3560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3066732" cy="47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507" tIns="47253" rIns="94507" bIns="47253" numCol="1" anchor="t" anchorCtr="0" compatLnSpc="1">
            <a:prstTxWarp prst="textNoShape">
              <a:avLst/>
            </a:prstTxWarp>
          </a:bodyPr>
          <a:lstStyle>
            <a:lvl1pPr algn="l" defTabSz="944124" eaLnBrk="0" hangingPunct="0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  <a:cs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0344" y="2"/>
            <a:ext cx="3066732" cy="47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507" tIns="47253" rIns="94507" bIns="47253" numCol="1" anchor="t" anchorCtr="0" compatLnSpc="1">
            <a:prstTxWarp prst="textNoShape">
              <a:avLst/>
            </a:prstTxWarp>
          </a:bodyPr>
          <a:lstStyle>
            <a:lvl1pPr algn="r" defTabSz="944124" eaLnBrk="0" hangingPunct="0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  <a:cs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0688" y="704850"/>
            <a:ext cx="6237287" cy="350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3612" y="4446503"/>
            <a:ext cx="5189855" cy="4213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507" tIns="47253" rIns="94507" bIns="472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93006"/>
            <a:ext cx="3066732" cy="47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507" tIns="47253" rIns="94507" bIns="47253" numCol="1" anchor="b" anchorCtr="0" compatLnSpc="1">
            <a:prstTxWarp prst="textNoShape">
              <a:avLst/>
            </a:prstTxWarp>
          </a:bodyPr>
          <a:lstStyle>
            <a:lvl1pPr algn="l" defTabSz="944124" eaLnBrk="0" hangingPunct="0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  <a:cs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0344" y="8893006"/>
            <a:ext cx="3066732" cy="47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507" tIns="47253" rIns="94507" bIns="47253" numCol="1" anchor="b" anchorCtr="0" compatLnSpc="1">
            <a:prstTxWarp prst="textNoShape">
              <a:avLst/>
            </a:prstTxWarp>
          </a:bodyPr>
          <a:lstStyle>
            <a:lvl1pPr algn="r" defTabSz="944124" eaLnBrk="0" hangingPunct="0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  <a:cs typeface="Arial"/>
              </a:defRPr>
            </a:lvl1pPr>
          </a:lstStyle>
          <a:p>
            <a:pPr>
              <a:defRPr/>
            </a:pPr>
            <a:fld id="{0D2D8EA7-E328-45F5-8A3C-9430B792BBF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8772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Arial" pitchFamily="-65" charset="0"/>
        <a:ea typeface="ＭＳ Ｐゴシック" pitchFamily="-65" charset="-128"/>
        <a:cs typeface="Arial"/>
      </a:defRPr>
    </a:lvl1pPr>
    <a:lvl2pPr marL="386105" algn="l" rtl="0" eaLnBrk="0" fontAlgn="base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Arial" pitchFamily="-65" charset="0"/>
        <a:ea typeface="ＭＳ Ｐゴシック" pitchFamily="-65" charset="-128"/>
        <a:cs typeface="Arial"/>
      </a:defRPr>
    </a:lvl2pPr>
    <a:lvl3pPr marL="772211" algn="l" rtl="0" eaLnBrk="0" fontAlgn="base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Arial" pitchFamily="-65" charset="0"/>
        <a:ea typeface="ＭＳ Ｐゴシック" pitchFamily="-65" charset="-128"/>
        <a:cs typeface="Arial"/>
      </a:defRPr>
    </a:lvl3pPr>
    <a:lvl4pPr marL="1158316" algn="l" rtl="0" eaLnBrk="0" fontAlgn="base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Arial" pitchFamily="-65" charset="0"/>
        <a:ea typeface="ＭＳ Ｐゴシック" pitchFamily="-65" charset="-128"/>
        <a:cs typeface="Arial"/>
      </a:defRPr>
    </a:lvl4pPr>
    <a:lvl5pPr marL="1544422" algn="l" rtl="0" eaLnBrk="0" fontAlgn="base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Arial" pitchFamily="-65" charset="0"/>
        <a:ea typeface="ＭＳ Ｐゴシック" pitchFamily="-65" charset="-128"/>
        <a:cs typeface="Arial"/>
      </a:defRPr>
    </a:lvl5pPr>
    <a:lvl6pPr marL="1930527" algn="l" defTabSz="38610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16632" algn="l" defTabSz="38610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02738" algn="l" defTabSz="38610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088843" algn="l" defTabSz="38610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2D8EA7-E328-45F5-8A3C-9430B792BBF2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789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Alignment, Accountability, Urgency | 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514600" y="4832420"/>
            <a:ext cx="2057400" cy="273844"/>
          </a:xfrm>
          <a:prstGeom prst="rect">
            <a:avLst/>
          </a:prstGeom>
        </p:spPr>
        <p:txBody>
          <a:bodyPr/>
          <a:lstStyle/>
          <a:p>
            <a:fld id="{7F1C7FA9-1121-4DCE-9659-A0255C51C0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70866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Alignment, Accountability, Urgency | 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514600" y="4832420"/>
            <a:ext cx="2057400" cy="273844"/>
          </a:xfrm>
          <a:prstGeom prst="rect">
            <a:avLst/>
          </a:prstGeom>
        </p:spPr>
        <p:txBody>
          <a:bodyPr/>
          <a:lstStyle/>
          <a:p>
            <a:fld id="{7F1C7FA9-1121-4DCE-9659-A0255C51C0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04646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Alignment, Accountability, Urgency | 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514600" y="4832420"/>
            <a:ext cx="2057400" cy="273844"/>
          </a:xfrm>
          <a:prstGeom prst="rect">
            <a:avLst/>
          </a:prstGeom>
        </p:spPr>
        <p:txBody>
          <a:bodyPr/>
          <a:lstStyle/>
          <a:p>
            <a:fld id="{7F1C7FA9-1121-4DCE-9659-A0255C51C0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3453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Alignment, Accountability, Urgency | 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514600" y="4832420"/>
            <a:ext cx="2057400" cy="273844"/>
          </a:xfrm>
          <a:prstGeom prst="rect">
            <a:avLst/>
          </a:prstGeom>
        </p:spPr>
        <p:txBody>
          <a:bodyPr/>
          <a:lstStyle/>
          <a:p>
            <a:fld id="{7F1C7FA9-1121-4DCE-9659-A0255C51C0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79293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CA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Alignment, Accountability, Urgency | 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2514600" y="4832420"/>
            <a:ext cx="2057400" cy="273844"/>
          </a:xfrm>
          <a:prstGeom prst="rect">
            <a:avLst/>
          </a:prstGeom>
        </p:spPr>
        <p:txBody>
          <a:bodyPr/>
          <a:lstStyle/>
          <a:p>
            <a:fld id="{7F1C7FA9-1121-4DCE-9659-A0255C51C0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18452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Alignment, Accountability, Urgency | 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514600" y="4832420"/>
            <a:ext cx="2057400" cy="273844"/>
          </a:xfrm>
          <a:prstGeom prst="rect">
            <a:avLst/>
          </a:prstGeom>
        </p:spPr>
        <p:txBody>
          <a:bodyPr/>
          <a:lstStyle/>
          <a:p>
            <a:fld id="{7F1C7FA9-1121-4DCE-9659-A0255C51C0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80104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49311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16" imgH="216" progId="TCLayout.ActiveDocument.1">
                  <p:embed/>
                </p:oleObj>
              </mc:Choice>
              <mc:Fallback>
                <p:oleObj name="think-cell Slide" r:id="rId3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9090073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Alignment, Accountability, Urgency | 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514600" y="4832420"/>
            <a:ext cx="2057400" cy="273844"/>
          </a:xfrm>
          <a:prstGeom prst="rect">
            <a:avLst/>
          </a:prstGeom>
        </p:spPr>
        <p:txBody>
          <a:bodyPr/>
          <a:lstStyle/>
          <a:p>
            <a:fld id="{7F1C7FA9-1121-4DCE-9659-A0255C51C0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07473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Alignment, Accountability, Urgency | 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514600" y="4832420"/>
            <a:ext cx="2057400" cy="273844"/>
          </a:xfrm>
          <a:prstGeom prst="rect">
            <a:avLst/>
          </a:prstGeom>
        </p:spPr>
        <p:txBody>
          <a:bodyPr/>
          <a:lstStyle/>
          <a:p>
            <a:fld id="{7F1C7FA9-1121-4DCE-9659-A0255C51C0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79813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Alignment, Accountability, Urgency | 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514600" y="4832420"/>
            <a:ext cx="2057400" cy="273844"/>
          </a:xfrm>
          <a:prstGeom prst="rect">
            <a:avLst/>
          </a:prstGeom>
        </p:spPr>
        <p:txBody>
          <a:bodyPr/>
          <a:lstStyle/>
          <a:p>
            <a:fld id="{7F1C7FA9-1121-4DCE-9659-A0255C51C0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0200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Confidential | Alignment, Accountability, Urgency | 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514600" y="4832420"/>
            <a:ext cx="2057400" cy="273844"/>
          </a:xfrm>
          <a:prstGeom prst="rect">
            <a:avLst/>
          </a:prstGeom>
        </p:spPr>
        <p:txBody>
          <a:bodyPr/>
          <a:lstStyle/>
          <a:p>
            <a:fld id="{7F1C7FA9-1121-4DCE-9659-A0255C51C0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5637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148652" y="1134"/>
            <a:ext cx="4343081" cy="59042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630" tIns="40816" rIns="81630" bIns="40816" rtlCol="0" anchor="ctr"/>
          <a:lstStyle/>
          <a:p>
            <a:pPr algn="ctr"/>
            <a:endParaRPr lang="en-US" dirty="0"/>
          </a:p>
        </p:txBody>
      </p:sp>
      <p:pic>
        <p:nvPicPr>
          <p:cNvPr id="15" name="Picture 14" descr="ROGERS-BOXES-RGB.em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616" y="299482"/>
            <a:ext cx="5072017" cy="4643999"/>
          </a:xfrm>
          <a:prstGeom prst="rect">
            <a:avLst/>
          </a:prstGeom>
        </p:spPr>
      </p:pic>
      <p:pic>
        <p:nvPicPr>
          <p:cNvPr id="14" name="Picture 13" descr="ROGERS-LOGO-RGB.emf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832" y="2211117"/>
            <a:ext cx="1012168" cy="298621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1" y="4521029"/>
            <a:ext cx="4343081" cy="59042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630" tIns="40816" rIns="81630" bIns="40816" rtlCol="0" anchor="ctr"/>
          <a:lstStyle/>
          <a:p>
            <a:pPr algn="ctr"/>
            <a:endParaRPr lang="en-US" dirty="0"/>
          </a:p>
        </p:txBody>
      </p:sp>
      <p:sp>
        <p:nvSpPr>
          <p:cNvPr id="10" name="Text Box"/>
          <p:cNvSpPr>
            <a:spLocks noGrp="1"/>
          </p:cNvSpPr>
          <p:nvPr>
            <p:ph type="body" sz="quarter" idx="10" hasCustomPrompt="1"/>
          </p:nvPr>
        </p:nvSpPr>
        <p:spPr>
          <a:xfrm>
            <a:off x="5264152" y="1923323"/>
            <a:ext cx="3328988" cy="2773694"/>
          </a:xfrm>
          <a:prstGeom prst="rect">
            <a:avLst/>
          </a:prstGeom>
        </p:spPr>
        <p:txBody>
          <a:bodyPr vert="horz" lIns="81623" tIns="40811" rIns="81623" bIns="40811"/>
          <a:lstStyle>
            <a:lvl1pPr marL="0" indent="0">
              <a:spcBef>
                <a:spcPts val="507"/>
              </a:spcBef>
              <a:buFont typeface="Arial"/>
              <a:buNone/>
              <a:defRPr sz="1400" b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solidFill>
                  <a:srgbClr val="413F41"/>
                </a:solidFill>
                <a:latin typeface="Arial"/>
                <a:cs typeface="Arial"/>
              </a:rPr>
              <a:t>Committee Name</a:t>
            </a:r>
            <a:br>
              <a:rPr lang="en-US" sz="1400" dirty="0">
                <a:solidFill>
                  <a:srgbClr val="413F41"/>
                </a:solidFill>
                <a:latin typeface="Arial"/>
                <a:cs typeface="Arial"/>
              </a:rPr>
            </a:br>
            <a:r>
              <a:rPr lang="en-US" sz="2100" dirty="0">
                <a:solidFill>
                  <a:srgbClr val="DA291C"/>
                </a:solidFill>
                <a:latin typeface="Arial"/>
                <a:cs typeface="Arial"/>
              </a:rPr>
              <a:t>Cover page</a:t>
            </a:r>
          </a:p>
          <a:p>
            <a:pPr marL="0" indent="0">
              <a:spcBef>
                <a:spcPts val="600"/>
              </a:spcBef>
              <a:buFont typeface="Arial"/>
              <a:buNone/>
            </a:pPr>
            <a:endParaRPr lang="en-US" sz="1400" dirty="0">
              <a:latin typeface="Arial"/>
              <a:cs typeface="Arial"/>
            </a:endParaRPr>
          </a:p>
          <a:p>
            <a:pPr marL="0" indent="0">
              <a:spcBef>
                <a:spcPts val="600"/>
              </a:spcBef>
              <a:buFont typeface="Arial"/>
              <a:buNone/>
            </a:pPr>
            <a:r>
              <a:rPr lang="en-US" sz="1400" dirty="0">
                <a:latin typeface="Arial"/>
                <a:cs typeface="Arial"/>
              </a:rPr>
              <a:t>Presenter Name(s)</a:t>
            </a:r>
          </a:p>
          <a:p>
            <a:pPr marL="0" indent="0">
              <a:spcBef>
                <a:spcPts val="600"/>
              </a:spcBef>
              <a:buFont typeface="Arial"/>
              <a:buNone/>
            </a:pPr>
            <a:r>
              <a:rPr lang="en-US" sz="1400" dirty="0">
                <a:latin typeface="Arial"/>
                <a:cs typeface="Arial"/>
              </a:rPr>
              <a:t>Month </a:t>
            </a:r>
            <a:r>
              <a:rPr lang="en-US" sz="1400" dirty="0" err="1">
                <a:latin typeface="Arial"/>
                <a:cs typeface="Arial"/>
              </a:rPr>
              <a:t>DDth</a:t>
            </a:r>
            <a:r>
              <a:rPr lang="en-US" sz="1400" dirty="0">
                <a:latin typeface="Arial"/>
                <a:cs typeface="Arial"/>
              </a:rPr>
              <a:t>, YY</a:t>
            </a:r>
          </a:p>
          <a:p>
            <a:pPr lvl="0"/>
            <a:endParaRPr lang="en-US" dirty="0"/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925455" y="1950885"/>
            <a:ext cx="1618850" cy="1032540"/>
          </a:xfrm>
          <a:prstGeom prst="roundRect">
            <a:avLst>
              <a:gd name="adj" fmla="val 3941"/>
            </a:avLst>
          </a:prstGeom>
        </p:spPr>
        <p:txBody>
          <a:bodyPr vert="horz" lIns="96661" tIns="48331" rIns="96661" bIns="48331"/>
          <a:lstStyle>
            <a:lvl1pPr marL="0" indent="0">
              <a:buNone/>
              <a:defRPr sz="700" b="0">
                <a:latin typeface="Arial"/>
                <a:cs typeface="Arial"/>
              </a:defRPr>
            </a:lvl1pPr>
          </a:lstStyle>
          <a:p>
            <a:r>
              <a:rPr lang="en-CA" dirty="0"/>
              <a:t>Drag picture to placeholder or click icon to add</a:t>
            </a:r>
            <a:endParaRPr lang="en-US" dirty="0"/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7" hasCustomPrompt="1"/>
          </p:nvPr>
        </p:nvSpPr>
        <p:spPr>
          <a:xfrm>
            <a:off x="2598964" y="2843893"/>
            <a:ext cx="665390" cy="868629"/>
          </a:xfrm>
          <a:prstGeom prst="roundRect">
            <a:avLst>
              <a:gd name="adj" fmla="val 7545"/>
            </a:avLst>
          </a:prstGeom>
        </p:spPr>
        <p:txBody>
          <a:bodyPr vert="horz" lIns="96661" tIns="48331" rIns="96661" bIns="48331"/>
          <a:lstStyle>
            <a:lvl1pPr marL="0" indent="0">
              <a:buNone/>
              <a:defRPr sz="600" b="0">
                <a:latin typeface="Arial"/>
                <a:cs typeface="Arial"/>
              </a:defRPr>
            </a:lvl1pPr>
          </a:lstStyle>
          <a:p>
            <a:r>
              <a:rPr lang="en-CA" dirty="0"/>
              <a:t>Drag picture to placeholder or click icon to add</a:t>
            </a:r>
            <a:endParaRPr lang="en-US" dirty="0"/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8" hasCustomPrompt="1"/>
          </p:nvPr>
        </p:nvSpPr>
        <p:spPr>
          <a:xfrm>
            <a:off x="748783" y="303644"/>
            <a:ext cx="798881" cy="696314"/>
          </a:xfrm>
          <a:prstGeom prst="roundRect">
            <a:avLst>
              <a:gd name="adj" fmla="val 10948"/>
            </a:avLst>
          </a:prstGeom>
        </p:spPr>
        <p:txBody>
          <a:bodyPr vert="horz" lIns="96661" tIns="48331" rIns="96661" bIns="48331"/>
          <a:lstStyle>
            <a:lvl1pPr marL="0" indent="0">
              <a:buNone/>
              <a:defRPr sz="700" b="0" baseline="0">
                <a:latin typeface="Arial"/>
                <a:cs typeface="Arial"/>
              </a:defRPr>
            </a:lvl1pPr>
          </a:lstStyle>
          <a:p>
            <a:r>
              <a:rPr lang="en-CA" dirty="0"/>
              <a:t>Drag picture to placeholder or click icon to add</a:t>
            </a:r>
            <a:endParaRPr lang="en-US" dirty="0"/>
          </a:p>
        </p:txBody>
      </p:sp>
      <p:sp>
        <p:nvSpPr>
          <p:cNvPr id="11" name="Rounded Rectangle 10"/>
          <p:cNvSpPr/>
          <p:nvPr userDrawn="1"/>
        </p:nvSpPr>
        <p:spPr>
          <a:xfrm>
            <a:off x="733133" y="1038711"/>
            <a:ext cx="1204782" cy="850012"/>
          </a:xfrm>
          <a:prstGeom prst="roundRect">
            <a:avLst>
              <a:gd name="adj" fmla="val 838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</a:t>
            </a:r>
          </a:p>
        </p:txBody>
      </p:sp>
      <p:sp>
        <p:nvSpPr>
          <p:cNvPr id="16" name="Rounded Rectangle 15"/>
          <p:cNvSpPr/>
          <p:nvPr userDrawn="1"/>
        </p:nvSpPr>
        <p:spPr>
          <a:xfrm>
            <a:off x="202453" y="1945852"/>
            <a:ext cx="672939" cy="1043183"/>
          </a:xfrm>
          <a:prstGeom prst="roundRect">
            <a:avLst>
              <a:gd name="adj" fmla="val 8383"/>
            </a:avLst>
          </a:prstGeom>
          <a:solidFill>
            <a:srgbClr val="E4A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1113356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 userDrawn="1"/>
        </p:nvGrpSpPr>
        <p:grpSpPr bwMode="gray">
          <a:xfrm>
            <a:off x="1752601" y="1"/>
            <a:ext cx="7391400" cy="4632007"/>
            <a:chOff x="19140488" y="13674"/>
            <a:chExt cx="7443798" cy="6145827"/>
          </a:xfrm>
        </p:grpSpPr>
        <p:sp>
          <p:nvSpPr>
            <p:cNvPr id="23" name="Rectangle 17"/>
            <p:cNvSpPr>
              <a:spLocks noChangeArrowheads="1"/>
            </p:cNvSpPr>
            <p:nvPr/>
          </p:nvSpPr>
          <p:spPr bwMode="gray">
            <a:xfrm>
              <a:off x="19140488" y="4188799"/>
              <a:ext cx="2302206" cy="1970702"/>
            </a:xfrm>
            <a:prstGeom prst="rect">
              <a:avLst/>
            </a:prstGeom>
            <a:solidFill>
              <a:srgbClr val="9A170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24" name="Rectangle 7"/>
            <p:cNvSpPr>
              <a:spLocks noChangeArrowheads="1"/>
            </p:cNvSpPr>
            <p:nvPr/>
          </p:nvSpPr>
          <p:spPr bwMode="gray">
            <a:xfrm>
              <a:off x="25663403" y="4032250"/>
              <a:ext cx="920883" cy="2127250"/>
            </a:xfrm>
            <a:prstGeom prst="rect">
              <a:avLst/>
            </a:prstGeom>
            <a:solidFill>
              <a:srgbClr val="F3BE2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28" name="Rectangle 8"/>
            <p:cNvSpPr>
              <a:spLocks noChangeArrowheads="1"/>
            </p:cNvSpPr>
            <p:nvPr/>
          </p:nvSpPr>
          <p:spPr bwMode="gray">
            <a:xfrm>
              <a:off x="25049482" y="2899477"/>
              <a:ext cx="734694" cy="1289321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gray">
            <a:xfrm>
              <a:off x="25049482" y="4032250"/>
              <a:ext cx="734693" cy="2127250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34" name="Rectangle 11"/>
            <p:cNvSpPr>
              <a:spLocks noChangeArrowheads="1"/>
            </p:cNvSpPr>
            <p:nvPr/>
          </p:nvSpPr>
          <p:spPr bwMode="gray">
            <a:xfrm>
              <a:off x="24665780" y="706365"/>
              <a:ext cx="477045" cy="2263848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35" name="Rectangle 12"/>
            <p:cNvSpPr>
              <a:spLocks noChangeArrowheads="1"/>
            </p:cNvSpPr>
            <p:nvPr/>
          </p:nvSpPr>
          <p:spPr bwMode="gray">
            <a:xfrm>
              <a:off x="24665780" y="2899478"/>
              <a:ext cx="477045" cy="1289321"/>
            </a:xfrm>
            <a:prstGeom prst="rect">
              <a:avLst/>
            </a:prstGeom>
            <a:solidFill>
              <a:srgbClr val="DB4D5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36" name="Rectangle 13"/>
            <p:cNvSpPr>
              <a:spLocks noChangeArrowheads="1"/>
            </p:cNvSpPr>
            <p:nvPr/>
          </p:nvSpPr>
          <p:spPr bwMode="gray">
            <a:xfrm>
              <a:off x="24665780" y="4032250"/>
              <a:ext cx="477045" cy="2127250"/>
            </a:xfrm>
            <a:prstGeom prst="rect">
              <a:avLst/>
            </a:prstGeom>
            <a:solidFill>
              <a:srgbClr val="D13A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37" name="Rectangle 14"/>
            <p:cNvSpPr>
              <a:spLocks noChangeArrowheads="1"/>
            </p:cNvSpPr>
            <p:nvPr/>
          </p:nvSpPr>
          <p:spPr bwMode="gray">
            <a:xfrm>
              <a:off x="19140488" y="669925"/>
              <a:ext cx="5662612" cy="2300288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38" name="Rectangle 15"/>
            <p:cNvSpPr>
              <a:spLocks noChangeArrowheads="1"/>
            </p:cNvSpPr>
            <p:nvPr/>
          </p:nvSpPr>
          <p:spPr bwMode="gray">
            <a:xfrm>
              <a:off x="19140488" y="2899478"/>
              <a:ext cx="5662612" cy="1289321"/>
            </a:xfrm>
            <a:prstGeom prst="rect">
              <a:avLst/>
            </a:prstGeom>
            <a:solidFill>
              <a:srgbClr val="CD2F1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39" name="Freeform 16"/>
            <p:cNvSpPr>
              <a:spLocks/>
            </p:cNvSpPr>
            <p:nvPr/>
          </p:nvSpPr>
          <p:spPr bwMode="gray">
            <a:xfrm>
              <a:off x="19140488" y="4032250"/>
              <a:ext cx="5662612" cy="21272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7" y="0"/>
                </a:cxn>
                <a:cxn ang="0">
                  <a:pos x="3567" y="1340"/>
                </a:cxn>
                <a:cxn ang="0">
                  <a:pos x="1372" y="1340"/>
                </a:cxn>
                <a:cxn ang="0">
                  <a:pos x="1372" y="181"/>
                </a:cxn>
                <a:cxn ang="0">
                  <a:pos x="0" y="181"/>
                </a:cxn>
                <a:cxn ang="0">
                  <a:pos x="0" y="0"/>
                </a:cxn>
              </a:cxnLst>
              <a:rect l="0" t="0" r="r" b="b"/>
              <a:pathLst>
                <a:path w="3567" h="1340">
                  <a:moveTo>
                    <a:pt x="0" y="0"/>
                  </a:moveTo>
                  <a:lnTo>
                    <a:pt x="3567" y="0"/>
                  </a:lnTo>
                  <a:lnTo>
                    <a:pt x="3567" y="1340"/>
                  </a:lnTo>
                  <a:lnTo>
                    <a:pt x="1372" y="1340"/>
                  </a:lnTo>
                  <a:lnTo>
                    <a:pt x="1372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40" name="Rectangle 10"/>
            <p:cNvSpPr>
              <a:spLocks noChangeArrowheads="1"/>
            </p:cNvSpPr>
            <p:nvPr/>
          </p:nvSpPr>
          <p:spPr bwMode="gray">
            <a:xfrm>
              <a:off x="19140488" y="13674"/>
              <a:ext cx="5662612" cy="692692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</p:grpSp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895476" y="628650"/>
            <a:ext cx="5343525" cy="6858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400" b="1" i="1" baseline="0">
                <a:solidFill>
                  <a:schemeClr val="bg1"/>
                </a:solidFill>
              </a:defRPr>
            </a:lvl1pPr>
          </a:lstStyle>
          <a:p>
            <a:r>
              <a:rPr lang="en-CA" noProof="0" dirty="0"/>
              <a:t>Use the PwC Toolbox to create all </a:t>
            </a:r>
            <a:br>
              <a:rPr lang="en-CA" noProof="0" dirty="0"/>
            </a:br>
            <a:r>
              <a:rPr lang="en-CA" noProof="0" dirty="0"/>
              <a:t>internal and external PwC presentations.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895476" y="2171700"/>
            <a:ext cx="5343525" cy="6858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350">
                <a:solidFill>
                  <a:schemeClr val="bg1"/>
                </a:solidFill>
                <a:latin typeface="+mj-lt"/>
              </a:defRPr>
            </a:lvl2pPr>
            <a:lvl3pPr marL="3429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3pPr>
            <a:lvl4pPr marL="6858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4pPr>
            <a:lvl5pPr marL="10287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5pPr>
            <a:lvl6pPr marL="13716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6pPr>
            <a:lvl7pPr marL="17145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7pPr>
            <a:lvl8pPr marL="20574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8pPr>
            <a:lvl9pPr marL="24003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CA" noProof="0" dirty="0" err="1"/>
              <a:t>Utilisez</a:t>
            </a:r>
            <a:r>
              <a:rPr lang="en-CA" noProof="0" dirty="0"/>
              <a:t> le PwC Toolbox pour </a:t>
            </a:r>
            <a:r>
              <a:rPr lang="en-CA" noProof="0" dirty="0" err="1"/>
              <a:t>créer</a:t>
            </a:r>
            <a:r>
              <a:rPr lang="en-CA" noProof="0" dirty="0"/>
              <a:t> </a:t>
            </a:r>
            <a:r>
              <a:rPr lang="en-CA" noProof="0" dirty="0" err="1"/>
              <a:t>toutes</a:t>
            </a:r>
            <a:r>
              <a:rPr lang="en-CA" noProof="0" dirty="0"/>
              <a:t> les </a:t>
            </a:r>
            <a:r>
              <a:rPr lang="en-CA" noProof="0" dirty="0" err="1"/>
              <a:t>présentations</a:t>
            </a:r>
            <a:r>
              <a:rPr lang="en-CA" noProof="0" dirty="0"/>
              <a:t> PwC </a:t>
            </a:r>
            <a:r>
              <a:rPr lang="en-CA" noProof="0" dirty="0" err="1"/>
              <a:t>internes</a:t>
            </a:r>
            <a:r>
              <a:rPr lang="en-CA" noProof="0" dirty="0"/>
              <a:t> et </a:t>
            </a:r>
            <a:r>
              <a:rPr lang="en-CA" noProof="0" dirty="0" err="1"/>
              <a:t>externes</a:t>
            </a:r>
            <a:r>
              <a:rPr lang="en-CA" noProof="0" dirty="0"/>
              <a:t>.</a:t>
            </a:r>
          </a:p>
        </p:txBody>
      </p:sp>
      <p:sp>
        <p:nvSpPr>
          <p:cNvPr id="21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895475" y="281178"/>
            <a:ext cx="4105656" cy="109728"/>
          </a:xfrm>
        </p:spPr>
        <p:txBody>
          <a:bodyPr/>
          <a:lstStyle>
            <a:lvl1pPr>
              <a:defRPr sz="825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CA" noProof="0" dirty="0"/>
              <a:t>www.pwc.com/ca</a:t>
            </a:r>
          </a:p>
        </p:txBody>
      </p:sp>
      <p:grpSp>
        <p:nvGrpSpPr>
          <p:cNvPr id="16" name="Group 32"/>
          <p:cNvGrpSpPr/>
          <p:nvPr userDrawn="1"/>
        </p:nvGrpSpPr>
        <p:grpSpPr>
          <a:xfrm>
            <a:off x="968592" y="4628244"/>
            <a:ext cx="914400" cy="400109"/>
            <a:chOff x="518032" y="978681"/>
            <a:chExt cx="4572000" cy="2667393"/>
          </a:xfrm>
        </p:grpSpPr>
        <p:sp>
          <p:nvSpPr>
            <p:cNvPr id="17" name="Rectangle 37"/>
            <p:cNvSpPr>
              <a:spLocks noChangeArrowheads="1"/>
            </p:cNvSpPr>
            <p:nvPr userDrawn="1"/>
          </p:nvSpPr>
          <p:spPr bwMode="black">
            <a:xfrm>
              <a:off x="3295650" y="978681"/>
              <a:ext cx="1143000" cy="263229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20" name="Freeform 7"/>
            <p:cNvSpPr>
              <a:spLocks noEditPoints="1"/>
            </p:cNvSpPr>
            <p:nvPr userDrawn="1"/>
          </p:nvSpPr>
          <p:spPr bwMode="black">
            <a:xfrm>
              <a:off x="518032" y="1922794"/>
              <a:ext cx="4572000" cy="172328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1469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14350"/>
            <a:ext cx="8077200" cy="6858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CA" noProof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533400" y="1314450"/>
            <a:ext cx="8077200" cy="3314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2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4743450"/>
            <a:ext cx="5257800" cy="1143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CA" dirty="0">
              <a:solidFill>
                <a:srgbClr val="000000"/>
              </a:solidFill>
            </a:endParaRPr>
          </a:p>
        </p:txBody>
      </p:sp>
      <p:cxnSp>
        <p:nvCxnSpPr>
          <p:cNvPr id="15" name="Shape 14"/>
          <p:cNvCxnSpPr/>
          <p:nvPr/>
        </p:nvCxnSpPr>
        <p:spPr>
          <a:xfrm rot="5400000" flipH="1" flipV="1">
            <a:off x="4438652" y="-3600450"/>
            <a:ext cx="1142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4857750"/>
            <a:ext cx="1527048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EBD5762-3BDC-484D-9503-7EA6D5A9A8CE}" type="slidenum">
              <a:rPr lang="en-CA" smtClean="0">
                <a:solidFill>
                  <a:srgbClr val="000000"/>
                </a:solidFill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7086600" y="4743450"/>
            <a:ext cx="1524000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CA" dirty="0">
              <a:solidFill>
                <a:srgbClr val="000000"/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148236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14350"/>
            <a:ext cx="8077200" cy="6858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CA" noProof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533400" y="1314451"/>
            <a:ext cx="3962400" cy="331469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648202" y="1314450"/>
            <a:ext cx="3962399" cy="33147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3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4743450"/>
            <a:ext cx="5257800" cy="1143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CA" dirty="0">
              <a:solidFill>
                <a:srgbClr val="000000"/>
              </a:solidFill>
            </a:endParaRPr>
          </a:p>
        </p:txBody>
      </p:sp>
      <p:cxnSp>
        <p:nvCxnSpPr>
          <p:cNvPr id="62" name="Shape 61"/>
          <p:cNvCxnSpPr/>
          <p:nvPr/>
        </p:nvCxnSpPr>
        <p:spPr>
          <a:xfrm rot="5400000" flipH="1" flipV="1">
            <a:off x="4438652" y="-3600450"/>
            <a:ext cx="1142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4857750"/>
            <a:ext cx="1527048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EBD5762-3BDC-484D-9503-7EA6D5A9A8CE}" type="slidenum">
              <a:rPr lang="en-CA" smtClean="0">
                <a:solidFill>
                  <a:srgbClr val="000000"/>
                </a:solidFill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7086600" y="4743450"/>
            <a:ext cx="1524000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12" name="PwCFirm"/>
          <p:cNvSpPr txBox="1"/>
          <p:nvPr userDrawn="1"/>
        </p:nvSpPr>
        <p:spPr>
          <a:xfrm>
            <a:off x="533400" y="4857750"/>
            <a:ext cx="2590800" cy="11430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CA" sz="75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33189022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14351"/>
            <a:ext cx="8077200" cy="6858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CA" noProof="0"/>
          </a:p>
        </p:txBody>
      </p:sp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533400" y="1314451"/>
            <a:ext cx="2590800" cy="331469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3276602" y="1314451"/>
            <a:ext cx="2590799" cy="331469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6019800" y="1314451"/>
            <a:ext cx="2590800" cy="331469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3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4743450"/>
            <a:ext cx="5257800" cy="1143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CA" dirty="0">
              <a:solidFill>
                <a:srgbClr val="000000"/>
              </a:solidFill>
            </a:endParaRPr>
          </a:p>
        </p:txBody>
      </p:sp>
      <p:cxnSp>
        <p:nvCxnSpPr>
          <p:cNvPr id="19" name="Shape 18"/>
          <p:cNvCxnSpPr/>
          <p:nvPr/>
        </p:nvCxnSpPr>
        <p:spPr>
          <a:xfrm rot="5400000" flipH="1" flipV="1">
            <a:off x="4438652" y="-3600450"/>
            <a:ext cx="1142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4857750"/>
            <a:ext cx="1527048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EBD5762-3BDC-484D-9503-7EA6D5A9A8CE}" type="slidenum">
              <a:rPr lang="en-CA" smtClean="0">
                <a:solidFill>
                  <a:srgbClr val="000000"/>
                </a:solidFill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7086600" y="4743450"/>
            <a:ext cx="1524000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533400" y="4857750"/>
            <a:ext cx="2590800" cy="11430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CA" sz="75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2771630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 und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14350"/>
            <a:ext cx="8077200" cy="6858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CA" noProof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533400" y="2514600"/>
            <a:ext cx="3962400" cy="21145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648200" y="2514600"/>
            <a:ext cx="3962401" cy="21145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3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4743450"/>
            <a:ext cx="5257800" cy="1143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CA" dirty="0">
              <a:solidFill>
                <a:srgbClr val="000000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533400" y="1314450"/>
            <a:ext cx="8077200" cy="10858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4" name="Shape 13"/>
          <p:cNvCxnSpPr/>
          <p:nvPr/>
        </p:nvCxnSpPr>
        <p:spPr>
          <a:xfrm rot="5400000" flipH="1" flipV="1">
            <a:off x="4438652" y="-3600450"/>
            <a:ext cx="1142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4857750"/>
            <a:ext cx="1527048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EBD5762-3BDC-484D-9503-7EA6D5A9A8CE}" type="slidenum">
              <a:rPr lang="en-CA" smtClean="0">
                <a:solidFill>
                  <a:srgbClr val="000000"/>
                </a:solidFill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7086600" y="4743450"/>
            <a:ext cx="1524000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15" name="PwCFirm"/>
          <p:cNvSpPr txBox="1"/>
          <p:nvPr userDrawn="1"/>
        </p:nvSpPr>
        <p:spPr>
          <a:xfrm>
            <a:off x="533400" y="4857750"/>
            <a:ext cx="2590800" cy="11430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CA" sz="75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239040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 and Lef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14350"/>
            <a:ext cx="8077200" cy="6858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CA" noProof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6019800" y="1314450"/>
            <a:ext cx="2590800" cy="16002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6019800" y="3028950"/>
            <a:ext cx="2590800" cy="16002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533400" y="1314450"/>
            <a:ext cx="5334000" cy="33147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4743450"/>
            <a:ext cx="5257800" cy="1143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CA" dirty="0">
              <a:solidFill>
                <a:srgbClr val="000000"/>
              </a:solidFill>
            </a:endParaRPr>
          </a:p>
        </p:txBody>
      </p:sp>
      <p:cxnSp>
        <p:nvCxnSpPr>
          <p:cNvPr id="14" name="Shape 13"/>
          <p:cNvCxnSpPr/>
          <p:nvPr/>
        </p:nvCxnSpPr>
        <p:spPr>
          <a:xfrm rot="5400000" flipH="1" flipV="1">
            <a:off x="4438652" y="-3600450"/>
            <a:ext cx="1142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4857750"/>
            <a:ext cx="1527048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EBD5762-3BDC-484D-9503-7EA6D5A9A8CE}" type="slidenum">
              <a:rPr lang="en-CA" smtClean="0">
                <a:solidFill>
                  <a:srgbClr val="000000"/>
                </a:solidFill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7086600" y="4743450"/>
            <a:ext cx="1524000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15" name="PwCFirm"/>
          <p:cNvSpPr txBox="1"/>
          <p:nvPr userDrawn="1"/>
        </p:nvSpPr>
        <p:spPr>
          <a:xfrm>
            <a:off x="533400" y="4857750"/>
            <a:ext cx="2590800" cy="11430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CA" sz="75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5129015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 and Righ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533400" y="1314450"/>
            <a:ext cx="2590800" cy="16002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14350"/>
            <a:ext cx="8077200" cy="6858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CA" noProof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533400" y="3028950"/>
            <a:ext cx="2590800" cy="16002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3276600" y="1314450"/>
            <a:ext cx="5334000" cy="33147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4743450"/>
            <a:ext cx="5257800" cy="1143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CA" dirty="0">
              <a:solidFill>
                <a:srgbClr val="000000"/>
              </a:solidFill>
            </a:endParaRPr>
          </a:p>
        </p:txBody>
      </p:sp>
      <p:cxnSp>
        <p:nvCxnSpPr>
          <p:cNvPr id="14" name="Shape 13"/>
          <p:cNvCxnSpPr/>
          <p:nvPr/>
        </p:nvCxnSpPr>
        <p:spPr>
          <a:xfrm rot="5400000" flipH="1" flipV="1">
            <a:off x="4438652" y="-3600450"/>
            <a:ext cx="1142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4857750"/>
            <a:ext cx="1527048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EBD5762-3BDC-484D-9503-7EA6D5A9A8CE}" type="slidenum">
              <a:rPr lang="en-CA" smtClean="0">
                <a:solidFill>
                  <a:srgbClr val="000000"/>
                </a:solidFill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7086600" y="4743450"/>
            <a:ext cx="1524000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15" name="PwCFirm"/>
          <p:cNvSpPr txBox="1"/>
          <p:nvPr userDrawn="1"/>
        </p:nvSpPr>
        <p:spPr>
          <a:xfrm>
            <a:off x="533400" y="4857750"/>
            <a:ext cx="2590800" cy="11430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CA" sz="75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23034055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 with 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514350"/>
            <a:ext cx="5334000" cy="6858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Click to edit Master title style</a:t>
            </a:r>
            <a:endParaRPr lang="en-CA" noProof="1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3276600" y="1314450"/>
            <a:ext cx="5334000" cy="3314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CA" noProof="1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533400" y="1314450"/>
            <a:ext cx="2590800" cy="1597914"/>
          </a:xfrm>
        </p:spPr>
        <p:txBody>
          <a:bodyPr/>
          <a:lstStyle>
            <a:lvl1pPr>
              <a:defRPr sz="1800" b="1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4743450"/>
            <a:ext cx="5257800" cy="1143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CA" dirty="0">
              <a:solidFill>
                <a:srgbClr val="000000"/>
              </a:solidFill>
            </a:endParaRPr>
          </a:p>
        </p:txBody>
      </p:sp>
      <p:cxnSp>
        <p:nvCxnSpPr>
          <p:cNvPr id="30" name="Shape 29"/>
          <p:cNvCxnSpPr/>
          <p:nvPr/>
        </p:nvCxnSpPr>
        <p:spPr>
          <a:xfrm rot="5400000" flipH="1" flipV="1">
            <a:off x="5810252" y="-2228850"/>
            <a:ext cx="114299" cy="54864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4857750"/>
            <a:ext cx="1527048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EBD5762-3BDC-484D-9503-7EA6D5A9A8CE}" type="slidenum">
              <a:rPr lang="en-CA" smtClean="0">
                <a:solidFill>
                  <a:srgbClr val="000000"/>
                </a:solidFill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7086600" y="4743450"/>
            <a:ext cx="1524000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533400" y="4857750"/>
            <a:ext cx="2590800" cy="11430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CA" sz="75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4454951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14350"/>
            <a:ext cx="8077200" cy="6858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CA" noProof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4743450"/>
            <a:ext cx="5257800" cy="1143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CA" dirty="0">
              <a:solidFill>
                <a:srgbClr val="000000"/>
              </a:solidFill>
            </a:endParaRPr>
          </a:p>
        </p:txBody>
      </p:sp>
      <p:cxnSp>
        <p:nvCxnSpPr>
          <p:cNvPr id="10" name="Shape 9"/>
          <p:cNvCxnSpPr/>
          <p:nvPr/>
        </p:nvCxnSpPr>
        <p:spPr>
          <a:xfrm rot="5400000" flipH="1" flipV="1">
            <a:off x="4438652" y="-3600450"/>
            <a:ext cx="1142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4857750"/>
            <a:ext cx="1527048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EBD5762-3BDC-484D-9503-7EA6D5A9A8CE}" type="slidenum">
              <a:rPr lang="en-CA" smtClean="0">
                <a:solidFill>
                  <a:srgbClr val="000000"/>
                </a:solidFill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7086600" y="4743450"/>
            <a:ext cx="1524000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11" name="PwCFirm"/>
          <p:cNvSpPr txBox="1"/>
          <p:nvPr userDrawn="1"/>
        </p:nvSpPr>
        <p:spPr>
          <a:xfrm>
            <a:off x="533400" y="4857750"/>
            <a:ext cx="2590800" cy="11430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CA" sz="75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23648669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1724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4743450"/>
            <a:ext cx="5257800" cy="1143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CA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4857750"/>
            <a:ext cx="1527048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EBD5762-3BDC-484D-9503-7EA6D5A9A8CE}" type="slidenum">
              <a:rPr lang="en-CA" smtClean="0">
                <a:solidFill>
                  <a:srgbClr val="000000"/>
                </a:solidFill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7086600" y="4743450"/>
            <a:ext cx="1524000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7" name="PwCFirm"/>
          <p:cNvSpPr txBox="1"/>
          <p:nvPr userDrawn="1"/>
        </p:nvSpPr>
        <p:spPr>
          <a:xfrm>
            <a:off x="533400" y="4857750"/>
            <a:ext cx="2590800" cy="11430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CA" sz="75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26154923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14350"/>
            <a:ext cx="8077200" cy="685800"/>
          </a:xfr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CA" noProof="0"/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4438652" y="-3600450"/>
            <a:ext cx="1142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4743450"/>
            <a:ext cx="5257800" cy="1143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CA" dirty="0">
              <a:solidFill>
                <a:srgbClr val="000000"/>
              </a:solidFill>
            </a:endParaRPr>
          </a:p>
        </p:txBody>
      </p:sp>
      <p:sp>
        <p:nvSpPr>
          <p:cNvPr id="15" name="Content Placeholder 26"/>
          <p:cNvSpPr>
            <a:spLocks noGrp="1"/>
          </p:cNvSpPr>
          <p:nvPr>
            <p:ph sz="quarter" idx="15"/>
          </p:nvPr>
        </p:nvSpPr>
        <p:spPr>
          <a:xfrm>
            <a:off x="533400" y="1314450"/>
            <a:ext cx="8077200" cy="3314700"/>
          </a:xfrm>
        </p:spPr>
        <p:txBody>
          <a:bodyPr/>
          <a:lstStyle>
            <a:lvl1pPr>
              <a:defRPr sz="2400" baseline="0">
                <a:solidFill>
                  <a:schemeClr val="tx2"/>
                </a:solidFill>
              </a:defRPr>
            </a:lvl1pPr>
            <a:lvl2pPr>
              <a:buClr>
                <a:schemeClr val="tx2"/>
              </a:buClr>
              <a:defRPr sz="2400">
                <a:solidFill>
                  <a:schemeClr val="tx2"/>
                </a:solidFill>
              </a:defRPr>
            </a:lvl2pPr>
            <a:lvl3pPr>
              <a:buClr>
                <a:schemeClr val="tx2"/>
              </a:buClr>
              <a:defRPr sz="2400">
                <a:solidFill>
                  <a:schemeClr val="tx2"/>
                </a:solidFill>
              </a:defRPr>
            </a:lvl3pPr>
            <a:lvl4pPr>
              <a:buClr>
                <a:schemeClr val="tx2"/>
              </a:buClr>
              <a:defRPr sz="2400">
                <a:solidFill>
                  <a:schemeClr val="tx2"/>
                </a:solidFill>
              </a:defRPr>
            </a:lvl4pPr>
            <a:lvl5pPr>
              <a:buClr>
                <a:schemeClr val="tx2"/>
              </a:buClr>
              <a:defRPr sz="2400">
                <a:solidFill>
                  <a:schemeClr val="tx2"/>
                </a:solidFill>
              </a:defRPr>
            </a:lvl5pPr>
            <a:lvl6pPr>
              <a:buClr>
                <a:schemeClr val="tx2"/>
              </a:buClr>
              <a:defRPr sz="2400" baseline="0">
                <a:solidFill>
                  <a:schemeClr val="tx2"/>
                </a:solidFill>
              </a:defRPr>
            </a:lvl6pPr>
            <a:lvl7pPr>
              <a:buClr>
                <a:schemeClr val="tx2"/>
              </a:buClr>
              <a:buAutoNum type="alphaLcPeriod"/>
              <a:defRPr sz="2400" baseline="0">
                <a:solidFill>
                  <a:schemeClr val="tx2"/>
                </a:solidFill>
              </a:defRPr>
            </a:lvl7pPr>
            <a:lvl8pPr>
              <a:buClr>
                <a:schemeClr val="tx2"/>
              </a:buClr>
              <a:buNone/>
              <a:defRPr sz="2400">
                <a:solidFill>
                  <a:schemeClr val="tx2"/>
                </a:solidFill>
              </a:defRPr>
            </a:lvl8pPr>
            <a:lvl9pPr>
              <a:defRPr sz="24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4857750"/>
            <a:ext cx="1527048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EBD5762-3BDC-484D-9503-7EA6D5A9A8CE}" type="slidenum">
              <a:rPr lang="en-CA" smtClean="0">
                <a:solidFill>
                  <a:srgbClr val="000000"/>
                </a:solidFill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>
            <a:off x="7086600" y="4743450"/>
            <a:ext cx="1524000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9" name="PwCFirm"/>
          <p:cNvSpPr txBox="1"/>
          <p:nvPr userDrawn="1"/>
        </p:nvSpPr>
        <p:spPr>
          <a:xfrm>
            <a:off x="533400" y="4857750"/>
            <a:ext cx="2590800" cy="11430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CA" sz="75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1293245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point: Colo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14350"/>
            <a:ext cx="8077200" cy="685800"/>
          </a:xfr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CA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14450"/>
            <a:ext cx="8077200" cy="3314700"/>
          </a:xfrm>
        </p:spPr>
        <p:txBody>
          <a:bodyPr>
            <a:noAutofit/>
          </a:bodyPr>
          <a:lstStyle>
            <a:lvl1pPr>
              <a:lnSpc>
                <a:spcPts val="2700"/>
              </a:lnSpc>
              <a:spcBef>
                <a:spcPts val="0"/>
              </a:spcBef>
              <a:spcAft>
                <a:spcPts val="450"/>
              </a:spcAft>
              <a:defRPr sz="2400" baseline="0">
                <a:solidFill>
                  <a:schemeClr val="bg1"/>
                </a:solidFill>
              </a:defRPr>
            </a:lvl1pPr>
            <a:lvl2pPr marL="333375" indent="-197644">
              <a:lnSpc>
                <a:spcPts val="2700"/>
              </a:lnSpc>
              <a:spcBef>
                <a:spcPts val="0"/>
              </a:spcBef>
              <a:spcAft>
                <a:spcPts val="450"/>
              </a:spcAft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 marL="535781" indent="-200025">
              <a:lnSpc>
                <a:spcPts val="2700"/>
              </a:lnSpc>
              <a:spcBef>
                <a:spcPts val="0"/>
              </a:spcBef>
              <a:spcAft>
                <a:spcPts val="450"/>
              </a:spcAft>
              <a:buClr>
                <a:schemeClr val="bg1"/>
              </a:buClr>
              <a:defRPr sz="2400">
                <a:solidFill>
                  <a:schemeClr val="bg1"/>
                </a:solidFill>
              </a:defRPr>
            </a:lvl3pPr>
            <a:lvl4pPr marL="738188" indent="-200025">
              <a:lnSpc>
                <a:spcPts val="2700"/>
              </a:lnSpc>
              <a:spcBef>
                <a:spcPts val="0"/>
              </a:spcBef>
              <a:spcAft>
                <a:spcPts val="450"/>
              </a:spcAft>
              <a:buClr>
                <a:schemeClr val="bg1"/>
              </a:buClr>
              <a:defRPr sz="2400">
                <a:solidFill>
                  <a:schemeClr val="bg1"/>
                </a:solidFill>
              </a:defRPr>
            </a:lvl4pPr>
            <a:lvl5pPr marL="1006079" indent="-200025">
              <a:lnSpc>
                <a:spcPts val="2700"/>
              </a:lnSpc>
              <a:spcBef>
                <a:spcPts val="0"/>
              </a:spcBef>
              <a:spcAft>
                <a:spcPts val="450"/>
              </a:spcAft>
              <a:buClr>
                <a:schemeClr val="bg1"/>
              </a:buClr>
              <a:defRPr sz="2400">
                <a:solidFill>
                  <a:schemeClr val="bg1"/>
                </a:solidFill>
              </a:defRPr>
            </a:lvl5pPr>
            <a:lvl6pPr marL="1208485" indent="-203597">
              <a:lnSpc>
                <a:spcPts val="2700"/>
              </a:lnSpc>
              <a:spcBef>
                <a:spcPts val="0"/>
              </a:spcBef>
              <a:spcAft>
                <a:spcPts val="45"/>
              </a:spcAft>
              <a:buClr>
                <a:schemeClr val="bg1"/>
              </a:buClr>
              <a:buFont typeface="Arial" pitchFamily="34" charset="0"/>
              <a:buNone/>
              <a:defRPr sz="2100">
                <a:solidFill>
                  <a:schemeClr val="bg1"/>
                </a:solidFill>
              </a:defRPr>
            </a:lvl6pPr>
            <a:lvl7pPr>
              <a:defRPr sz="2100">
                <a:solidFill>
                  <a:schemeClr val="bg1"/>
                </a:solidFill>
              </a:defRPr>
            </a:lvl7pPr>
            <a:lvl8pPr>
              <a:lnSpc>
                <a:spcPts val="2700"/>
              </a:lnSpc>
              <a:defRPr sz="2100">
                <a:solidFill>
                  <a:schemeClr val="bg1"/>
                </a:solidFill>
              </a:defRPr>
            </a:lvl8pPr>
            <a:lvl9pPr>
              <a:defRPr sz="21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4743450"/>
            <a:ext cx="5257800" cy="1143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CA" dirty="0">
              <a:solidFill>
                <a:srgbClr val="FFFFFF"/>
              </a:solidFill>
            </a:endParaRPr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4438652" y="-3600450"/>
            <a:ext cx="114299" cy="82296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4857750"/>
            <a:ext cx="1527048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EBD5762-3BDC-484D-9503-7EA6D5A9A8CE}" type="slidenum">
              <a:rPr lang="en-CA" smtClean="0">
                <a:solidFill>
                  <a:srgbClr val="FFFFFF"/>
                </a:solidFill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CA" dirty="0">
              <a:solidFill>
                <a:srgbClr val="FFFFFF"/>
              </a:solidFill>
              <a:ea typeface="+mn-ea"/>
            </a:endParaRP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7086600" y="4743450"/>
            <a:ext cx="1524000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CA" dirty="0">
              <a:solidFill>
                <a:srgbClr val="FFFFFF"/>
              </a:solidFill>
              <a:ea typeface="+mn-ea"/>
            </a:endParaRPr>
          </a:p>
        </p:txBody>
      </p:sp>
      <p:sp>
        <p:nvSpPr>
          <p:cNvPr id="12" name="PwCFirm"/>
          <p:cNvSpPr txBox="1"/>
          <p:nvPr userDrawn="1"/>
        </p:nvSpPr>
        <p:spPr>
          <a:xfrm>
            <a:off x="533400" y="4857750"/>
            <a:ext cx="2590800" cy="11430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CA" sz="750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31991938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533400" y="514351"/>
            <a:ext cx="8077200" cy="8000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CA" noProof="0"/>
          </a:p>
        </p:txBody>
      </p:sp>
      <p:sp>
        <p:nvSpPr>
          <p:cNvPr id="58" name="Subtitle 2"/>
          <p:cNvSpPr>
            <a:spLocks noGrp="1"/>
          </p:cNvSpPr>
          <p:nvPr>
            <p:ph type="subTitle" idx="1"/>
          </p:nvPr>
        </p:nvSpPr>
        <p:spPr bwMode="black">
          <a:xfrm>
            <a:off x="533400" y="1428751"/>
            <a:ext cx="8077200" cy="1028699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24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CA" noProof="0"/>
          </a:p>
        </p:txBody>
      </p:sp>
      <p:sp>
        <p:nvSpPr>
          <p:cNvPr id="3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4743450"/>
            <a:ext cx="5257800" cy="1143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CA" dirty="0">
              <a:solidFill>
                <a:srgbClr val="000000"/>
              </a:solidFill>
            </a:endParaRPr>
          </a:p>
        </p:txBody>
      </p:sp>
      <p:cxnSp>
        <p:nvCxnSpPr>
          <p:cNvPr id="12" name="Shape 11"/>
          <p:cNvCxnSpPr/>
          <p:nvPr/>
        </p:nvCxnSpPr>
        <p:spPr>
          <a:xfrm rot="5400000" flipH="1" flipV="1">
            <a:off x="4438652" y="-3600450"/>
            <a:ext cx="1142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4857750"/>
            <a:ext cx="1527048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EBD5762-3BDC-484D-9503-7EA6D5A9A8CE}" type="slidenum">
              <a:rPr lang="en-CA" smtClean="0">
                <a:solidFill>
                  <a:srgbClr val="000000"/>
                </a:solidFill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7086600" y="4743450"/>
            <a:ext cx="1524000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11" name="PwCFirm"/>
          <p:cNvSpPr txBox="1"/>
          <p:nvPr userDrawn="1"/>
        </p:nvSpPr>
        <p:spPr>
          <a:xfrm>
            <a:off x="533400" y="4857750"/>
            <a:ext cx="2590800" cy="11430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CA" sz="75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11868528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Colo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533400" y="514350"/>
            <a:ext cx="8077200" cy="8001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CA" noProof="0"/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 bwMode="black">
          <a:xfrm>
            <a:off x="533400" y="1428750"/>
            <a:ext cx="8077200" cy="10287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350">
                <a:solidFill>
                  <a:schemeClr val="bg1"/>
                </a:solidFill>
                <a:latin typeface="+mj-lt"/>
              </a:defRPr>
            </a:lvl2pPr>
            <a:lvl3pPr marL="3429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3pPr>
            <a:lvl4pPr marL="6858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4pPr>
            <a:lvl5pPr marL="10287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5pPr>
            <a:lvl6pPr marL="13716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6pPr>
            <a:lvl7pPr marL="17145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7pPr>
            <a:lvl8pPr marL="20574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8pPr>
            <a:lvl9pPr marL="24003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US" noProof="0"/>
              <a:t>Click to edit Master subtitle style</a:t>
            </a:r>
            <a:endParaRPr lang="en-CA" noProof="0"/>
          </a:p>
        </p:txBody>
      </p:sp>
      <p:sp>
        <p:nvSpPr>
          <p:cNvPr id="3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4743450"/>
            <a:ext cx="5257800" cy="1143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CA" dirty="0">
              <a:solidFill>
                <a:srgbClr val="FFFFFF"/>
              </a:solidFill>
            </a:endParaRPr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4438652" y="-3600450"/>
            <a:ext cx="114299" cy="82296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4857750"/>
            <a:ext cx="1527048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EBD5762-3BDC-484D-9503-7EA6D5A9A8CE}" type="slidenum">
              <a:rPr lang="en-CA" smtClean="0">
                <a:solidFill>
                  <a:srgbClr val="FFFFFF"/>
                </a:solidFill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CA" dirty="0">
              <a:solidFill>
                <a:srgbClr val="FFFFFF"/>
              </a:solidFill>
              <a:ea typeface="+mn-ea"/>
            </a:endParaRP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7086600" y="4743450"/>
            <a:ext cx="1524000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CA" dirty="0">
              <a:solidFill>
                <a:srgbClr val="FFFFFF"/>
              </a:solidFill>
              <a:ea typeface="+mn-ea"/>
            </a:endParaRPr>
          </a:p>
        </p:txBody>
      </p:sp>
      <p:sp>
        <p:nvSpPr>
          <p:cNvPr id="12" name="PwCFirm"/>
          <p:cNvSpPr txBox="1"/>
          <p:nvPr userDrawn="1"/>
        </p:nvSpPr>
        <p:spPr>
          <a:xfrm>
            <a:off x="533400" y="4857750"/>
            <a:ext cx="2590800" cy="11430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CA" sz="750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28918795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533400" y="514350"/>
            <a:ext cx="8077200" cy="8001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CA" noProof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3"/>
          </p:nvPr>
        </p:nvSpPr>
        <p:spPr>
          <a:xfrm>
            <a:off x="533402" y="2114550"/>
            <a:ext cx="3962399" cy="2514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33" name="Subtitle 2"/>
          <p:cNvSpPr>
            <a:spLocks noGrp="1"/>
          </p:cNvSpPr>
          <p:nvPr>
            <p:ph type="subTitle" idx="1"/>
          </p:nvPr>
        </p:nvSpPr>
        <p:spPr bwMode="black">
          <a:xfrm>
            <a:off x="533400" y="1428751"/>
            <a:ext cx="8077200" cy="5715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350">
                <a:solidFill>
                  <a:schemeClr val="bg1"/>
                </a:solidFill>
                <a:latin typeface="+mj-lt"/>
              </a:defRPr>
            </a:lvl2pPr>
            <a:lvl3pPr marL="3429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3pPr>
            <a:lvl4pPr marL="6858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4pPr>
            <a:lvl5pPr marL="10287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5pPr>
            <a:lvl6pPr marL="13716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6pPr>
            <a:lvl7pPr marL="17145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7pPr>
            <a:lvl8pPr marL="20574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8pPr>
            <a:lvl9pPr marL="24003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US" noProof="0"/>
              <a:t>Click to edit Master subtitle style</a:t>
            </a:r>
            <a:endParaRPr lang="en-CA" noProof="0"/>
          </a:p>
        </p:txBody>
      </p:sp>
      <p:sp>
        <p:nvSpPr>
          <p:cNvPr id="3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4743450"/>
            <a:ext cx="5257800" cy="1143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CA" dirty="0">
              <a:solidFill>
                <a:srgbClr val="FFFFFF"/>
              </a:solidFill>
            </a:endParaRPr>
          </a:p>
        </p:txBody>
      </p:sp>
      <p:cxnSp>
        <p:nvCxnSpPr>
          <p:cNvPr id="12" name="Shape 11"/>
          <p:cNvCxnSpPr/>
          <p:nvPr/>
        </p:nvCxnSpPr>
        <p:spPr>
          <a:xfrm rot="5400000" flipH="1" flipV="1">
            <a:off x="4438652" y="-3600450"/>
            <a:ext cx="114299" cy="82296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4857750"/>
            <a:ext cx="1527048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EBD5762-3BDC-484D-9503-7EA6D5A9A8CE}" type="slidenum">
              <a:rPr lang="en-CA" smtClean="0">
                <a:solidFill>
                  <a:srgbClr val="FFFFFF"/>
                </a:solidFill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CA" dirty="0">
              <a:solidFill>
                <a:srgbClr val="FFFFFF"/>
              </a:solidFill>
              <a:ea typeface="+mn-ea"/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7086600" y="4743450"/>
            <a:ext cx="1524000" cy="1143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CA" dirty="0">
              <a:solidFill>
                <a:srgbClr val="FFFFFF"/>
              </a:solidFill>
              <a:ea typeface="+mn-ea"/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533400" y="4857750"/>
            <a:ext cx="2590800" cy="11430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CA" sz="750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0"/>
              </a:rPr>
              <a:t>PwC</a:t>
            </a:r>
          </a:p>
        </p:txBody>
      </p:sp>
    </p:spTree>
    <p:extLst>
      <p:ext uri="{BB962C8B-B14F-4D97-AF65-F5344CB8AC3E}">
        <p14:creationId xmlns:p14="http://schemas.microsoft.com/office/powerpoint/2010/main" val="432122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Fixe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Shape 140"/>
          <p:cNvCxnSpPr/>
          <p:nvPr/>
        </p:nvCxnSpPr>
        <p:spPr>
          <a:xfrm rot="5400000" flipH="1" flipV="1">
            <a:off x="5115308" y="-2905506"/>
            <a:ext cx="114299" cy="6839712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1895476" y="628650"/>
            <a:ext cx="5343525" cy="6858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400" b="1" i="1" baseline="0">
                <a:solidFill>
                  <a:schemeClr val="tx1"/>
                </a:solidFill>
              </a:defRPr>
            </a:lvl1pPr>
          </a:lstStyle>
          <a:p>
            <a:r>
              <a:rPr lang="en-CA" noProof="0"/>
              <a:t>Click to add the presentation’s main title</a:t>
            </a:r>
            <a:endParaRPr lang="en-CA" noProof="0" dirty="0"/>
          </a:p>
        </p:txBody>
      </p:sp>
      <p:sp>
        <p:nvSpPr>
          <p:cNvPr id="14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1895476" y="1371600"/>
            <a:ext cx="5343525" cy="6858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tx1"/>
                </a:solidFill>
                <a:latin typeface="+mj-lt"/>
              </a:defRPr>
            </a:lvl1pPr>
            <a:lvl2pPr marL="0" indent="0" algn="l">
              <a:buNone/>
              <a:defRPr sz="1350">
                <a:solidFill>
                  <a:schemeClr val="bg1"/>
                </a:solidFill>
                <a:latin typeface="+mj-lt"/>
              </a:defRPr>
            </a:lvl2pPr>
            <a:lvl3pPr marL="3429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3pPr>
            <a:lvl4pPr marL="6858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4pPr>
            <a:lvl5pPr marL="10287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5pPr>
            <a:lvl6pPr marL="13716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6pPr>
            <a:lvl7pPr marL="17145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7pPr>
            <a:lvl8pPr marL="20574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8pPr>
            <a:lvl9pPr marL="24003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CA" noProof="0"/>
              <a:t>Subtitle and date (move higher if title is only one line)</a:t>
            </a:r>
            <a:endParaRPr lang="en-CA" noProof="0" dirty="0"/>
          </a:p>
        </p:txBody>
      </p:sp>
      <p:sp>
        <p:nvSpPr>
          <p:cNvPr id="144" name="Text Placeholder 31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1895475" y="281178"/>
            <a:ext cx="4105656" cy="109728"/>
          </a:xfrm>
        </p:spPr>
        <p:txBody>
          <a:bodyPr/>
          <a:lstStyle>
            <a:lvl1pPr>
              <a:defRPr sz="825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CA" noProof="0"/>
              <a:t>www.pwc.com</a:t>
            </a:r>
          </a:p>
        </p:txBody>
      </p:sp>
      <p:grpSp>
        <p:nvGrpSpPr>
          <p:cNvPr id="102" name="Group 101"/>
          <p:cNvGrpSpPr>
            <a:grpSpLocks noChangeAspect="1"/>
          </p:cNvGrpSpPr>
          <p:nvPr userDrawn="1"/>
        </p:nvGrpSpPr>
        <p:grpSpPr>
          <a:xfrm>
            <a:off x="968593" y="4326511"/>
            <a:ext cx="1232283" cy="701842"/>
            <a:chOff x="518032" y="-1032869"/>
            <a:chExt cx="6161413" cy="4678943"/>
          </a:xfrm>
        </p:grpSpPr>
        <p:grpSp>
          <p:nvGrpSpPr>
            <p:cNvPr id="103" name="Group 73"/>
            <p:cNvGrpSpPr>
              <a:grpSpLocks noChangeAspect="1"/>
            </p:cNvGrpSpPr>
            <p:nvPr/>
          </p:nvGrpSpPr>
          <p:grpSpPr>
            <a:xfrm>
              <a:off x="4438637" y="-1032863"/>
              <a:ext cx="2240792" cy="2011550"/>
              <a:chOff x="1905000" y="5715000"/>
              <a:chExt cx="445770" cy="381000"/>
            </a:xfrm>
          </p:grpSpPr>
          <p:sp>
            <p:nvSpPr>
              <p:cNvPr id="107" name="Rectangle 25"/>
              <p:cNvSpPr>
                <a:spLocks noChangeArrowheads="1"/>
              </p:cNvSpPr>
              <p:nvPr userDrawn="1"/>
            </p:nvSpPr>
            <p:spPr bwMode="gray">
              <a:xfrm>
                <a:off x="2293620" y="5988118"/>
                <a:ext cx="57150" cy="107882"/>
              </a:xfrm>
              <a:prstGeom prst="rect">
                <a:avLst/>
              </a:prstGeom>
              <a:solidFill>
                <a:srgbClr val="F445F6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08" name="Rectangle 26"/>
              <p:cNvSpPr>
                <a:spLocks noChangeArrowheads="1"/>
              </p:cNvSpPr>
              <p:nvPr userDrawn="1"/>
            </p:nvSpPr>
            <p:spPr bwMode="gray">
              <a:xfrm>
                <a:off x="2132171" y="5757333"/>
                <a:ext cx="44291" cy="66914"/>
              </a:xfrm>
              <a:prstGeom prst="rect">
                <a:avLst/>
              </a:prstGeom>
              <a:solidFill>
                <a:srgbClr val="F6B67F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09" name="Rectangle 27"/>
              <p:cNvSpPr>
                <a:spLocks noChangeArrowheads="1"/>
              </p:cNvSpPr>
              <p:nvPr userDrawn="1"/>
            </p:nvSpPr>
            <p:spPr bwMode="gray">
              <a:xfrm>
                <a:off x="1905000" y="5715000"/>
                <a:ext cx="227171" cy="42333"/>
              </a:xfrm>
              <a:prstGeom prst="rect">
                <a:avLst/>
              </a:prstGeom>
              <a:solidFill>
                <a:srgbClr val="F48F17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10" name="Rectangle 28"/>
              <p:cNvSpPr>
                <a:spLocks noChangeArrowheads="1"/>
              </p:cNvSpPr>
              <p:nvPr userDrawn="1"/>
            </p:nvSpPr>
            <p:spPr bwMode="gray">
              <a:xfrm>
                <a:off x="1905000" y="5757333"/>
                <a:ext cx="227171" cy="66914"/>
              </a:xfrm>
              <a:prstGeom prst="rect">
                <a:avLst/>
              </a:prstGeom>
              <a:solidFill>
                <a:srgbClr val="EB660B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11" name="Rectangle 29"/>
              <p:cNvSpPr>
                <a:spLocks noChangeArrowheads="1"/>
              </p:cNvSpPr>
              <p:nvPr userDrawn="1"/>
            </p:nvSpPr>
            <p:spPr bwMode="gray">
              <a:xfrm>
                <a:off x="2176462" y="5824247"/>
                <a:ext cx="117158" cy="163871"/>
              </a:xfrm>
              <a:prstGeom prst="rect">
                <a:avLst/>
              </a:prstGeom>
              <a:solidFill>
                <a:srgbClr val="F3BF09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12" name="Rectangle 30"/>
              <p:cNvSpPr>
                <a:spLocks noChangeArrowheads="1"/>
              </p:cNvSpPr>
              <p:nvPr userDrawn="1"/>
            </p:nvSpPr>
            <p:spPr bwMode="gray">
              <a:xfrm>
                <a:off x="2176462" y="5988118"/>
                <a:ext cx="117158" cy="107882"/>
              </a:xfrm>
              <a:prstGeom prst="rect">
                <a:avLst/>
              </a:prstGeom>
              <a:solidFill>
                <a:srgbClr val="E93409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13" name="Rectangle 31"/>
              <p:cNvSpPr>
                <a:spLocks noChangeArrowheads="1"/>
              </p:cNvSpPr>
              <p:nvPr userDrawn="1"/>
            </p:nvSpPr>
            <p:spPr bwMode="gray">
              <a:xfrm>
                <a:off x="2132171" y="5824247"/>
                <a:ext cx="44291" cy="163871"/>
              </a:xfrm>
              <a:prstGeom prst="rect">
                <a:avLst/>
              </a:prstGeom>
              <a:solidFill>
                <a:srgbClr val="EA880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14" name="Rectangle 32"/>
              <p:cNvSpPr>
                <a:spLocks noChangeArrowheads="1"/>
              </p:cNvSpPr>
              <p:nvPr userDrawn="1"/>
            </p:nvSpPr>
            <p:spPr bwMode="gray">
              <a:xfrm>
                <a:off x="2132171" y="5988118"/>
                <a:ext cx="44291" cy="107882"/>
              </a:xfrm>
              <a:prstGeom prst="rect">
                <a:avLst/>
              </a:prstGeom>
              <a:solidFill>
                <a:srgbClr val="E0250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15" name="Freeform 33"/>
              <p:cNvSpPr>
                <a:spLocks/>
              </p:cNvSpPr>
              <p:nvPr userDrawn="1"/>
            </p:nvSpPr>
            <p:spPr bwMode="gray">
              <a:xfrm>
                <a:off x="1905000" y="5824247"/>
                <a:ext cx="227171" cy="1638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9" y="0"/>
                  </a:cxn>
                  <a:cxn ang="0">
                    <a:pos x="159" y="120"/>
                  </a:cxn>
                  <a:cxn ang="0">
                    <a:pos x="99" y="120"/>
                  </a:cxn>
                  <a:cxn ang="0">
                    <a:pos x="99" y="80"/>
                  </a:cxn>
                  <a:cxn ang="0">
                    <a:pos x="0" y="80"/>
                  </a:cxn>
                  <a:cxn ang="0">
                    <a:pos x="0" y="0"/>
                  </a:cxn>
                </a:cxnLst>
                <a:rect l="0" t="0" r="r" b="b"/>
                <a:pathLst>
                  <a:path w="159" h="120">
                    <a:moveTo>
                      <a:pt x="0" y="0"/>
                    </a:moveTo>
                    <a:lnTo>
                      <a:pt x="159" y="0"/>
                    </a:lnTo>
                    <a:lnTo>
                      <a:pt x="159" y="120"/>
                    </a:lnTo>
                    <a:lnTo>
                      <a:pt x="99" y="120"/>
                    </a:lnTo>
                    <a:lnTo>
                      <a:pt x="99" y="80"/>
                    </a:lnTo>
                    <a:lnTo>
                      <a:pt x="0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4C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16" name="Rectangle 34"/>
              <p:cNvSpPr>
                <a:spLocks noChangeArrowheads="1"/>
              </p:cNvSpPr>
              <p:nvPr userDrawn="1"/>
            </p:nvSpPr>
            <p:spPr bwMode="gray">
              <a:xfrm>
                <a:off x="2046446" y="5988118"/>
                <a:ext cx="85725" cy="107882"/>
              </a:xfrm>
              <a:prstGeom prst="rect">
                <a:avLst/>
              </a:prstGeom>
              <a:solidFill>
                <a:srgbClr val="D614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17" name="Rectangle 35"/>
              <p:cNvSpPr>
                <a:spLocks noChangeArrowheads="1"/>
              </p:cNvSpPr>
              <p:nvPr userDrawn="1"/>
            </p:nvSpPr>
            <p:spPr bwMode="gray">
              <a:xfrm>
                <a:off x="1905000" y="5933495"/>
                <a:ext cx="141446" cy="54624"/>
              </a:xfrm>
              <a:prstGeom prst="rect">
                <a:avLst/>
              </a:prstGeom>
              <a:solidFill>
                <a:srgbClr val="C93C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18" name="Rectangle 36"/>
              <p:cNvSpPr>
                <a:spLocks noChangeArrowheads="1"/>
              </p:cNvSpPr>
              <p:nvPr userDrawn="1"/>
            </p:nvSpPr>
            <p:spPr bwMode="gray">
              <a:xfrm>
                <a:off x="1905000" y="5988118"/>
                <a:ext cx="141446" cy="107882"/>
              </a:xfrm>
              <a:prstGeom prst="rect">
                <a:avLst/>
              </a:prstGeom>
              <a:solidFill>
                <a:srgbClr val="C010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19" name="Rectangle 25"/>
              <p:cNvSpPr>
                <a:spLocks noChangeArrowheads="1"/>
              </p:cNvSpPr>
              <p:nvPr/>
            </p:nvSpPr>
            <p:spPr bwMode="gray">
              <a:xfrm>
                <a:off x="2293620" y="5988118"/>
                <a:ext cx="57150" cy="107882"/>
              </a:xfrm>
              <a:prstGeom prst="rect">
                <a:avLst/>
              </a:prstGeom>
              <a:solidFill>
                <a:srgbClr val="F445F6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20" name="Rectangle 26"/>
              <p:cNvSpPr>
                <a:spLocks noChangeArrowheads="1"/>
              </p:cNvSpPr>
              <p:nvPr/>
            </p:nvSpPr>
            <p:spPr bwMode="gray">
              <a:xfrm>
                <a:off x="2132171" y="5757333"/>
                <a:ext cx="44291" cy="66914"/>
              </a:xfrm>
              <a:prstGeom prst="rect">
                <a:avLst/>
              </a:prstGeom>
              <a:solidFill>
                <a:srgbClr val="F6B67F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21" name="Rectangle 27"/>
              <p:cNvSpPr>
                <a:spLocks noChangeArrowheads="1"/>
              </p:cNvSpPr>
              <p:nvPr/>
            </p:nvSpPr>
            <p:spPr bwMode="gray">
              <a:xfrm>
                <a:off x="1905000" y="5715000"/>
                <a:ext cx="227171" cy="42333"/>
              </a:xfrm>
              <a:prstGeom prst="rect">
                <a:avLst/>
              </a:prstGeom>
              <a:solidFill>
                <a:srgbClr val="F48F17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22" name="Rectangle 28"/>
              <p:cNvSpPr>
                <a:spLocks noChangeArrowheads="1"/>
              </p:cNvSpPr>
              <p:nvPr/>
            </p:nvSpPr>
            <p:spPr bwMode="gray">
              <a:xfrm>
                <a:off x="1905000" y="5757333"/>
                <a:ext cx="227171" cy="66914"/>
              </a:xfrm>
              <a:prstGeom prst="rect">
                <a:avLst/>
              </a:prstGeom>
              <a:solidFill>
                <a:srgbClr val="EB660B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23" name="Rectangle 29"/>
              <p:cNvSpPr>
                <a:spLocks noChangeArrowheads="1"/>
              </p:cNvSpPr>
              <p:nvPr/>
            </p:nvSpPr>
            <p:spPr bwMode="gray">
              <a:xfrm>
                <a:off x="2176462" y="5824247"/>
                <a:ext cx="117158" cy="163871"/>
              </a:xfrm>
              <a:prstGeom prst="rect">
                <a:avLst/>
              </a:prstGeom>
              <a:solidFill>
                <a:srgbClr val="F3BF09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24" name="Rectangle 30"/>
              <p:cNvSpPr>
                <a:spLocks noChangeArrowheads="1"/>
              </p:cNvSpPr>
              <p:nvPr/>
            </p:nvSpPr>
            <p:spPr bwMode="gray">
              <a:xfrm>
                <a:off x="2176462" y="5988118"/>
                <a:ext cx="117158" cy="107882"/>
              </a:xfrm>
              <a:prstGeom prst="rect">
                <a:avLst/>
              </a:prstGeom>
              <a:solidFill>
                <a:srgbClr val="E93409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25" name="Rectangle 31"/>
              <p:cNvSpPr>
                <a:spLocks noChangeArrowheads="1"/>
              </p:cNvSpPr>
              <p:nvPr/>
            </p:nvSpPr>
            <p:spPr bwMode="gray">
              <a:xfrm>
                <a:off x="2132171" y="5824247"/>
                <a:ext cx="44291" cy="163871"/>
              </a:xfrm>
              <a:prstGeom prst="rect">
                <a:avLst/>
              </a:prstGeom>
              <a:solidFill>
                <a:srgbClr val="EA880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26" name="Rectangle 32"/>
              <p:cNvSpPr>
                <a:spLocks noChangeArrowheads="1"/>
              </p:cNvSpPr>
              <p:nvPr/>
            </p:nvSpPr>
            <p:spPr bwMode="gray">
              <a:xfrm>
                <a:off x="2132171" y="5988118"/>
                <a:ext cx="44291" cy="107882"/>
              </a:xfrm>
              <a:prstGeom prst="rect">
                <a:avLst/>
              </a:prstGeom>
              <a:solidFill>
                <a:srgbClr val="E0250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27" name="Freeform 33"/>
              <p:cNvSpPr>
                <a:spLocks/>
              </p:cNvSpPr>
              <p:nvPr/>
            </p:nvSpPr>
            <p:spPr bwMode="gray">
              <a:xfrm>
                <a:off x="1905000" y="5824247"/>
                <a:ext cx="227171" cy="1638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9" y="0"/>
                  </a:cxn>
                  <a:cxn ang="0">
                    <a:pos x="159" y="120"/>
                  </a:cxn>
                  <a:cxn ang="0">
                    <a:pos x="99" y="120"/>
                  </a:cxn>
                  <a:cxn ang="0">
                    <a:pos x="99" y="80"/>
                  </a:cxn>
                  <a:cxn ang="0">
                    <a:pos x="0" y="80"/>
                  </a:cxn>
                  <a:cxn ang="0">
                    <a:pos x="0" y="0"/>
                  </a:cxn>
                </a:cxnLst>
                <a:rect l="0" t="0" r="r" b="b"/>
                <a:pathLst>
                  <a:path w="159" h="120">
                    <a:moveTo>
                      <a:pt x="0" y="0"/>
                    </a:moveTo>
                    <a:lnTo>
                      <a:pt x="159" y="0"/>
                    </a:lnTo>
                    <a:lnTo>
                      <a:pt x="159" y="120"/>
                    </a:lnTo>
                    <a:lnTo>
                      <a:pt x="99" y="120"/>
                    </a:lnTo>
                    <a:lnTo>
                      <a:pt x="99" y="80"/>
                    </a:lnTo>
                    <a:lnTo>
                      <a:pt x="0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4C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28" name="Rectangle 34"/>
              <p:cNvSpPr>
                <a:spLocks noChangeArrowheads="1"/>
              </p:cNvSpPr>
              <p:nvPr/>
            </p:nvSpPr>
            <p:spPr bwMode="gray">
              <a:xfrm>
                <a:off x="2046446" y="5988118"/>
                <a:ext cx="85725" cy="107882"/>
              </a:xfrm>
              <a:prstGeom prst="rect">
                <a:avLst/>
              </a:prstGeom>
              <a:solidFill>
                <a:srgbClr val="D614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29" name="Rectangle 35"/>
              <p:cNvSpPr>
                <a:spLocks noChangeArrowheads="1"/>
              </p:cNvSpPr>
              <p:nvPr/>
            </p:nvSpPr>
            <p:spPr bwMode="gray">
              <a:xfrm>
                <a:off x="1905000" y="5933495"/>
                <a:ext cx="141446" cy="54624"/>
              </a:xfrm>
              <a:prstGeom prst="rect">
                <a:avLst/>
              </a:prstGeom>
              <a:solidFill>
                <a:srgbClr val="C93C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30" name="Rectangle 36"/>
              <p:cNvSpPr>
                <a:spLocks noChangeArrowheads="1"/>
              </p:cNvSpPr>
              <p:nvPr/>
            </p:nvSpPr>
            <p:spPr bwMode="gray">
              <a:xfrm>
                <a:off x="1905000" y="5988118"/>
                <a:ext cx="141446" cy="107882"/>
              </a:xfrm>
              <a:prstGeom prst="rect">
                <a:avLst/>
              </a:prstGeom>
              <a:solidFill>
                <a:srgbClr val="C010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</p:grpSp>
        <p:grpSp>
          <p:nvGrpSpPr>
            <p:cNvPr id="104" name="Group 32"/>
            <p:cNvGrpSpPr/>
            <p:nvPr/>
          </p:nvGrpSpPr>
          <p:grpSpPr>
            <a:xfrm>
              <a:off x="518032" y="978681"/>
              <a:ext cx="4572000" cy="2667393"/>
              <a:chOff x="518032" y="978681"/>
              <a:chExt cx="4572000" cy="2667393"/>
            </a:xfrm>
          </p:grpSpPr>
          <p:sp>
            <p:nvSpPr>
              <p:cNvPr id="105" name="Rectangle 37"/>
              <p:cNvSpPr>
                <a:spLocks noChangeArrowheads="1"/>
              </p:cNvSpPr>
              <p:nvPr userDrawn="1"/>
            </p:nvSpPr>
            <p:spPr bwMode="black">
              <a:xfrm>
                <a:off x="3295650" y="978681"/>
                <a:ext cx="1143000" cy="263229"/>
              </a:xfrm>
              <a:prstGeom prst="rect">
                <a:avLst/>
              </a:prstGeom>
              <a:solidFill>
                <a:srgbClr val="A100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  <p:sp>
            <p:nvSpPr>
              <p:cNvPr id="106" name="Freeform 7"/>
              <p:cNvSpPr>
                <a:spLocks noEditPoints="1"/>
              </p:cNvSpPr>
              <p:nvPr userDrawn="1"/>
            </p:nvSpPr>
            <p:spPr bwMode="black">
              <a:xfrm>
                <a:off x="518032" y="1922794"/>
                <a:ext cx="4572000" cy="1723280"/>
              </a:xfrm>
              <a:custGeom>
                <a:avLst/>
                <a:gdLst/>
                <a:ahLst/>
                <a:cxnLst>
                  <a:cxn ang="0">
                    <a:pos x="581" y="233"/>
                  </a:cxn>
                  <a:cxn ang="0">
                    <a:pos x="538" y="949"/>
                  </a:cxn>
                  <a:cxn ang="0">
                    <a:pos x="630" y="946"/>
                  </a:cxn>
                  <a:cxn ang="0">
                    <a:pos x="793" y="880"/>
                  </a:cxn>
                  <a:cxn ang="0">
                    <a:pos x="886" y="728"/>
                  </a:cxn>
                  <a:cxn ang="0">
                    <a:pos x="905" y="505"/>
                  </a:cxn>
                  <a:cxn ang="0">
                    <a:pos x="850" y="329"/>
                  </a:cxn>
                  <a:cxn ang="0">
                    <a:pos x="727" y="241"/>
                  </a:cxn>
                  <a:cxn ang="0">
                    <a:pos x="521" y="3"/>
                  </a:cxn>
                  <a:cxn ang="0">
                    <a:pos x="643" y="74"/>
                  </a:cxn>
                  <a:cxn ang="0">
                    <a:pos x="761" y="24"/>
                  </a:cxn>
                  <a:cxn ang="0">
                    <a:pos x="855" y="9"/>
                  </a:cxn>
                  <a:cxn ang="0">
                    <a:pos x="1026" y="40"/>
                  </a:cxn>
                  <a:cxn ang="0">
                    <a:pos x="1180" y="172"/>
                  </a:cxn>
                  <a:cxn ang="0">
                    <a:pos x="1265" y="383"/>
                  </a:cxn>
                  <a:cxn ang="0">
                    <a:pos x="1265" y="641"/>
                  </a:cxn>
                  <a:cxn ang="0">
                    <a:pos x="1175" y="857"/>
                  </a:cxn>
                  <a:cxn ang="0">
                    <a:pos x="1005" y="1006"/>
                  </a:cxn>
                  <a:cxn ang="0">
                    <a:pos x="766" y="1074"/>
                  </a:cxn>
                  <a:cxn ang="0">
                    <a:pos x="601" y="1074"/>
                  </a:cxn>
                  <a:cxn ang="0">
                    <a:pos x="692" y="1447"/>
                  </a:cxn>
                  <a:cxn ang="0">
                    <a:pos x="171" y="1408"/>
                  </a:cxn>
                  <a:cxn ang="0">
                    <a:pos x="413" y="3"/>
                  </a:cxn>
                  <a:cxn ang="0">
                    <a:pos x="3876" y="20"/>
                  </a:cxn>
                  <a:cxn ang="0">
                    <a:pos x="4036" y="100"/>
                  </a:cxn>
                  <a:cxn ang="0">
                    <a:pos x="4113" y="232"/>
                  </a:cxn>
                  <a:cxn ang="0">
                    <a:pos x="4091" y="362"/>
                  </a:cxn>
                  <a:cxn ang="0">
                    <a:pos x="3995" y="436"/>
                  </a:cxn>
                  <a:cxn ang="0">
                    <a:pos x="3859" y="438"/>
                  </a:cxn>
                  <a:cxn ang="0">
                    <a:pos x="3757" y="114"/>
                  </a:cxn>
                  <a:cxn ang="0">
                    <a:pos x="3597" y="187"/>
                  </a:cxn>
                  <a:cxn ang="0">
                    <a:pos x="3508" y="339"/>
                  </a:cxn>
                  <a:cxn ang="0">
                    <a:pos x="3489" y="565"/>
                  </a:cxn>
                  <a:cxn ang="0">
                    <a:pos x="3547" y="753"/>
                  </a:cxn>
                  <a:cxn ang="0">
                    <a:pos x="3668" y="869"/>
                  </a:cxn>
                  <a:cxn ang="0">
                    <a:pos x="3821" y="896"/>
                  </a:cxn>
                  <a:cxn ang="0">
                    <a:pos x="3931" y="872"/>
                  </a:cxn>
                  <a:cxn ang="0">
                    <a:pos x="4079" y="810"/>
                  </a:cxn>
                  <a:cxn ang="0">
                    <a:pos x="4016" y="1024"/>
                  </a:cxn>
                  <a:cxn ang="0">
                    <a:pos x="3830" y="1080"/>
                  </a:cxn>
                  <a:cxn ang="0">
                    <a:pos x="3651" y="1095"/>
                  </a:cxn>
                  <a:cxn ang="0">
                    <a:pos x="3426" y="1060"/>
                  </a:cxn>
                  <a:cxn ang="0">
                    <a:pos x="3255" y="947"/>
                  </a:cxn>
                  <a:cxn ang="0">
                    <a:pos x="3140" y="772"/>
                  </a:cxn>
                  <a:cxn ang="0">
                    <a:pos x="3101" y="561"/>
                  </a:cxn>
                  <a:cxn ang="0">
                    <a:pos x="3153" y="318"/>
                  </a:cxn>
                  <a:cxn ang="0">
                    <a:pos x="3293" y="135"/>
                  </a:cxn>
                  <a:cxn ang="0">
                    <a:pos x="3508" y="27"/>
                  </a:cxn>
                  <a:cxn ang="0">
                    <a:pos x="2910" y="0"/>
                  </a:cxn>
                  <a:cxn ang="0">
                    <a:pos x="3040" y="52"/>
                  </a:cxn>
                  <a:cxn ang="0">
                    <a:pos x="3093" y="178"/>
                  </a:cxn>
                  <a:cxn ang="0">
                    <a:pos x="3071" y="277"/>
                  </a:cxn>
                  <a:cxn ang="0">
                    <a:pos x="3004" y="393"/>
                  </a:cxn>
                  <a:cxn ang="0">
                    <a:pos x="2876" y="561"/>
                  </a:cxn>
                  <a:cxn ang="0">
                    <a:pos x="1784" y="1078"/>
                  </a:cxn>
                  <a:cxn ang="0">
                    <a:pos x="1313" y="118"/>
                  </a:cxn>
                  <a:cxn ang="0">
                    <a:pos x="2247" y="25"/>
                  </a:cxn>
                  <a:cxn ang="0">
                    <a:pos x="2759" y="62"/>
                  </a:cxn>
                  <a:cxn ang="0">
                    <a:pos x="2872" y="4"/>
                  </a:cxn>
                </a:cxnLst>
                <a:rect l="0" t="0" r="r" b="b"/>
                <a:pathLst>
                  <a:path w="4127" h="1544">
                    <a:moveTo>
                      <a:pt x="640" y="229"/>
                    </a:moveTo>
                    <a:lnTo>
                      <a:pt x="622" y="229"/>
                    </a:lnTo>
                    <a:lnTo>
                      <a:pt x="603" y="230"/>
                    </a:lnTo>
                    <a:lnTo>
                      <a:pt x="581" y="233"/>
                    </a:lnTo>
                    <a:lnTo>
                      <a:pt x="553" y="235"/>
                    </a:lnTo>
                    <a:lnTo>
                      <a:pt x="521" y="241"/>
                    </a:lnTo>
                    <a:lnTo>
                      <a:pt x="521" y="947"/>
                    </a:lnTo>
                    <a:lnTo>
                      <a:pt x="538" y="949"/>
                    </a:lnTo>
                    <a:lnTo>
                      <a:pt x="553" y="949"/>
                    </a:lnTo>
                    <a:lnTo>
                      <a:pt x="566" y="949"/>
                    </a:lnTo>
                    <a:lnTo>
                      <a:pt x="578" y="949"/>
                    </a:lnTo>
                    <a:lnTo>
                      <a:pt x="630" y="946"/>
                    </a:lnTo>
                    <a:lnTo>
                      <a:pt x="677" y="937"/>
                    </a:lnTo>
                    <a:lnTo>
                      <a:pt x="720" y="924"/>
                    </a:lnTo>
                    <a:lnTo>
                      <a:pt x="758" y="905"/>
                    </a:lnTo>
                    <a:lnTo>
                      <a:pt x="793" y="880"/>
                    </a:lnTo>
                    <a:lnTo>
                      <a:pt x="824" y="850"/>
                    </a:lnTo>
                    <a:lnTo>
                      <a:pt x="849" y="815"/>
                    </a:lnTo>
                    <a:lnTo>
                      <a:pt x="870" y="775"/>
                    </a:lnTo>
                    <a:lnTo>
                      <a:pt x="886" y="728"/>
                    </a:lnTo>
                    <a:lnTo>
                      <a:pt x="897" y="678"/>
                    </a:lnTo>
                    <a:lnTo>
                      <a:pt x="905" y="622"/>
                    </a:lnTo>
                    <a:lnTo>
                      <a:pt x="907" y="561"/>
                    </a:lnTo>
                    <a:lnTo>
                      <a:pt x="905" y="505"/>
                    </a:lnTo>
                    <a:lnTo>
                      <a:pt x="897" y="452"/>
                    </a:lnTo>
                    <a:lnTo>
                      <a:pt x="886" y="407"/>
                    </a:lnTo>
                    <a:lnTo>
                      <a:pt x="870" y="366"/>
                    </a:lnTo>
                    <a:lnTo>
                      <a:pt x="850" y="329"/>
                    </a:lnTo>
                    <a:lnTo>
                      <a:pt x="826" y="299"/>
                    </a:lnTo>
                    <a:lnTo>
                      <a:pt x="797" y="274"/>
                    </a:lnTo>
                    <a:lnTo>
                      <a:pt x="763" y="254"/>
                    </a:lnTo>
                    <a:lnTo>
                      <a:pt x="727" y="241"/>
                    </a:lnTo>
                    <a:lnTo>
                      <a:pt x="686" y="232"/>
                    </a:lnTo>
                    <a:lnTo>
                      <a:pt x="640" y="229"/>
                    </a:lnTo>
                    <a:close/>
                    <a:moveTo>
                      <a:pt x="413" y="3"/>
                    </a:moveTo>
                    <a:lnTo>
                      <a:pt x="521" y="3"/>
                    </a:lnTo>
                    <a:lnTo>
                      <a:pt x="521" y="143"/>
                    </a:lnTo>
                    <a:lnTo>
                      <a:pt x="566" y="117"/>
                    </a:lnTo>
                    <a:lnTo>
                      <a:pt x="607" y="93"/>
                    </a:lnTo>
                    <a:lnTo>
                      <a:pt x="643" y="74"/>
                    </a:lnTo>
                    <a:lnTo>
                      <a:pt x="677" y="57"/>
                    </a:lnTo>
                    <a:lnTo>
                      <a:pt x="707" y="44"/>
                    </a:lnTo>
                    <a:lnTo>
                      <a:pt x="735" y="33"/>
                    </a:lnTo>
                    <a:lnTo>
                      <a:pt x="761" y="24"/>
                    </a:lnTo>
                    <a:lnTo>
                      <a:pt x="785" y="18"/>
                    </a:lnTo>
                    <a:lnTo>
                      <a:pt x="809" y="13"/>
                    </a:lnTo>
                    <a:lnTo>
                      <a:pt x="831" y="10"/>
                    </a:lnTo>
                    <a:lnTo>
                      <a:pt x="855" y="9"/>
                    </a:lnTo>
                    <a:lnTo>
                      <a:pt x="879" y="8"/>
                    </a:lnTo>
                    <a:lnTo>
                      <a:pt x="931" y="12"/>
                    </a:lnTo>
                    <a:lnTo>
                      <a:pt x="980" y="23"/>
                    </a:lnTo>
                    <a:lnTo>
                      <a:pt x="1026" y="40"/>
                    </a:lnTo>
                    <a:lnTo>
                      <a:pt x="1070" y="64"/>
                    </a:lnTo>
                    <a:lnTo>
                      <a:pt x="1110" y="94"/>
                    </a:lnTo>
                    <a:lnTo>
                      <a:pt x="1148" y="130"/>
                    </a:lnTo>
                    <a:lnTo>
                      <a:pt x="1180" y="172"/>
                    </a:lnTo>
                    <a:lnTo>
                      <a:pt x="1209" y="218"/>
                    </a:lnTo>
                    <a:lnTo>
                      <a:pt x="1233" y="268"/>
                    </a:lnTo>
                    <a:lnTo>
                      <a:pt x="1252" y="324"/>
                    </a:lnTo>
                    <a:lnTo>
                      <a:pt x="1265" y="383"/>
                    </a:lnTo>
                    <a:lnTo>
                      <a:pt x="1274" y="446"/>
                    </a:lnTo>
                    <a:lnTo>
                      <a:pt x="1278" y="512"/>
                    </a:lnTo>
                    <a:lnTo>
                      <a:pt x="1274" y="578"/>
                    </a:lnTo>
                    <a:lnTo>
                      <a:pt x="1265" y="641"/>
                    </a:lnTo>
                    <a:lnTo>
                      <a:pt x="1252" y="701"/>
                    </a:lnTo>
                    <a:lnTo>
                      <a:pt x="1232" y="756"/>
                    </a:lnTo>
                    <a:lnTo>
                      <a:pt x="1205" y="809"/>
                    </a:lnTo>
                    <a:lnTo>
                      <a:pt x="1175" y="857"/>
                    </a:lnTo>
                    <a:lnTo>
                      <a:pt x="1140" y="901"/>
                    </a:lnTo>
                    <a:lnTo>
                      <a:pt x="1099" y="941"/>
                    </a:lnTo>
                    <a:lnTo>
                      <a:pt x="1054" y="976"/>
                    </a:lnTo>
                    <a:lnTo>
                      <a:pt x="1005" y="1006"/>
                    </a:lnTo>
                    <a:lnTo>
                      <a:pt x="951" y="1031"/>
                    </a:lnTo>
                    <a:lnTo>
                      <a:pt x="894" y="1051"/>
                    </a:lnTo>
                    <a:lnTo>
                      <a:pt x="831" y="1065"/>
                    </a:lnTo>
                    <a:lnTo>
                      <a:pt x="766" y="1074"/>
                    </a:lnTo>
                    <a:lnTo>
                      <a:pt x="696" y="1078"/>
                    </a:lnTo>
                    <a:lnTo>
                      <a:pt x="670" y="1078"/>
                    </a:lnTo>
                    <a:lnTo>
                      <a:pt x="637" y="1076"/>
                    </a:lnTo>
                    <a:lnTo>
                      <a:pt x="601" y="1074"/>
                    </a:lnTo>
                    <a:lnTo>
                      <a:pt x="561" y="1071"/>
                    </a:lnTo>
                    <a:lnTo>
                      <a:pt x="521" y="1068"/>
                    </a:lnTo>
                    <a:lnTo>
                      <a:pt x="521" y="1408"/>
                    </a:lnTo>
                    <a:lnTo>
                      <a:pt x="692" y="1447"/>
                    </a:lnTo>
                    <a:lnTo>
                      <a:pt x="692" y="1544"/>
                    </a:lnTo>
                    <a:lnTo>
                      <a:pt x="18" y="1544"/>
                    </a:lnTo>
                    <a:lnTo>
                      <a:pt x="18" y="1447"/>
                    </a:lnTo>
                    <a:lnTo>
                      <a:pt x="171" y="1408"/>
                    </a:lnTo>
                    <a:lnTo>
                      <a:pt x="171" y="229"/>
                    </a:lnTo>
                    <a:lnTo>
                      <a:pt x="0" y="229"/>
                    </a:lnTo>
                    <a:lnTo>
                      <a:pt x="0" y="128"/>
                    </a:lnTo>
                    <a:lnTo>
                      <a:pt x="413" y="3"/>
                    </a:lnTo>
                    <a:close/>
                    <a:moveTo>
                      <a:pt x="3711" y="0"/>
                    </a:moveTo>
                    <a:lnTo>
                      <a:pt x="3770" y="3"/>
                    </a:lnTo>
                    <a:lnTo>
                      <a:pt x="3825" y="9"/>
                    </a:lnTo>
                    <a:lnTo>
                      <a:pt x="3876" y="20"/>
                    </a:lnTo>
                    <a:lnTo>
                      <a:pt x="3923" y="34"/>
                    </a:lnTo>
                    <a:lnTo>
                      <a:pt x="3965" y="53"/>
                    </a:lnTo>
                    <a:lnTo>
                      <a:pt x="4004" y="75"/>
                    </a:lnTo>
                    <a:lnTo>
                      <a:pt x="4036" y="100"/>
                    </a:lnTo>
                    <a:lnTo>
                      <a:pt x="4064" y="129"/>
                    </a:lnTo>
                    <a:lnTo>
                      <a:pt x="4086" y="160"/>
                    </a:lnTo>
                    <a:lnTo>
                      <a:pt x="4103" y="194"/>
                    </a:lnTo>
                    <a:lnTo>
                      <a:pt x="4113" y="232"/>
                    </a:lnTo>
                    <a:lnTo>
                      <a:pt x="4117" y="271"/>
                    </a:lnTo>
                    <a:lnTo>
                      <a:pt x="4114" y="304"/>
                    </a:lnTo>
                    <a:lnTo>
                      <a:pt x="4105" y="334"/>
                    </a:lnTo>
                    <a:lnTo>
                      <a:pt x="4091" y="362"/>
                    </a:lnTo>
                    <a:lnTo>
                      <a:pt x="4074" y="387"/>
                    </a:lnTo>
                    <a:lnTo>
                      <a:pt x="4051" y="407"/>
                    </a:lnTo>
                    <a:lnTo>
                      <a:pt x="4025" y="423"/>
                    </a:lnTo>
                    <a:lnTo>
                      <a:pt x="3995" y="436"/>
                    </a:lnTo>
                    <a:lnTo>
                      <a:pt x="3961" y="443"/>
                    </a:lnTo>
                    <a:lnTo>
                      <a:pt x="3925" y="446"/>
                    </a:lnTo>
                    <a:lnTo>
                      <a:pt x="3891" y="444"/>
                    </a:lnTo>
                    <a:lnTo>
                      <a:pt x="3859" y="438"/>
                    </a:lnTo>
                    <a:lnTo>
                      <a:pt x="3826" y="428"/>
                    </a:lnTo>
                    <a:lnTo>
                      <a:pt x="3792" y="413"/>
                    </a:lnTo>
                    <a:lnTo>
                      <a:pt x="3757" y="394"/>
                    </a:lnTo>
                    <a:lnTo>
                      <a:pt x="3757" y="114"/>
                    </a:lnTo>
                    <a:lnTo>
                      <a:pt x="3711" y="125"/>
                    </a:lnTo>
                    <a:lnTo>
                      <a:pt x="3668" y="140"/>
                    </a:lnTo>
                    <a:lnTo>
                      <a:pt x="3631" y="162"/>
                    </a:lnTo>
                    <a:lnTo>
                      <a:pt x="3597" y="187"/>
                    </a:lnTo>
                    <a:lnTo>
                      <a:pt x="3568" y="218"/>
                    </a:lnTo>
                    <a:lnTo>
                      <a:pt x="3543" y="253"/>
                    </a:lnTo>
                    <a:lnTo>
                      <a:pt x="3523" y="294"/>
                    </a:lnTo>
                    <a:lnTo>
                      <a:pt x="3508" y="339"/>
                    </a:lnTo>
                    <a:lnTo>
                      <a:pt x="3497" y="391"/>
                    </a:lnTo>
                    <a:lnTo>
                      <a:pt x="3489" y="447"/>
                    </a:lnTo>
                    <a:lnTo>
                      <a:pt x="3487" y="507"/>
                    </a:lnTo>
                    <a:lnTo>
                      <a:pt x="3489" y="565"/>
                    </a:lnTo>
                    <a:lnTo>
                      <a:pt x="3497" y="617"/>
                    </a:lnTo>
                    <a:lnTo>
                      <a:pt x="3509" y="667"/>
                    </a:lnTo>
                    <a:lnTo>
                      <a:pt x="3526" y="712"/>
                    </a:lnTo>
                    <a:lnTo>
                      <a:pt x="3547" y="753"/>
                    </a:lnTo>
                    <a:lnTo>
                      <a:pt x="3571" y="790"/>
                    </a:lnTo>
                    <a:lnTo>
                      <a:pt x="3600" y="821"/>
                    </a:lnTo>
                    <a:lnTo>
                      <a:pt x="3632" y="847"/>
                    </a:lnTo>
                    <a:lnTo>
                      <a:pt x="3668" y="869"/>
                    </a:lnTo>
                    <a:lnTo>
                      <a:pt x="3707" y="885"/>
                    </a:lnTo>
                    <a:lnTo>
                      <a:pt x="3750" y="894"/>
                    </a:lnTo>
                    <a:lnTo>
                      <a:pt x="3795" y="897"/>
                    </a:lnTo>
                    <a:lnTo>
                      <a:pt x="3821" y="896"/>
                    </a:lnTo>
                    <a:lnTo>
                      <a:pt x="3847" y="894"/>
                    </a:lnTo>
                    <a:lnTo>
                      <a:pt x="3874" y="889"/>
                    </a:lnTo>
                    <a:lnTo>
                      <a:pt x="3901" y="881"/>
                    </a:lnTo>
                    <a:lnTo>
                      <a:pt x="3931" y="872"/>
                    </a:lnTo>
                    <a:lnTo>
                      <a:pt x="3964" y="861"/>
                    </a:lnTo>
                    <a:lnTo>
                      <a:pt x="3999" y="846"/>
                    </a:lnTo>
                    <a:lnTo>
                      <a:pt x="4036" y="830"/>
                    </a:lnTo>
                    <a:lnTo>
                      <a:pt x="4079" y="810"/>
                    </a:lnTo>
                    <a:lnTo>
                      <a:pt x="4127" y="787"/>
                    </a:lnTo>
                    <a:lnTo>
                      <a:pt x="4127" y="976"/>
                    </a:lnTo>
                    <a:lnTo>
                      <a:pt x="4069" y="1001"/>
                    </a:lnTo>
                    <a:lnTo>
                      <a:pt x="4016" y="1024"/>
                    </a:lnTo>
                    <a:lnTo>
                      <a:pt x="3966" y="1041"/>
                    </a:lnTo>
                    <a:lnTo>
                      <a:pt x="3919" y="1058"/>
                    </a:lnTo>
                    <a:lnTo>
                      <a:pt x="3874" y="1070"/>
                    </a:lnTo>
                    <a:lnTo>
                      <a:pt x="3830" y="1080"/>
                    </a:lnTo>
                    <a:lnTo>
                      <a:pt x="3786" y="1086"/>
                    </a:lnTo>
                    <a:lnTo>
                      <a:pt x="3742" y="1091"/>
                    </a:lnTo>
                    <a:lnTo>
                      <a:pt x="3697" y="1094"/>
                    </a:lnTo>
                    <a:lnTo>
                      <a:pt x="3651" y="1095"/>
                    </a:lnTo>
                    <a:lnTo>
                      <a:pt x="3588" y="1093"/>
                    </a:lnTo>
                    <a:lnTo>
                      <a:pt x="3530" y="1086"/>
                    </a:lnTo>
                    <a:lnTo>
                      <a:pt x="3476" y="1075"/>
                    </a:lnTo>
                    <a:lnTo>
                      <a:pt x="3426" y="1060"/>
                    </a:lnTo>
                    <a:lnTo>
                      <a:pt x="3378" y="1039"/>
                    </a:lnTo>
                    <a:lnTo>
                      <a:pt x="3334" y="1014"/>
                    </a:lnTo>
                    <a:lnTo>
                      <a:pt x="3294" y="984"/>
                    </a:lnTo>
                    <a:lnTo>
                      <a:pt x="3255" y="947"/>
                    </a:lnTo>
                    <a:lnTo>
                      <a:pt x="3219" y="907"/>
                    </a:lnTo>
                    <a:lnTo>
                      <a:pt x="3188" y="865"/>
                    </a:lnTo>
                    <a:lnTo>
                      <a:pt x="3162" y="820"/>
                    </a:lnTo>
                    <a:lnTo>
                      <a:pt x="3140" y="772"/>
                    </a:lnTo>
                    <a:lnTo>
                      <a:pt x="3124" y="722"/>
                    </a:lnTo>
                    <a:lnTo>
                      <a:pt x="3111" y="670"/>
                    </a:lnTo>
                    <a:lnTo>
                      <a:pt x="3104" y="616"/>
                    </a:lnTo>
                    <a:lnTo>
                      <a:pt x="3101" y="561"/>
                    </a:lnTo>
                    <a:lnTo>
                      <a:pt x="3105" y="494"/>
                    </a:lnTo>
                    <a:lnTo>
                      <a:pt x="3115" y="433"/>
                    </a:lnTo>
                    <a:lnTo>
                      <a:pt x="3130" y="373"/>
                    </a:lnTo>
                    <a:lnTo>
                      <a:pt x="3153" y="318"/>
                    </a:lnTo>
                    <a:lnTo>
                      <a:pt x="3179" y="267"/>
                    </a:lnTo>
                    <a:lnTo>
                      <a:pt x="3213" y="219"/>
                    </a:lnTo>
                    <a:lnTo>
                      <a:pt x="3250" y="175"/>
                    </a:lnTo>
                    <a:lnTo>
                      <a:pt x="3293" y="135"/>
                    </a:lnTo>
                    <a:lnTo>
                      <a:pt x="3341" y="102"/>
                    </a:lnTo>
                    <a:lnTo>
                      <a:pt x="3392" y="72"/>
                    </a:lnTo>
                    <a:lnTo>
                      <a:pt x="3448" y="47"/>
                    </a:lnTo>
                    <a:lnTo>
                      <a:pt x="3508" y="27"/>
                    </a:lnTo>
                    <a:lnTo>
                      <a:pt x="3573" y="12"/>
                    </a:lnTo>
                    <a:lnTo>
                      <a:pt x="3640" y="3"/>
                    </a:lnTo>
                    <a:lnTo>
                      <a:pt x="3711" y="0"/>
                    </a:lnTo>
                    <a:close/>
                    <a:moveTo>
                      <a:pt x="2910" y="0"/>
                    </a:moveTo>
                    <a:lnTo>
                      <a:pt x="2948" y="4"/>
                    </a:lnTo>
                    <a:lnTo>
                      <a:pt x="2983" y="14"/>
                    </a:lnTo>
                    <a:lnTo>
                      <a:pt x="3014" y="30"/>
                    </a:lnTo>
                    <a:lnTo>
                      <a:pt x="3040" y="52"/>
                    </a:lnTo>
                    <a:lnTo>
                      <a:pt x="3063" y="78"/>
                    </a:lnTo>
                    <a:lnTo>
                      <a:pt x="3079" y="109"/>
                    </a:lnTo>
                    <a:lnTo>
                      <a:pt x="3089" y="142"/>
                    </a:lnTo>
                    <a:lnTo>
                      <a:pt x="3093" y="178"/>
                    </a:lnTo>
                    <a:lnTo>
                      <a:pt x="3091" y="203"/>
                    </a:lnTo>
                    <a:lnTo>
                      <a:pt x="3088" y="227"/>
                    </a:lnTo>
                    <a:lnTo>
                      <a:pt x="3081" y="252"/>
                    </a:lnTo>
                    <a:lnTo>
                      <a:pt x="3071" y="277"/>
                    </a:lnTo>
                    <a:lnTo>
                      <a:pt x="3060" y="303"/>
                    </a:lnTo>
                    <a:lnTo>
                      <a:pt x="3044" y="331"/>
                    </a:lnTo>
                    <a:lnTo>
                      <a:pt x="3025" y="361"/>
                    </a:lnTo>
                    <a:lnTo>
                      <a:pt x="3004" y="393"/>
                    </a:lnTo>
                    <a:lnTo>
                      <a:pt x="2978" y="429"/>
                    </a:lnTo>
                    <a:lnTo>
                      <a:pt x="2948" y="468"/>
                    </a:lnTo>
                    <a:lnTo>
                      <a:pt x="2914" y="512"/>
                    </a:lnTo>
                    <a:lnTo>
                      <a:pt x="2876" y="561"/>
                    </a:lnTo>
                    <a:lnTo>
                      <a:pt x="2472" y="1078"/>
                    </a:lnTo>
                    <a:lnTo>
                      <a:pt x="2182" y="1078"/>
                    </a:lnTo>
                    <a:lnTo>
                      <a:pt x="2182" y="424"/>
                    </a:lnTo>
                    <a:lnTo>
                      <a:pt x="1784" y="1078"/>
                    </a:lnTo>
                    <a:lnTo>
                      <a:pt x="1518" y="1078"/>
                    </a:lnTo>
                    <a:lnTo>
                      <a:pt x="1518" y="234"/>
                    </a:lnTo>
                    <a:lnTo>
                      <a:pt x="1313" y="214"/>
                    </a:lnTo>
                    <a:lnTo>
                      <a:pt x="1313" y="118"/>
                    </a:lnTo>
                    <a:lnTo>
                      <a:pt x="1690" y="25"/>
                    </a:lnTo>
                    <a:lnTo>
                      <a:pt x="1832" y="25"/>
                    </a:lnTo>
                    <a:lnTo>
                      <a:pt x="1832" y="713"/>
                    </a:lnTo>
                    <a:lnTo>
                      <a:pt x="2247" y="25"/>
                    </a:lnTo>
                    <a:lnTo>
                      <a:pt x="2497" y="25"/>
                    </a:lnTo>
                    <a:lnTo>
                      <a:pt x="2497" y="822"/>
                    </a:lnTo>
                    <a:lnTo>
                      <a:pt x="2759" y="473"/>
                    </a:lnTo>
                    <a:lnTo>
                      <a:pt x="2759" y="62"/>
                    </a:lnTo>
                    <a:lnTo>
                      <a:pt x="2779" y="44"/>
                    </a:lnTo>
                    <a:lnTo>
                      <a:pt x="2806" y="27"/>
                    </a:lnTo>
                    <a:lnTo>
                      <a:pt x="2837" y="13"/>
                    </a:lnTo>
                    <a:lnTo>
                      <a:pt x="2872" y="4"/>
                    </a:lnTo>
                    <a:lnTo>
                      <a:pt x="29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l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GB" sz="1350" dirty="0">
                  <a:solidFill>
                    <a:srgbClr val="000000"/>
                  </a:solidFill>
                  <a:latin typeface="Arial"/>
                  <a:ea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2644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 userDrawn="1"/>
        </p:nvGrpSpPr>
        <p:grpSpPr bwMode="gray">
          <a:xfrm>
            <a:off x="1752601" y="1"/>
            <a:ext cx="7391400" cy="4632007"/>
            <a:chOff x="19140488" y="13674"/>
            <a:chExt cx="7443798" cy="6145827"/>
          </a:xfrm>
        </p:grpSpPr>
        <p:sp>
          <p:nvSpPr>
            <p:cNvPr id="35" name="Rectangle 17"/>
            <p:cNvSpPr>
              <a:spLocks noChangeArrowheads="1"/>
            </p:cNvSpPr>
            <p:nvPr/>
          </p:nvSpPr>
          <p:spPr bwMode="gray">
            <a:xfrm>
              <a:off x="19140488" y="4188799"/>
              <a:ext cx="2302206" cy="1970702"/>
            </a:xfrm>
            <a:prstGeom prst="rect">
              <a:avLst/>
            </a:prstGeom>
            <a:solidFill>
              <a:srgbClr val="9A170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36" name="Rectangle 7"/>
            <p:cNvSpPr>
              <a:spLocks noChangeArrowheads="1"/>
            </p:cNvSpPr>
            <p:nvPr/>
          </p:nvSpPr>
          <p:spPr bwMode="gray">
            <a:xfrm>
              <a:off x="25663403" y="4032250"/>
              <a:ext cx="920883" cy="2127250"/>
            </a:xfrm>
            <a:prstGeom prst="rect">
              <a:avLst/>
            </a:prstGeom>
            <a:solidFill>
              <a:srgbClr val="F3BE2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37" name="Rectangle 8"/>
            <p:cNvSpPr>
              <a:spLocks noChangeArrowheads="1"/>
            </p:cNvSpPr>
            <p:nvPr/>
          </p:nvSpPr>
          <p:spPr bwMode="gray">
            <a:xfrm>
              <a:off x="25049482" y="2899477"/>
              <a:ext cx="734694" cy="1289321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42" name="Rectangle 9"/>
            <p:cNvSpPr>
              <a:spLocks noChangeArrowheads="1"/>
            </p:cNvSpPr>
            <p:nvPr/>
          </p:nvSpPr>
          <p:spPr bwMode="gray">
            <a:xfrm>
              <a:off x="25049482" y="4032250"/>
              <a:ext cx="734693" cy="2127250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43" name="Rectangle 11"/>
            <p:cNvSpPr>
              <a:spLocks noChangeArrowheads="1"/>
            </p:cNvSpPr>
            <p:nvPr/>
          </p:nvSpPr>
          <p:spPr bwMode="gray">
            <a:xfrm>
              <a:off x="24665780" y="706365"/>
              <a:ext cx="477045" cy="2263848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44" name="Rectangle 12"/>
            <p:cNvSpPr>
              <a:spLocks noChangeArrowheads="1"/>
            </p:cNvSpPr>
            <p:nvPr/>
          </p:nvSpPr>
          <p:spPr bwMode="gray">
            <a:xfrm>
              <a:off x="24665780" y="2899478"/>
              <a:ext cx="477045" cy="1289321"/>
            </a:xfrm>
            <a:prstGeom prst="rect">
              <a:avLst/>
            </a:prstGeom>
            <a:solidFill>
              <a:srgbClr val="DB4D5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48" name="Rectangle 13"/>
            <p:cNvSpPr>
              <a:spLocks noChangeArrowheads="1"/>
            </p:cNvSpPr>
            <p:nvPr/>
          </p:nvSpPr>
          <p:spPr bwMode="gray">
            <a:xfrm>
              <a:off x="24665780" y="4032250"/>
              <a:ext cx="477045" cy="2127250"/>
            </a:xfrm>
            <a:prstGeom prst="rect">
              <a:avLst/>
            </a:prstGeom>
            <a:solidFill>
              <a:srgbClr val="D13A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49" name="Rectangle 14"/>
            <p:cNvSpPr>
              <a:spLocks noChangeArrowheads="1"/>
            </p:cNvSpPr>
            <p:nvPr/>
          </p:nvSpPr>
          <p:spPr bwMode="gray">
            <a:xfrm>
              <a:off x="19140488" y="669925"/>
              <a:ext cx="5662612" cy="2300288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50" name="Rectangle 15"/>
            <p:cNvSpPr>
              <a:spLocks noChangeArrowheads="1"/>
            </p:cNvSpPr>
            <p:nvPr/>
          </p:nvSpPr>
          <p:spPr bwMode="gray">
            <a:xfrm>
              <a:off x="19140488" y="2899478"/>
              <a:ext cx="5662612" cy="1289321"/>
            </a:xfrm>
            <a:prstGeom prst="rect">
              <a:avLst/>
            </a:prstGeom>
            <a:solidFill>
              <a:srgbClr val="CD2F1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51" name="Freeform 16"/>
            <p:cNvSpPr>
              <a:spLocks/>
            </p:cNvSpPr>
            <p:nvPr/>
          </p:nvSpPr>
          <p:spPr bwMode="gray">
            <a:xfrm>
              <a:off x="19140488" y="4032250"/>
              <a:ext cx="5662612" cy="21272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7" y="0"/>
                </a:cxn>
                <a:cxn ang="0">
                  <a:pos x="3567" y="1340"/>
                </a:cxn>
                <a:cxn ang="0">
                  <a:pos x="1372" y="1340"/>
                </a:cxn>
                <a:cxn ang="0">
                  <a:pos x="1372" y="181"/>
                </a:cxn>
                <a:cxn ang="0">
                  <a:pos x="0" y="181"/>
                </a:cxn>
                <a:cxn ang="0">
                  <a:pos x="0" y="0"/>
                </a:cxn>
              </a:cxnLst>
              <a:rect l="0" t="0" r="r" b="b"/>
              <a:pathLst>
                <a:path w="3567" h="1340">
                  <a:moveTo>
                    <a:pt x="0" y="0"/>
                  </a:moveTo>
                  <a:lnTo>
                    <a:pt x="3567" y="0"/>
                  </a:lnTo>
                  <a:lnTo>
                    <a:pt x="3567" y="1340"/>
                  </a:lnTo>
                  <a:lnTo>
                    <a:pt x="1372" y="1340"/>
                  </a:lnTo>
                  <a:lnTo>
                    <a:pt x="1372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52" name="Rectangle 10"/>
            <p:cNvSpPr>
              <a:spLocks noChangeArrowheads="1"/>
            </p:cNvSpPr>
            <p:nvPr/>
          </p:nvSpPr>
          <p:spPr bwMode="gray">
            <a:xfrm>
              <a:off x="19140488" y="13674"/>
              <a:ext cx="5662612" cy="692692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</p:grpSp>
      <p:sp>
        <p:nvSpPr>
          <p:cNvPr id="31" name="Picture Placeholder 76"/>
          <p:cNvSpPr>
            <a:spLocks noGrp="1"/>
          </p:cNvSpPr>
          <p:nvPr>
            <p:ph type="pic" sz="quarter" idx="13"/>
          </p:nvPr>
        </p:nvSpPr>
        <p:spPr>
          <a:xfrm>
            <a:off x="609601" y="2286000"/>
            <a:ext cx="914400" cy="571500"/>
          </a:xfrm>
        </p:spPr>
        <p:txBody>
          <a:bodyPr/>
          <a:lstStyle>
            <a:lvl1pPr>
              <a:defRPr sz="1050"/>
            </a:lvl1pPr>
          </a:lstStyle>
          <a:p>
            <a:r>
              <a:rPr lang="en-US" noProof="0" dirty="0"/>
              <a:t>Click icon to add picture</a:t>
            </a:r>
            <a:endParaRPr lang="en-CA" noProof="0" dirty="0"/>
          </a:p>
        </p:txBody>
      </p:sp>
      <p:grpSp>
        <p:nvGrpSpPr>
          <p:cNvPr id="3" name="Group 31"/>
          <p:cNvGrpSpPr/>
          <p:nvPr/>
        </p:nvGrpSpPr>
        <p:grpSpPr>
          <a:xfrm>
            <a:off x="489086" y="2176273"/>
            <a:ext cx="1209752" cy="113414"/>
            <a:chOff x="489087" y="2521685"/>
            <a:chExt cx="1209752" cy="151219"/>
          </a:xfrm>
        </p:grpSpPr>
        <p:cxnSp>
          <p:nvCxnSpPr>
            <p:cNvPr id="33" name="Straight Connector 32"/>
            <p:cNvCxnSpPr/>
            <p:nvPr userDrawn="1"/>
          </p:nvCxnSpPr>
          <p:spPr>
            <a:xfrm rot="10800000">
              <a:off x="489087" y="2521686"/>
              <a:ext cx="1209752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 rot="5400000">
              <a:off x="413478" y="2597295"/>
              <a:ext cx="151219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895476" y="628650"/>
            <a:ext cx="5343525" cy="6858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400" b="1" i="1" baseline="0"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Click to add the presentation’s main title</a:t>
            </a:r>
          </a:p>
        </p:txBody>
      </p:sp>
      <p:sp>
        <p:nvSpPr>
          <p:cNvPr id="46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895476" y="1371600"/>
            <a:ext cx="5343525" cy="6858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350">
                <a:solidFill>
                  <a:schemeClr val="bg1"/>
                </a:solidFill>
                <a:latin typeface="+mj-lt"/>
              </a:defRPr>
            </a:lvl2pPr>
            <a:lvl3pPr marL="3429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3pPr>
            <a:lvl4pPr marL="6858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4pPr>
            <a:lvl5pPr marL="10287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5pPr>
            <a:lvl6pPr marL="13716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6pPr>
            <a:lvl7pPr marL="17145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7pPr>
            <a:lvl8pPr marL="20574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8pPr>
            <a:lvl9pPr marL="24003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CA" noProof="0"/>
              <a:t>Subtitle and date (move higher if title is only one line)</a:t>
            </a:r>
            <a:endParaRPr lang="en-CA" noProof="0" dirty="0"/>
          </a:p>
        </p:txBody>
      </p:sp>
      <p:sp>
        <p:nvSpPr>
          <p:cNvPr id="47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895475" y="281178"/>
            <a:ext cx="4105656" cy="109728"/>
          </a:xfrm>
        </p:spPr>
        <p:txBody>
          <a:bodyPr/>
          <a:lstStyle>
            <a:lvl1pPr>
              <a:defRPr sz="825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CA" noProof="0"/>
              <a:t>www.pwc.com</a:t>
            </a:r>
          </a:p>
        </p:txBody>
      </p:sp>
      <p:grpSp>
        <p:nvGrpSpPr>
          <p:cNvPr id="96" name="Group 32"/>
          <p:cNvGrpSpPr/>
          <p:nvPr/>
        </p:nvGrpSpPr>
        <p:grpSpPr>
          <a:xfrm>
            <a:off x="968592" y="4628244"/>
            <a:ext cx="914400" cy="400109"/>
            <a:chOff x="518032" y="978681"/>
            <a:chExt cx="4572000" cy="2667393"/>
          </a:xfrm>
        </p:grpSpPr>
        <p:sp>
          <p:nvSpPr>
            <p:cNvPr id="97" name="Rectangle 37"/>
            <p:cNvSpPr>
              <a:spLocks noChangeArrowheads="1"/>
            </p:cNvSpPr>
            <p:nvPr userDrawn="1"/>
          </p:nvSpPr>
          <p:spPr bwMode="black">
            <a:xfrm>
              <a:off x="3295650" y="978681"/>
              <a:ext cx="1143000" cy="263229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98" name="Freeform 7"/>
            <p:cNvSpPr>
              <a:spLocks noEditPoints="1"/>
            </p:cNvSpPr>
            <p:nvPr userDrawn="1"/>
          </p:nvSpPr>
          <p:spPr bwMode="black">
            <a:xfrm>
              <a:off x="518032" y="1922794"/>
              <a:ext cx="4572000" cy="172328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77202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 userDrawn="1"/>
        </p:nvGrpSpPr>
        <p:grpSpPr bwMode="gray">
          <a:xfrm>
            <a:off x="1752601" y="1"/>
            <a:ext cx="7391400" cy="4632007"/>
            <a:chOff x="19140488" y="13674"/>
            <a:chExt cx="7443798" cy="6145827"/>
          </a:xfrm>
        </p:grpSpPr>
        <p:sp>
          <p:nvSpPr>
            <p:cNvPr id="28" name="Rectangle 17"/>
            <p:cNvSpPr>
              <a:spLocks noChangeArrowheads="1"/>
            </p:cNvSpPr>
            <p:nvPr/>
          </p:nvSpPr>
          <p:spPr bwMode="gray">
            <a:xfrm>
              <a:off x="19140488" y="4188799"/>
              <a:ext cx="2302206" cy="1970702"/>
            </a:xfrm>
            <a:prstGeom prst="rect">
              <a:avLst/>
            </a:prstGeom>
            <a:solidFill>
              <a:srgbClr val="9A170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29" name="Rectangle 7"/>
            <p:cNvSpPr>
              <a:spLocks noChangeArrowheads="1"/>
            </p:cNvSpPr>
            <p:nvPr/>
          </p:nvSpPr>
          <p:spPr bwMode="gray">
            <a:xfrm>
              <a:off x="25663403" y="4032250"/>
              <a:ext cx="920883" cy="2127250"/>
            </a:xfrm>
            <a:prstGeom prst="rect">
              <a:avLst/>
            </a:prstGeom>
            <a:solidFill>
              <a:srgbClr val="F3BE2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30" name="Rectangle 8"/>
            <p:cNvSpPr>
              <a:spLocks noChangeArrowheads="1"/>
            </p:cNvSpPr>
            <p:nvPr/>
          </p:nvSpPr>
          <p:spPr bwMode="gray">
            <a:xfrm>
              <a:off x="25049482" y="2899477"/>
              <a:ext cx="734694" cy="1289321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31" name="Rectangle 9"/>
            <p:cNvSpPr>
              <a:spLocks noChangeArrowheads="1"/>
            </p:cNvSpPr>
            <p:nvPr/>
          </p:nvSpPr>
          <p:spPr bwMode="gray">
            <a:xfrm>
              <a:off x="25049482" y="4032250"/>
              <a:ext cx="734693" cy="2127250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gray">
            <a:xfrm>
              <a:off x="24665780" y="706365"/>
              <a:ext cx="477045" cy="2263848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gray">
            <a:xfrm>
              <a:off x="24665780" y="2899478"/>
              <a:ext cx="477045" cy="1289321"/>
            </a:xfrm>
            <a:prstGeom prst="rect">
              <a:avLst/>
            </a:prstGeom>
            <a:solidFill>
              <a:srgbClr val="DB4D5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40" name="Rectangle 13"/>
            <p:cNvSpPr>
              <a:spLocks noChangeArrowheads="1"/>
            </p:cNvSpPr>
            <p:nvPr/>
          </p:nvSpPr>
          <p:spPr bwMode="gray">
            <a:xfrm>
              <a:off x="24665780" y="4032250"/>
              <a:ext cx="477045" cy="2127250"/>
            </a:xfrm>
            <a:prstGeom prst="rect">
              <a:avLst/>
            </a:prstGeom>
            <a:solidFill>
              <a:srgbClr val="D13A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41" name="Rectangle 14"/>
            <p:cNvSpPr>
              <a:spLocks noChangeArrowheads="1"/>
            </p:cNvSpPr>
            <p:nvPr/>
          </p:nvSpPr>
          <p:spPr bwMode="gray">
            <a:xfrm>
              <a:off x="19140488" y="669925"/>
              <a:ext cx="5662612" cy="2300288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42" name="Rectangle 15"/>
            <p:cNvSpPr>
              <a:spLocks noChangeArrowheads="1"/>
            </p:cNvSpPr>
            <p:nvPr/>
          </p:nvSpPr>
          <p:spPr bwMode="gray">
            <a:xfrm>
              <a:off x="19140488" y="2899478"/>
              <a:ext cx="5662612" cy="1289321"/>
            </a:xfrm>
            <a:prstGeom prst="rect">
              <a:avLst/>
            </a:prstGeom>
            <a:solidFill>
              <a:srgbClr val="CD2F1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43" name="Freeform 16"/>
            <p:cNvSpPr>
              <a:spLocks/>
            </p:cNvSpPr>
            <p:nvPr/>
          </p:nvSpPr>
          <p:spPr bwMode="gray">
            <a:xfrm>
              <a:off x="19140488" y="4032250"/>
              <a:ext cx="5662612" cy="21272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7" y="0"/>
                </a:cxn>
                <a:cxn ang="0">
                  <a:pos x="3567" y="1340"/>
                </a:cxn>
                <a:cxn ang="0">
                  <a:pos x="1372" y="1340"/>
                </a:cxn>
                <a:cxn ang="0">
                  <a:pos x="1372" y="181"/>
                </a:cxn>
                <a:cxn ang="0">
                  <a:pos x="0" y="181"/>
                </a:cxn>
                <a:cxn ang="0">
                  <a:pos x="0" y="0"/>
                </a:cxn>
              </a:cxnLst>
              <a:rect l="0" t="0" r="r" b="b"/>
              <a:pathLst>
                <a:path w="3567" h="1340">
                  <a:moveTo>
                    <a:pt x="0" y="0"/>
                  </a:moveTo>
                  <a:lnTo>
                    <a:pt x="3567" y="0"/>
                  </a:lnTo>
                  <a:lnTo>
                    <a:pt x="3567" y="1340"/>
                  </a:lnTo>
                  <a:lnTo>
                    <a:pt x="1372" y="1340"/>
                  </a:lnTo>
                  <a:lnTo>
                    <a:pt x="1372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44" name="Rectangle 10"/>
            <p:cNvSpPr>
              <a:spLocks noChangeArrowheads="1"/>
            </p:cNvSpPr>
            <p:nvPr/>
          </p:nvSpPr>
          <p:spPr bwMode="gray">
            <a:xfrm>
              <a:off x="19140488" y="13674"/>
              <a:ext cx="5662612" cy="692692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</p:grpSp>
      <p:sp>
        <p:nvSpPr>
          <p:cNvPr id="54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895476" y="628650"/>
            <a:ext cx="5343525" cy="6858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400" b="1" i="1" baseline="0"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Click to add the presentation’s main title</a:t>
            </a:r>
            <a:endParaRPr lang="en-CA" noProof="0" dirty="0"/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895476" y="1371600"/>
            <a:ext cx="5343525" cy="6858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350">
                <a:solidFill>
                  <a:schemeClr val="bg1"/>
                </a:solidFill>
                <a:latin typeface="+mj-lt"/>
              </a:defRPr>
            </a:lvl2pPr>
            <a:lvl3pPr marL="3429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3pPr>
            <a:lvl4pPr marL="6858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4pPr>
            <a:lvl5pPr marL="10287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5pPr>
            <a:lvl6pPr marL="13716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6pPr>
            <a:lvl7pPr marL="17145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7pPr>
            <a:lvl8pPr marL="20574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8pPr>
            <a:lvl9pPr marL="24003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CA" noProof="0"/>
              <a:t>Subtitle and date (move higher if title is only one line)</a:t>
            </a:r>
            <a:endParaRPr lang="en-CA" noProof="0" dirty="0"/>
          </a:p>
        </p:txBody>
      </p:sp>
      <p:sp>
        <p:nvSpPr>
          <p:cNvPr id="56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895475" y="281178"/>
            <a:ext cx="4105656" cy="109728"/>
          </a:xfrm>
        </p:spPr>
        <p:txBody>
          <a:bodyPr/>
          <a:lstStyle>
            <a:lvl1pPr>
              <a:defRPr sz="825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CA" noProof="0"/>
              <a:t>www.pwc.com</a:t>
            </a:r>
          </a:p>
        </p:txBody>
      </p:sp>
      <p:sp>
        <p:nvSpPr>
          <p:cNvPr id="17" name="Picture Placeholder 76"/>
          <p:cNvSpPr>
            <a:spLocks noGrp="1"/>
          </p:cNvSpPr>
          <p:nvPr>
            <p:ph type="pic" sz="quarter" idx="13"/>
          </p:nvPr>
        </p:nvSpPr>
        <p:spPr>
          <a:xfrm>
            <a:off x="1752600" y="2174983"/>
            <a:ext cx="6324600" cy="2454167"/>
          </a:xfrm>
        </p:spPr>
        <p:txBody>
          <a:bodyPr/>
          <a:lstStyle>
            <a:lvl1pPr>
              <a:defRPr sz="1050"/>
            </a:lvl1pPr>
          </a:lstStyle>
          <a:p>
            <a:r>
              <a:rPr lang="en-US" noProof="0" dirty="0"/>
              <a:t>Click icon to add picture</a:t>
            </a:r>
            <a:endParaRPr lang="en-CA" noProof="0" dirty="0"/>
          </a:p>
        </p:txBody>
      </p:sp>
      <p:grpSp>
        <p:nvGrpSpPr>
          <p:cNvPr id="18" name="Group 32"/>
          <p:cNvGrpSpPr/>
          <p:nvPr userDrawn="1"/>
        </p:nvGrpSpPr>
        <p:grpSpPr>
          <a:xfrm>
            <a:off x="968592" y="4628244"/>
            <a:ext cx="914400" cy="400109"/>
            <a:chOff x="518032" y="978681"/>
            <a:chExt cx="4572000" cy="2667393"/>
          </a:xfrm>
        </p:grpSpPr>
        <p:sp>
          <p:nvSpPr>
            <p:cNvPr id="19" name="Rectangle 37"/>
            <p:cNvSpPr>
              <a:spLocks noChangeArrowheads="1"/>
            </p:cNvSpPr>
            <p:nvPr userDrawn="1"/>
          </p:nvSpPr>
          <p:spPr bwMode="black">
            <a:xfrm>
              <a:off x="3295650" y="978681"/>
              <a:ext cx="1143000" cy="263229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21" name="Freeform 7"/>
            <p:cNvSpPr>
              <a:spLocks noEditPoints="1"/>
            </p:cNvSpPr>
            <p:nvPr userDrawn="1"/>
          </p:nvSpPr>
          <p:spPr bwMode="black">
            <a:xfrm>
              <a:off x="518032" y="1922794"/>
              <a:ext cx="4572000" cy="172328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23471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649"/>
          <p:cNvSpPr>
            <a:spLocks noChangeArrowheads="1"/>
          </p:cNvSpPr>
          <p:nvPr/>
        </p:nvSpPr>
        <p:spPr bwMode="gray">
          <a:xfrm>
            <a:off x="7391400" y="514351"/>
            <a:ext cx="1752600" cy="41147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en-CA" sz="1350" dirty="0">
              <a:solidFill>
                <a:srgbClr val="000000"/>
              </a:solidFill>
              <a:latin typeface="Arial"/>
              <a:ea typeface="+mn-ea"/>
            </a:endParaRPr>
          </a:p>
        </p:txBody>
      </p:sp>
      <p:sp>
        <p:nvSpPr>
          <p:cNvPr id="81" name="Rectangle 648"/>
          <p:cNvSpPr>
            <a:spLocks noChangeArrowheads="1"/>
          </p:cNvSpPr>
          <p:nvPr/>
        </p:nvSpPr>
        <p:spPr bwMode="gray">
          <a:xfrm>
            <a:off x="1752600" y="0"/>
            <a:ext cx="5638800" cy="51435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en-CA" sz="1350" dirty="0">
              <a:solidFill>
                <a:srgbClr val="000000"/>
              </a:solidFill>
              <a:latin typeface="Arial"/>
              <a:ea typeface="+mn-ea"/>
            </a:endParaRPr>
          </a:p>
        </p:txBody>
      </p:sp>
      <p:sp>
        <p:nvSpPr>
          <p:cNvPr id="83" name="Rectangle 650"/>
          <p:cNvSpPr>
            <a:spLocks noChangeArrowheads="1"/>
          </p:cNvSpPr>
          <p:nvPr/>
        </p:nvSpPr>
        <p:spPr bwMode="gray">
          <a:xfrm>
            <a:off x="1752600" y="514350"/>
            <a:ext cx="5638800" cy="4114800"/>
          </a:xfrm>
          <a:prstGeom prst="rect">
            <a:avLst/>
          </a:prstGeom>
          <a:solidFill>
            <a:schemeClr val="tx2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en-CA" sz="1350" dirty="0">
              <a:solidFill>
                <a:srgbClr val="000000"/>
              </a:solidFill>
              <a:latin typeface="Arial"/>
              <a:ea typeface="+mn-ea"/>
            </a:endParaRP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895476" y="628650"/>
            <a:ext cx="5343525" cy="6858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400" b="1" i="1" baseline="0">
                <a:solidFill>
                  <a:schemeClr val="bg1"/>
                </a:solidFill>
              </a:defRPr>
            </a:lvl1pPr>
          </a:lstStyle>
          <a:p>
            <a:r>
              <a:rPr lang="en-CA" noProof="0"/>
              <a:t>Click to add the presentation’s main title</a:t>
            </a:r>
            <a:endParaRPr lang="en-CA" noProof="0" dirty="0"/>
          </a:p>
        </p:txBody>
      </p:sp>
      <p:sp>
        <p:nvSpPr>
          <p:cNvPr id="51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895476" y="1371600"/>
            <a:ext cx="5343525" cy="6858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350">
                <a:solidFill>
                  <a:schemeClr val="bg1"/>
                </a:solidFill>
                <a:latin typeface="+mj-lt"/>
              </a:defRPr>
            </a:lvl2pPr>
            <a:lvl3pPr marL="3429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3pPr>
            <a:lvl4pPr marL="6858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4pPr>
            <a:lvl5pPr marL="10287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5pPr>
            <a:lvl6pPr marL="13716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6pPr>
            <a:lvl7pPr marL="17145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7pPr>
            <a:lvl8pPr marL="20574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8pPr>
            <a:lvl9pPr marL="2400300" indent="0" algn="l">
              <a:buNone/>
              <a:defRPr sz="135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CA" noProof="0"/>
              <a:t>Subtitle and date (move higher if title is only one line)</a:t>
            </a:r>
            <a:endParaRPr lang="en-CA" noProof="0" dirty="0"/>
          </a:p>
        </p:txBody>
      </p:sp>
      <p:sp>
        <p:nvSpPr>
          <p:cNvPr id="52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895475" y="281178"/>
            <a:ext cx="4105656" cy="109728"/>
          </a:xfrm>
        </p:spPr>
        <p:txBody>
          <a:bodyPr/>
          <a:lstStyle>
            <a:lvl1pPr>
              <a:defRPr sz="825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75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CA" noProof="0"/>
              <a:t>www.pwc.com</a:t>
            </a:r>
          </a:p>
        </p:txBody>
      </p:sp>
      <p:grpSp>
        <p:nvGrpSpPr>
          <p:cNvPr id="11" name="Group 32"/>
          <p:cNvGrpSpPr/>
          <p:nvPr userDrawn="1"/>
        </p:nvGrpSpPr>
        <p:grpSpPr>
          <a:xfrm>
            <a:off x="968592" y="4628244"/>
            <a:ext cx="914400" cy="400109"/>
            <a:chOff x="518032" y="978681"/>
            <a:chExt cx="4572000" cy="2667393"/>
          </a:xfrm>
        </p:grpSpPr>
        <p:sp>
          <p:nvSpPr>
            <p:cNvPr id="12" name="Rectangle 37"/>
            <p:cNvSpPr>
              <a:spLocks noChangeArrowheads="1"/>
            </p:cNvSpPr>
            <p:nvPr userDrawn="1"/>
          </p:nvSpPr>
          <p:spPr bwMode="black">
            <a:xfrm>
              <a:off x="3295650" y="978681"/>
              <a:ext cx="1143000" cy="263229"/>
            </a:xfrm>
            <a:prstGeom prst="rect">
              <a:avLst/>
            </a:prstGeom>
            <a:solidFill>
              <a:schemeClr val="tx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  <p:sp>
          <p:nvSpPr>
            <p:cNvPr id="13" name="Freeform 7"/>
            <p:cNvSpPr>
              <a:spLocks noEditPoints="1"/>
            </p:cNvSpPr>
            <p:nvPr userDrawn="1"/>
          </p:nvSpPr>
          <p:spPr bwMode="black">
            <a:xfrm>
              <a:off x="518032" y="1922794"/>
              <a:ext cx="4572000" cy="172328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endParaRPr lang="en-GB" sz="1350" dirty="0">
                <a:solidFill>
                  <a:srgbClr val="000000"/>
                </a:solidFill>
                <a:latin typeface="Arial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29419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14350"/>
            <a:ext cx="8077200" cy="6858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CA" noProof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4400550"/>
            <a:ext cx="4800600" cy="571500"/>
          </a:xfrm>
        </p:spPr>
        <p:txBody>
          <a:bodyPr anchor="b"/>
          <a:lstStyle>
            <a:lvl1pPr>
              <a:defRPr sz="675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CA" noProof="0"/>
              <a:t>Add legal and copyright disclaimers here.</a:t>
            </a:r>
          </a:p>
        </p:txBody>
      </p:sp>
      <p:cxnSp>
        <p:nvCxnSpPr>
          <p:cNvPr id="7" name="Shape 6"/>
          <p:cNvCxnSpPr/>
          <p:nvPr/>
        </p:nvCxnSpPr>
        <p:spPr>
          <a:xfrm rot="5400000" flipH="1" flipV="1">
            <a:off x="4438652" y="-3600450"/>
            <a:ext cx="114299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68264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148652" y="1134"/>
            <a:ext cx="4343081" cy="59042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630" tIns="40816" rIns="81630" bIns="40816" rtlCol="0" anchor="ctr"/>
          <a:lstStyle/>
          <a:p>
            <a:pPr algn="ctr"/>
            <a:endParaRPr lang="en-US" dirty="0"/>
          </a:p>
        </p:txBody>
      </p:sp>
      <p:pic>
        <p:nvPicPr>
          <p:cNvPr id="15" name="Picture 14" descr="ROGERS-BOXES-RGB.em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616" y="299482"/>
            <a:ext cx="5072017" cy="4643999"/>
          </a:xfrm>
          <a:prstGeom prst="rect">
            <a:avLst/>
          </a:prstGeom>
        </p:spPr>
      </p:pic>
      <p:pic>
        <p:nvPicPr>
          <p:cNvPr id="14" name="Picture 13" descr="ROGERS-LOGO-RGB.emf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832" y="2211117"/>
            <a:ext cx="1012168" cy="298621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1" y="4521029"/>
            <a:ext cx="4343081" cy="59042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630" tIns="40816" rIns="81630" bIns="40816" rtlCol="0" anchor="ctr"/>
          <a:lstStyle/>
          <a:p>
            <a:pPr algn="ctr"/>
            <a:endParaRPr lang="en-US" dirty="0"/>
          </a:p>
        </p:txBody>
      </p:sp>
      <p:sp>
        <p:nvSpPr>
          <p:cNvPr id="10" name="Text Box"/>
          <p:cNvSpPr>
            <a:spLocks noGrp="1"/>
          </p:cNvSpPr>
          <p:nvPr>
            <p:ph type="body" sz="quarter" idx="10" hasCustomPrompt="1"/>
          </p:nvPr>
        </p:nvSpPr>
        <p:spPr>
          <a:xfrm>
            <a:off x="5264152" y="1923323"/>
            <a:ext cx="3328988" cy="2773694"/>
          </a:xfrm>
          <a:prstGeom prst="rect">
            <a:avLst/>
          </a:prstGeom>
        </p:spPr>
        <p:txBody>
          <a:bodyPr vert="horz" lIns="81623" tIns="40811" rIns="81623" bIns="40811"/>
          <a:lstStyle>
            <a:lvl1pPr marL="0" indent="0">
              <a:spcBef>
                <a:spcPts val="507"/>
              </a:spcBef>
              <a:buFont typeface="Arial"/>
              <a:buNone/>
              <a:defRPr sz="1400" b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solidFill>
                  <a:srgbClr val="413F41"/>
                </a:solidFill>
                <a:latin typeface="Arial"/>
                <a:cs typeface="Arial"/>
              </a:rPr>
              <a:t>Committee Name</a:t>
            </a:r>
            <a:br>
              <a:rPr lang="en-US" sz="1400" dirty="0">
                <a:solidFill>
                  <a:srgbClr val="413F41"/>
                </a:solidFill>
                <a:latin typeface="Arial"/>
                <a:cs typeface="Arial"/>
              </a:rPr>
            </a:br>
            <a:r>
              <a:rPr lang="en-US" sz="2100" dirty="0">
                <a:solidFill>
                  <a:srgbClr val="DA291C"/>
                </a:solidFill>
                <a:latin typeface="Arial"/>
                <a:cs typeface="Arial"/>
              </a:rPr>
              <a:t>Cover page</a:t>
            </a:r>
          </a:p>
          <a:p>
            <a:pPr marL="0" indent="0">
              <a:spcBef>
                <a:spcPts val="600"/>
              </a:spcBef>
              <a:buFont typeface="Arial"/>
              <a:buNone/>
            </a:pPr>
            <a:endParaRPr lang="en-US" sz="1400" dirty="0">
              <a:latin typeface="Arial"/>
              <a:cs typeface="Arial"/>
            </a:endParaRPr>
          </a:p>
          <a:p>
            <a:pPr marL="0" indent="0">
              <a:spcBef>
                <a:spcPts val="600"/>
              </a:spcBef>
              <a:buFont typeface="Arial"/>
              <a:buNone/>
            </a:pPr>
            <a:r>
              <a:rPr lang="en-US" sz="1400" dirty="0">
                <a:latin typeface="Arial"/>
                <a:cs typeface="Arial"/>
              </a:rPr>
              <a:t>Presenter Name(s)</a:t>
            </a:r>
          </a:p>
          <a:p>
            <a:pPr marL="0" indent="0">
              <a:spcBef>
                <a:spcPts val="600"/>
              </a:spcBef>
              <a:buFont typeface="Arial"/>
              <a:buNone/>
            </a:pPr>
            <a:r>
              <a:rPr lang="en-US" sz="1400" dirty="0">
                <a:latin typeface="Arial"/>
                <a:cs typeface="Arial"/>
              </a:rPr>
              <a:t>Month </a:t>
            </a:r>
            <a:r>
              <a:rPr lang="en-US" sz="1400" dirty="0" err="1">
                <a:latin typeface="Arial"/>
                <a:cs typeface="Arial"/>
              </a:rPr>
              <a:t>DDth</a:t>
            </a:r>
            <a:r>
              <a:rPr lang="en-US" sz="1400" dirty="0">
                <a:latin typeface="Arial"/>
                <a:cs typeface="Arial"/>
              </a:rPr>
              <a:t>, YY</a:t>
            </a:r>
          </a:p>
          <a:p>
            <a:pPr lvl="0"/>
            <a:endParaRPr lang="en-US" dirty="0"/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925455" y="1950885"/>
            <a:ext cx="1618850" cy="1032540"/>
          </a:xfrm>
          <a:prstGeom prst="roundRect">
            <a:avLst>
              <a:gd name="adj" fmla="val 3941"/>
            </a:avLst>
          </a:prstGeom>
        </p:spPr>
        <p:txBody>
          <a:bodyPr vert="horz" lIns="96661" tIns="48331" rIns="96661" bIns="48331"/>
          <a:lstStyle>
            <a:lvl1pPr marL="0" indent="0">
              <a:buNone/>
              <a:defRPr sz="700" b="0">
                <a:latin typeface="Arial"/>
                <a:cs typeface="Arial"/>
              </a:defRPr>
            </a:lvl1pPr>
          </a:lstStyle>
          <a:p>
            <a:r>
              <a:rPr lang="en-CA" dirty="0"/>
              <a:t>Drag picture to placeholder or click icon to add</a:t>
            </a:r>
            <a:endParaRPr lang="en-US" dirty="0"/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7" hasCustomPrompt="1"/>
          </p:nvPr>
        </p:nvSpPr>
        <p:spPr>
          <a:xfrm>
            <a:off x="2598964" y="2843893"/>
            <a:ext cx="665390" cy="868629"/>
          </a:xfrm>
          <a:prstGeom prst="roundRect">
            <a:avLst>
              <a:gd name="adj" fmla="val 7545"/>
            </a:avLst>
          </a:prstGeom>
        </p:spPr>
        <p:txBody>
          <a:bodyPr vert="horz" lIns="96661" tIns="48331" rIns="96661" bIns="48331"/>
          <a:lstStyle>
            <a:lvl1pPr marL="0" indent="0">
              <a:buNone/>
              <a:defRPr sz="600" b="0">
                <a:latin typeface="Arial"/>
                <a:cs typeface="Arial"/>
              </a:defRPr>
            </a:lvl1pPr>
          </a:lstStyle>
          <a:p>
            <a:r>
              <a:rPr lang="en-CA" dirty="0"/>
              <a:t>Drag picture to placeholder or click icon to add</a:t>
            </a:r>
            <a:endParaRPr lang="en-US" dirty="0"/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8" hasCustomPrompt="1"/>
          </p:nvPr>
        </p:nvSpPr>
        <p:spPr>
          <a:xfrm>
            <a:off x="748783" y="303644"/>
            <a:ext cx="798881" cy="696314"/>
          </a:xfrm>
          <a:prstGeom prst="roundRect">
            <a:avLst>
              <a:gd name="adj" fmla="val 10948"/>
            </a:avLst>
          </a:prstGeom>
        </p:spPr>
        <p:txBody>
          <a:bodyPr vert="horz" lIns="96661" tIns="48331" rIns="96661" bIns="48331"/>
          <a:lstStyle>
            <a:lvl1pPr marL="0" indent="0">
              <a:buNone/>
              <a:defRPr sz="700" b="0" baseline="0">
                <a:latin typeface="Arial"/>
                <a:cs typeface="Arial"/>
              </a:defRPr>
            </a:lvl1pPr>
          </a:lstStyle>
          <a:p>
            <a:r>
              <a:rPr lang="en-CA" dirty="0"/>
              <a:t>Drag picture to placeholder or click icon to add</a:t>
            </a:r>
            <a:endParaRPr lang="en-US" dirty="0"/>
          </a:p>
        </p:txBody>
      </p:sp>
      <p:sp>
        <p:nvSpPr>
          <p:cNvPr id="11" name="Rounded Rectangle 10"/>
          <p:cNvSpPr/>
          <p:nvPr userDrawn="1"/>
        </p:nvSpPr>
        <p:spPr>
          <a:xfrm>
            <a:off x="733133" y="1038711"/>
            <a:ext cx="1204782" cy="850012"/>
          </a:xfrm>
          <a:prstGeom prst="roundRect">
            <a:avLst>
              <a:gd name="adj" fmla="val 838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</a:t>
            </a:r>
          </a:p>
        </p:txBody>
      </p:sp>
      <p:sp>
        <p:nvSpPr>
          <p:cNvPr id="16" name="Rounded Rectangle 15"/>
          <p:cNvSpPr/>
          <p:nvPr userDrawn="1"/>
        </p:nvSpPr>
        <p:spPr>
          <a:xfrm>
            <a:off x="202453" y="1945852"/>
            <a:ext cx="672939" cy="1043183"/>
          </a:xfrm>
          <a:prstGeom prst="roundRect">
            <a:avLst>
              <a:gd name="adj" fmla="val 8383"/>
            </a:avLst>
          </a:prstGeom>
          <a:solidFill>
            <a:srgbClr val="E4A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842372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95514748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216" imgH="216" progId="TCLayout.ActiveDocument.1">
                  <p:embed/>
                </p:oleObj>
              </mc:Choice>
              <mc:Fallback>
                <p:oleObj name="think-cell Slide" r:id="rId15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1270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  <p:sldLayoutId id="2147483917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1" y="514350"/>
            <a:ext cx="8077201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CA" noProof="0"/>
              <a:t>Click to edit</a:t>
            </a:r>
            <a:br>
              <a:rPr lang="en-CA" noProof="0"/>
            </a:br>
            <a:r>
              <a:rPr lang="en-CA" noProof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2" y="1314450"/>
            <a:ext cx="8077199" cy="33147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0352" y="4743450"/>
            <a:ext cx="5260848" cy="113157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75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CA" dirty="0">
              <a:solidFill>
                <a:srgbClr val="000000"/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5849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  <p:sldLayoutId id="2147483909" r:id="rId14"/>
    <p:sldLayoutId id="2147483910" r:id="rId15"/>
    <p:sldLayoutId id="2147483911" r:id="rId16"/>
    <p:sldLayoutId id="2147483912" r:id="rId17"/>
    <p:sldLayoutId id="2147483913" r:id="rId18"/>
    <p:sldLayoutId id="2147483914" r:id="rId19"/>
    <p:sldLayoutId id="2147483915" r:id="rId20"/>
    <p:sldLayoutId id="2147483916" r:id="rId21"/>
    <p:sldLayoutId id="2147483919" r:id="rId22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-20574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SzTx/>
        <a:buFontTx/>
        <a:buNone/>
        <a:tabLst/>
        <a:defRPr sz="1500" kern="1200">
          <a:solidFill>
            <a:schemeClr val="tx1"/>
          </a:solidFill>
          <a:latin typeface="Georgia" pitchFamily="18" charset="0"/>
          <a:ea typeface="+mn-ea"/>
          <a:cs typeface="+mn-cs"/>
        </a:defRPr>
      </a:lvl1pPr>
      <a:lvl2pPr marL="205740" indent="-20574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Georgia" pitchFamily="18" charset="0"/>
        <a:buChar char="•"/>
        <a:defRPr sz="1500" kern="1200">
          <a:solidFill>
            <a:schemeClr val="tx1"/>
          </a:solidFill>
          <a:latin typeface="Georgia" pitchFamily="18" charset="0"/>
          <a:ea typeface="+mn-ea"/>
          <a:cs typeface="+mn-cs"/>
        </a:defRPr>
      </a:lvl2pPr>
      <a:lvl3pPr marL="411480" indent="-20574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Georgia" pitchFamily="18" charset="0"/>
        <a:buChar char="-"/>
        <a:defRPr sz="1500" kern="1200">
          <a:solidFill>
            <a:schemeClr val="tx1"/>
          </a:solidFill>
          <a:latin typeface="Georgia" pitchFamily="18" charset="0"/>
          <a:ea typeface="+mn-ea"/>
          <a:cs typeface="+mn-cs"/>
        </a:defRPr>
      </a:lvl3pPr>
      <a:lvl4pPr marL="617220" indent="-20574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Georgia" pitchFamily="18" charset="0"/>
        <a:buChar char="◦"/>
        <a:defRPr sz="1500" kern="1200">
          <a:solidFill>
            <a:schemeClr val="tx1"/>
          </a:solidFill>
          <a:latin typeface="Georgia" pitchFamily="18" charset="0"/>
          <a:ea typeface="+mn-ea"/>
          <a:cs typeface="+mn-cs"/>
        </a:defRPr>
      </a:lvl4pPr>
      <a:lvl5pPr marL="822960" indent="-20574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Georgia" pitchFamily="18" charset="0"/>
        <a:buChar char="›"/>
        <a:defRPr sz="15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5pPr>
      <a:lvl6pPr marL="205740" marR="0" indent="-20574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SzPct val="100000"/>
        <a:buFont typeface="+mj-lt"/>
        <a:buAutoNum type="arabicPeriod"/>
        <a:tabLst/>
        <a:defRPr sz="15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6pPr>
      <a:lvl7pPr marL="411480" indent="-20574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SzPct val="100000"/>
        <a:buFont typeface="+mj-lt"/>
        <a:buAutoNum type="alphaLcPeriod"/>
        <a:defRPr sz="15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7pPr>
      <a:lvl8pPr marL="617220" indent="-20574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SzPct val="100000"/>
        <a:buFont typeface="+mj-lt"/>
        <a:buAutoNum type="romanLcPeriod"/>
        <a:defRPr sz="15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8pPr>
      <a:lvl9pPr marL="0" indent="-20574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 typeface="Arial" pitchFamily="34" charset="0"/>
        <a:buNone/>
        <a:defRPr sz="1500" b="1" kern="1200" baseline="0">
          <a:solidFill>
            <a:schemeClr val="tx2"/>
          </a:solidFill>
          <a:latin typeface="Georgia" pitchFamily="18" charset="0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9.w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460274" y="333676"/>
            <a:ext cx="3328988" cy="2773694"/>
          </a:xfrm>
        </p:spPr>
        <p:txBody>
          <a:bodyPr>
            <a:normAutofit fontScale="92500" lnSpcReduction="20000"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Georgia" panose="02040502050405020303" pitchFamily="18" charset="0"/>
              </a:rPr>
              <a:t>Cyber Security, Governance, Risk and Conformance</a:t>
            </a:r>
          </a:p>
          <a:p>
            <a:endParaRPr lang="en-US" sz="2100" b="1" dirty="0">
              <a:solidFill>
                <a:srgbClr val="C00000"/>
              </a:solidFill>
              <a:latin typeface="Georgia" panose="02040502050405020303" pitchFamily="18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Georgia" panose="02040502050405020303" pitchFamily="18" charset="0"/>
              </a:rPr>
              <a:t>Customer Centric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Georgia" panose="02040502050405020303" pitchFamily="18" charset="0"/>
              </a:rPr>
              <a:t>Sales Focused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Georgia" panose="02040502050405020303" pitchFamily="18" charset="0"/>
              </a:rPr>
              <a:t>Business Driven</a:t>
            </a:r>
          </a:p>
          <a:p>
            <a:pPr algn="just"/>
            <a:endParaRPr lang="en-US" b="1" dirty="0">
              <a:latin typeface="Georgia" panose="02040502050405020303" pitchFamily="18" charset="0"/>
            </a:endParaRPr>
          </a:p>
          <a:p>
            <a:pPr algn="just"/>
            <a:r>
              <a:rPr lang="en-US" b="1" dirty="0">
                <a:latin typeface="Georgia" panose="02040502050405020303" pitchFamily="18" charset="0"/>
              </a:rPr>
              <a:t>Presenters: </a:t>
            </a:r>
          </a:p>
          <a:p>
            <a:pPr algn="just"/>
            <a:r>
              <a:rPr lang="en-US" b="1" dirty="0">
                <a:latin typeface="Georgia" panose="02040502050405020303" pitchFamily="18" charset="0"/>
              </a:rPr>
              <a:t>Khalid Bin Waleed</a:t>
            </a:r>
          </a:p>
          <a:p>
            <a:pPr algn="just"/>
            <a:r>
              <a:rPr lang="en-US" b="1" dirty="0">
                <a:latin typeface="Georgia" panose="02040502050405020303" pitchFamily="18" charset="0"/>
              </a:rPr>
              <a:t>Diploma in AIOPS</a:t>
            </a:r>
          </a:p>
          <a:p>
            <a:pPr algn="just"/>
            <a:r>
              <a:rPr lang="en-US" b="1" dirty="0">
                <a:latin typeface="Georgia" panose="02040502050405020303" pitchFamily="18" charset="0"/>
              </a:rPr>
              <a:t>EduQual Level 6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92" y="2053525"/>
            <a:ext cx="1284398" cy="83990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68" y="333676"/>
            <a:ext cx="740440" cy="64271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36" y="3146156"/>
            <a:ext cx="649463" cy="5834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9902" y="1942816"/>
            <a:ext cx="1319228" cy="125786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034" y="3853143"/>
            <a:ext cx="1234547" cy="121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823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8157" y="338252"/>
            <a:ext cx="24881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Georgia" panose="02040502050405020303" pitchFamily="18" charset="0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1093" y="1239285"/>
            <a:ext cx="62992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  <a:latin typeface="Georgia" panose="02040502050405020303" pitchFamily="18" charset="0"/>
              </a:rPr>
              <a:t>Goal statement  </a:t>
            </a:r>
            <a:endParaRPr lang="en-US" sz="11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Georgia" panose="02040502050405020303" pitchFamily="18" charset="0"/>
              </a:rPr>
              <a:t>Additional Benefits = increased Operations Maturity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Georgia" panose="02040502050405020303" pitchFamily="18" charset="0"/>
              </a:rPr>
              <a:t>Value of the Unified Integrated Management System framework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Georgia" panose="02040502050405020303" pitchFamily="18" charset="0"/>
              </a:rPr>
              <a:t>Operating as ONE	</a:t>
            </a:r>
          </a:p>
          <a:p>
            <a:pPr algn="l"/>
            <a:endParaRPr lang="en-US" sz="11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l"/>
            <a:endParaRPr lang="en-US" sz="11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66322" y="390825"/>
            <a:ext cx="340" cy="162967"/>
          </a:xfrm>
          <a:prstGeom prst="line">
            <a:avLst/>
          </a:prstGeom>
          <a:ln w="12700">
            <a:solidFill>
              <a:srgbClr val="CF1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59882" y="392278"/>
            <a:ext cx="6948493" cy="0"/>
          </a:xfrm>
          <a:prstGeom prst="line">
            <a:avLst/>
          </a:prstGeom>
          <a:ln w="12700">
            <a:solidFill>
              <a:srgbClr val="CF1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518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794241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16" imgH="216" progId="TCLayout.ActiveDocument.1">
                  <p:embed/>
                </p:oleObj>
              </mc:Choice>
              <mc:Fallback>
                <p:oleObj name="think-cell Slide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708660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F1C7FA9-1121-4DCE-9659-A0255C51C0D0}" type="slidenum">
              <a:rPr lang="en-CA" smtClean="0"/>
              <a:t>3</a:t>
            </a:fld>
            <a:endParaRPr lang="en-CA" dirty="0"/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319661" y="384024"/>
            <a:ext cx="2547273" cy="39039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CA" sz="2000" b="1" dirty="0">
                <a:latin typeface="Georgia" panose="02040502050405020303" pitchFamily="18" charset="0"/>
              </a:rPr>
              <a:t>Goal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805" y="789031"/>
            <a:ext cx="719854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Georgia" panose="02040502050405020303" pitchFamily="18" charset="0"/>
              </a:rPr>
              <a:t>Strengthening Acme Telco competitive position and increasing revenue with the existing client base and new customers enabled by meeting compliance requirements</a:t>
            </a:r>
          </a:p>
          <a:p>
            <a:endParaRPr lang="en-CA" sz="1800" dirty="0">
              <a:latin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751" y="1671440"/>
            <a:ext cx="2666018" cy="14877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9" name="Group 8"/>
          <p:cNvGrpSpPr/>
          <p:nvPr/>
        </p:nvGrpSpPr>
        <p:grpSpPr>
          <a:xfrm>
            <a:off x="319661" y="1649745"/>
            <a:ext cx="5384997" cy="3254440"/>
            <a:chOff x="678647" y="844710"/>
            <a:chExt cx="7678547" cy="3822982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8647" y="844710"/>
              <a:ext cx="7678547" cy="3822982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48479" y="3369798"/>
              <a:ext cx="182896" cy="312447"/>
            </a:xfrm>
            <a:prstGeom prst="rect">
              <a:avLst/>
            </a:prstGeom>
          </p:spPr>
        </p:pic>
      </p:grpSp>
      <p:sp>
        <p:nvSpPr>
          <p:cNvPr id="15" name="Title 2"/>
          <p:cNvSpPr txBox="1">
            <a:spLocks/>
          </p:cNvSpPr>
          <p:nvPr/>
        </p:nvSpPr>
        <p:spPr>
          <a:xfrm>
            <a:off x="-159551" y="4904185"/>
            <a:ext cx="958425" cy="18969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CA" sz="800" dirty="0">
                <a:latin typeface="Calibri" panose="020F0502020204030204" pitchFamily="34" charset="0"/>
              </a:rPr>
              <a:t>  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959266" y="3337645"/>
            <a:ext cx="2434107" cy="461665"/>
          </a:xfrm>
          <a:prstGeom prst="rect">
            <a:avLst/>
          </a:prstGeom>
          <a:solidFill>
            <a:srgbClr val="D11414"/>
          </a:solidFill>
          <a:ln>
            <a:solidFill>
              <a:srgbClr val="D1141E"/>
            </a:solidFill>
          </a:ln>
        </p:spPr>
        <p:txBody>
          <a:bodyPr wrap="square" rtlCol="0">
            <a:spAutoFit/>
          </a:bodyPr>
          <a:lstStyle/>
          <a:p>
            <a:r>
              <a:rPr lang="en-CA" i="1" dirty="0">
                <a:latin typeface="Georgia" panose="02040502050405020303" pitchFamily="18" charset="0"/>
              </a:rPr>
              <a:t>“The future belongs to those who prepare for it today”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60270" y="403703"/>
            <a:ext cx="340" cy="162967"/>
          </a:xfrm>
          <a:prstGeom prst="line">
            <a:avLst/>
          </a:prstGeom>
          <a:ln w="12700">
            <a:solidFill>
              <a:srgbClr val="CF1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3830" y="405156"/>
            <a:ext cx="6948493" cy="0"/>
          </a:xfrm>
          <a:prstGeom prst="line">
            <a:avLst/>
          </a:prstGeom>
          <a:ln w="12700">
            <a:solidFill>
              <a:srgbClr val="CF1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617076" y="4297679"/>
            <a:ext cx="605307" cy="222805"/>
          </a:xfrm>
          <a:prstGeom prst="ellipse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1304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0" y="4724400"/>
            <a:ext cx="3086100" cy="27463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Alignment, Accountability, Urgency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708660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F1C7FA9-1121-4DCE-9659-A0255C51C0D0}" type="slidenum">
              <a:rPr lang="en-CA" smtClean="0"/>
              <a:t>4</a:t>
            </a:fld>
            <a:endParaRPr lang="en-CA" dirty="0"/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260098" y="445771"/>
            <a:ext cx="7241846" cy="616946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CA" sz="2000" b="1" dirty="0">
                <a:latin typeface="Georgia" panose="02040502050405020303" pitchFamily="18" charset="0"/>
              </a:rPr>
              <a:t>  Additional Benefits = increased Operations Maturity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65" y="1184855"/>
            <a:ext cx="6003883" cy="38562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5693" y="1529825"/>
            <a:ext cx="1106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tx1"/>
                </a:solidFill>
              </a:rPr>
              <a:t>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29967" y="1452655"/>
            <a:ext cx="1106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tx1"/>
                </a:solidFill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1117" y="1314155"/>
            <a:ext cx="1106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tx1"/>
                </a:solidFill>
              </a:rPr>
              <a:t>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5627" y="1739159"/>
            <a:ext cx="1106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tx1"/>
                </a:solidFill>
              </a:rPr>
              <a:t>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8187" y="2544717"/>
            <a:ext cx="267408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CA" sz="1100" dirty="0">
                <a:solidFill>
                  <a:schemeClr val="tx1"/>
                </a:solidFill>
                <a:latin typeface="Georgia" panose="02040502050405020303" pitchFamily="18" charset="0"/>
              </a:rPr>
              <a:t>-From commodity  to as-a-Service</a:t>
            </a:r>
          </a:p>
          <a:p>
            <a:pPr>
              <a:spcBef>
                <a:spcPts val="600"/>
              </a:spcBef>
            </a:pPr>
            <a:r>
              <a:rPr lang="en-CA" sz="1100" dirty="0">
                <a:solidFill>
                  <a:schemeClr val="tx1"/>
                </a:solidFill>
                <a:latin typeface="Georgia" panose="02040502050405020303" pitchFamily="18" charset="0"/>
              </a:rPr>
              <a:t>XaaS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8026" y="2433251"/>
            <a:ext cx="2279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58026" y="2433251"/>
            <a:ext cx="2279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58026" y="2433251"/>
            <a:ext cx="2279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8026" y="2433251"/>
            <a:ext cx="2279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8026" y="2433251"/>
            <a:ext cx="2279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17" name="Title 2"/>
          <p:cNvSpPr txBox="1">
            <a:spLocks/>
          </p:cNvSpPr>
          <p:nvPr/>
        </p:nvSpPr>
        <p:spPr>
          <a:xfrm>
            <a:off x="-336188" y="4904189"/>
            <a:ext cx="958425" cy="18969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CA" sz="1200" dirty="0">
                <a:latin typeface="Calibri" panose="020F0502020204030204" pitchFamily="34" charset="0"/>
              </a:rPr>
              <a:t> </a:t>
            </a:r>
            <a:r>
              <a:rPr lang="en-CA" sz="800" dirty="0">
                <a:latin typeface="Calibri" panose="020F0502020204030204" pitchFamily="34" charset="0"/>
              </a:rPr>
              <a:t> 2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398905" y="403703"/>
            <a:ext cx="340" cy="162967"/>
          </a:xfrm>
          <a:prstGeom prst="line">
            <a:avLst/>
          </a:prstGeom>
          <a:ln w="12700">
            <a:solidFill>
              <a:srgbClr val="CF1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92465" y="405156"/>
            <a:ext cx="6948493" cy="0"/>
          </a:xfrm>
          <a:prstGeom prst="line">
            <a:avLst/>
          </a:prstGeom>
          <a:ln w="12700">
            <a:solidFill>
              <a:srgbClr val="CF1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062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644" y="521035"/>
            <a:ext cx="8077200" cy="685800"/>
          </a:xfrm>
        </p:spPr>
        <p:txBody>
          <a:bodyPr/>
          <a:lstStyle/>
          <a:p>
            <a:r>
              <a:rPr lang="en-US" sz="1600" dirty="0"/>
              <a:t>Value of the Unified Integrated Management System framework	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16094" y="4972851"/>
            <a:ext cx="5257800" cy="114300"/>
          </a:xfrm>
        </p:spPr>
        <p:txBody>
          <a:bodyPr/>
          <a:lstStyle/>
          <a:p>
            <a:r>
              <a:rPr lang="en-CA" dirty="0"/>
              <a:t>3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9202" y="745779"/>
            <a:ext cx="6871818" cy="4378255"/>
            <a:chOff x="-379041" y="628611"/>
            <a:chExt cx="11893553" cy="6894515"/>
          </a:xfrm>
        </p:grpSpPr>
        <p:grpSp>
          <p:nvGrpSpPr>
            <p:cNvPr id="7" name="Group 6"/>
            <p:cNvGrpSpPr/>
            <p:nvPr/>
          </p:nvGrpSpPr>
          <p:grpSpPr>
            <a:xfrm>
              <a:off x="1881873" y="1757561"/>
              <a:ext cx="5108668" cy="4571539"/>
              <a:chOff x="2514070" y="1277880"/>
              <a:chExt cx="6241447" cy="5981712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2514070" y="1304013"/>
                <a:ext cx="6241447" cy="5955579"/>
                <a:chOff x="2514070" y="1304013"/>
                <a:chExt cx="6241447" cy="5955579"/>
              </a:xfrm>
            </p:grpSpPr>
            <p:sp>
              <p:nvSpPr>
                <p:cNvPr id="53" name="AutoShape 18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610395" y="1597838"/>
                  <a:ext cx="5622176" cy="54951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sz="1350" dirty="0">
                    <a:latin typeface="+mj-lt"/>
                  </a:endParaRPr>
                </a:p>
              </p:txBody>
            </p:sp>
            <p:sp>
              <p:nvSpPr>
                <p:cNvPr id="54" name="Freeform 20"/>
                <p:cNvSpPr>
                  <a:spLocks/>
                </p:cNvSpPr>
                <p:nvPr/>
              </p:nvSpPr>
              <p:spPr bwMode="auto">
                <a:xfrm>
                  <a:off x="6214956" y="4728061"/>
                  <a:ext cx="2309581" cy="2312841"/>
                </a:xfrm>
                <a:custGeom>
                  <a:avLst/>
                  <a:gdLst>
                    <a:gd name="T0" fmla="*/ 143 w 4484"/>
                    <a:gd name="T1" fmla="*/ 1304 h 4515"/>
                    <a:gd name="T2" fmla="*/ 415 w 4484"/>
                    <a:gd name="T3" fmla="*/ 1139 h 4515"/>
                    <a:gd name="T4" fmla="*/ 551 w 4484"/>
                    <a:gd name="T5" fmla="*/ 1038 h 4515"/>
                    <a:gd name="T6" fmla="*/ 565 w 4484"/>
                    <a:gd name="T7" fmla="*/ 1019 h 4515"/>
                    <a:gd name="T8" fmla="*/ 571 w 4484"/>
                    <a:gd name="T9" fmla="*/ 998 h 4515"/>
                    <a:gd name="T10" fmla="*/ 568 w 4484"/>
                    <a:gd name="T11" fmla="*/ 970 h 4515"/>
                    <a:gd name="T12" fmla="*/ 555 w 4484"/>
                    <a:gd name="T13" fmla="*/ 951 h 4515"/>
                    <a:gd name="T14" fmla="*/ 531 w 4484"/>
                    <a:gd name="T15" fmla="*/ 936 h 4515"/>
                    <a:gd name="T16" fmla="*/ 511 w 4484"/>
                    <a:gd name="T17" fmla="*/ 933 h 4515"/>
                    <a:gd name="T18" fmla="*/ 495 w 4484"/>
                    <a:gd name="T19" fmla="*/ 933 h 4515"/>
                    <a:gd name="T20" fmla="*/ 423 w 4484"/>
                    <a:gd name="T21" fmla="*/ 926 h 4515"/>
                    <a:gd name="T22" fmla="*/ 356 w 4484"/>
                    <a:gd name="T23" fmla="*/ 906 h 4515"/>
                    <a:gd name="T24" fmla="*/ 292 w 4484"/>
                    <a:gd name="T25" fmla="*/ 875 h 4515"/>
                    <a:gd name="T26" fmla="*/ 235 w 4484"/>
                    <a:gd name="T27" fmla="*/ 831 h 4515"/>
                    <a:gd name="T28" fmla="*/ 197 w 4484"/>
                    <a:gd name="T29" fmla="*/ 790 h 4515"/>
                    <a:gd name="T30" fmla="*/ 155 w 4484"/>
                    <a:gd name="T31" fmla="*/ 727 h 4515"/>
                    <a:gd name="T32" fmla="*/ 126 w 4484"/>
                    <a:gd name="T33" fmla="*/ 658 h 4515"/>
                    <a:gd name="T34" fmla="*/ 113 w 4484"/>
                    <a:gd name="T35" fmla="*/ 583 h 4515"/>
                    <a:gd name="T36" fmla="*/ 113 w 4484"/>
                    <a:gd name="T37" fmla="*/ 526 h 4515"/>
                    <a:gd name="T38" fmla="*/ 124 w 4484"/>
                    <a:gd name="T39" fmla="*/ 451 h 4515"/>
                    <a:gd name="T40" fmla="*/ 149 w 4484"/>
                    <a:gd name="T41" fmla="*/ 381 h 4515"/>
                    <a:gd name="T42" fmla="*/ 189 w 4484"/>
                    <a:gd name="T43" fmla="*/ 317 h 4515"/>
                    <a:gd name="T44" fmla="*/ 228 w 4484"/>
                    <a:gd name="T45" fmla="*/ 273 h 4515"/>
                    <a:gd name="T46" fmla="*/ 289 w 4484"/>
                    <a:gd name="T47" fmla="*/ 224 h 4515"/>
                    <a:gd name="T48" fmla="*/ 360 w 4484"/>
                    <a:gd name="T49" fmla="*/ 189 h 4515"/>
                    <a:gd name="T50" fmla="*/ 436 w 4484"/>
                    <a:gd name="T51" fmla="*/ 169 h 4515"/>
                    <a:gd name="T52" fmla="*/ 496 w 4484"/>
                    <a:gd name="T53" fmla="*/ 164 h 4515"/>
                    <a:gd name="T54" fmla="*/ 568 w 4484"/>
                    <a:gd name="T55" fmla="*/ 170 h 4515"/>
                    <a:gd name="T56" fmla="*/ 637 w 4484"/>
                    <a:gd name="T57" fmla="*/ 190 h 4515"/>
                    <a:gd name="T58" fmla="*/ 699 w 4484"/>
                    <a:gd name="T59" fmla="*/ 222 h 4515"/>
                    <a:gd name="T60" fmla="*/ 757 w 4484"/>
                    <a:gd name="T61" fmla="*/ 266 h 4515"/>
                    <a:gd name="T62" fmla="*/ 798 w 4484"/>
                    <a:gd name="T63" fmla="*/ 311 h 4515"/>
                    <a:gd name="T64" fmla="*/ 841 w 4484"/>
                    <a:gd name="T65" fmla="*/ 378 h 4515"/>
                    <a:gd name="T66" fmla="*/ 868 w 4484"/>
                    <a:gd name="T67" fmla="*/ 452 h 4515"/>
                    <a:gd name="T68" fmla="*/ 880 w 4484"/>
                    <a:gd name="T69" fmla="*/ 531 h 4515"/>
                    <a:gd name="T70" fmla="*/ 880 w 4484"/>
                    <a:gd name="T71" fmla="*/ 567 h 4515"/>
                    <a:gd name="T72" fmla="*/ 889 w 4484"/>
                    <a:gd name="T73" fmla="*/ 594 h 4515"/>
                    <a:gd name="T74" fmla="*/ 907 w 4484"/>
                    <a:gd name="T75" fmla="*/ 614 h 4515"/>
                    <a:gd name="T76" fmla="*/ 941 w 4484"/>
                    <a:gd name="T77" fmla="*/ 624 h 4515"/>
                    <a:gd name="T78" fmla="*/ 965 w 4484"/>
                    <a:gd name="T79" fmla="*/ 619 h 4515"/>
                    <a:gd name="T80" fmla="*/ 994 w 4484"/>
                    <a:gd name="T81" fmla="*/ 593 h 4515"/>
                    <a:gd name="T82" fmla="*/ 1143 w 4484"/>
                    <a:gd name="T83" fmla="*/ 381 h 4515"/>
                    <a:gd name="T84" fmla="*/ 1309 w 4484"/>
                    <a:gd name="T85" fmla="*/ 78 h 4515"/>
                    <a:gd name="T86" fmla="*/ 4455 w 4484"/>
                    <a:gd name="T87" fmla="*/ 1368 h 4515"/>
                    <a:gd name="T88" fmla="*/ 4333 w 4484"/>
                    <a:gd name="T89" fmla="*/ 1631 h 4515"/>
                    <a:gd name="T90" fmla="*/ 4201 w 4484"/>
                    <a:gd name="T91" fmla="*/ 1888 h 4515"/>
                    <a:gd name="T92" fmla="*/ 4054 w 4484"/>
                    <a:gd name="T93" fmla="*/ 2137 h 4515"/>
                    <a:gd name="T94" fmla="*/ 3897 w 4484"/>
                    <a:gd name="T95" fmla="*/ 2379 h 4515"/>
                    <a:gd name="T96" fmla="*/ 3728 w 4484"/>
                    <a:gd name="T97" fmla="*/ 2613 h 4515"/>
                    <a:gd name="T98" fmla="*/ 3547 w 4484"/>
                    <a:gd name="T99" fmla="*/ 2840 h 4515"/>
                    <a:gd name="T100" fmla="*/ 3356 w 4484"/>
                    <a:gd name="T101" fmla="*/ 3058 h 4515"/>
                    <a:gd name="T102" fmla="*/ 3204 w 4484"/>
                    <a:gd name="T103" fmla="*/ 3217 h 4515"/>
                    <a:gd name="T104" fmla="*/ 2993 w 4484"/>
                    <a:gd name="T105" fmla="*/ 3419 h 4515"/>
                    <a:gd name="T106" fmla="*/ 2775 w 4484"/>
                    <a:gd name="T107" fmla="*/ 3611 h 4515"/>
                    <a:gd name="T108" fmla="*/ 2548 w 4484"/>
                    <a:gd name="T109" fmla="*/ 3790 h 4515"/>
                    <a:gd name="T110" fmla="*/ 2314 w 4484"/>
                    <a:gd name="T111" fmla="*/ 3958 h 4515"/>
                    <a:gd name="T112" fmla="*/ 2072 w 4484"/>
                    <a:gd name="T113" fmla="*/ 4115 h 4515"/>
                    <a:gd name="T114" fmla="*/ 1821 w 4484"/>
                    <a:gd name="T115" fmla="*/ 4260 h 4515"/>
                    <a:gd name="T116" fmla="*/ 1565 w 4484"/>
                    <a:gd name="T117" fmla="*/ 4393 h 4515"/>
                    <a:gd name="T118" fmla="*/ 1301 w 4484"/>
                    <a:gd name="T119" fmla="*/ 4515 h 45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4484" h="4515">
                      <a:moveTo>
                        <a:pt x="0" y="1373"/>
                      </a:moveTo>
                      <a:lnTo>
                        <a:pt x="0" y="1373"/>
                      </a:lnTo>
                      <a:lnTo>
                        <a:pt x="71" y="1339"/>
                      </a:lnTo>
                      <a:lnTo>
                        <a:pt x="143" y="1304"/>
                      </a:lnTo>
                      <a:lnTo>
                        <a:pt x="212" y="1265"/>
                      </a:lnTo>
                      <a:lnTo>
                        <a:pt x="281" y="1226"/>
                      </a:lnTo>
                      <a:lnTo>
                        <a:pt x="348" y="1183"/>
                      </a:lnTo>
                      <a:lnTo>
                        <a:pt x="415" y="1139"/>
                      </a:lnTo>
                      <a:lnTo>
                        <a:pt x="479" y="1093"/>
                      </a:lnTo>
                      <a:lnTo>
                        <a:pt x="543" y="1044"/>
                      </a:lnTo>
                      <a:lnTo>
                        <a:pt x="543" y="1044"/>
                      </a:lnTo>
                      <a:lnTo>
                        <a:pt x="551" y="1038"/>
                      </a:lnTo>
                      <a:lnTo>
                        <a:pt x="551" y="1038"/>
                      </a:lnTo>
                      <a:lnTo>
                        <a:pt x="556" y="1032"/>
                      </a:lnTo>
                      <a:lnTo>
                        <a:pt x="561" y="1025"/>
                      </a:lnTo>
                      <a:lnTo>
                        <a:pt x="565" y="1019"/>
                      </a:lnTo>
                      <a:lnTo>
                        <a:pt x="568" y="1012"/>
                      </a:lnTo>
                      <a:lnTo>
                        <a:pt x="568" y="1012"/>
                      </a:lnTo>
                      <a:lnTo>
                        <a:pt x="570" y="1005"/>
                      </a:lnTo>
                      <a:lnTo>
                        <a:pt x="571" y="998"/>
                      </a:lnTo>
                      <a:lnTo>
                        <a:pt x="571" y="992"/>
                      </a:lnTo>
                      <a:lnTo>
                        <a:pt x="570" y="984"/>
                      </a:lnTo>
                      <a:lnTo>
                        <a:pt x="569" y="978"/>
                      </a:lnTo>
                      <a:lnTo>
                        <a:pt x="568" y="970"/>
                      </a:lnTo>
                      <a:lnTo>
                        <a:pt x="564" y="964"/>
                      </a:lnTo>
                      <a:lnTo>
                        <a:pt x="560" y="958"/>
                      </a:lnTo>
                      <a:lnTo>
                        <a:pt x="560" y="958"/>
                      </a:lnTo>
                      <a:lnTo>
                        <a:pt x="555" y="951"/>
                      </a:lnTo>
                      <a:lnTo>
                        <a:pt x="550" y="946"/>
                      </a:lnTo>
                      <a:lnTo>
                        <a:pt x="545" y="943"/>
                      </a:lnTo>
                      <a:lnTo>
                        <a:pt x="539" y="939"/>
                      </a:lnTo>
                      <a:lnTo>
                        <a:pt x="531" y="936"/>
                      </a:lnTo>
                      <a:lnTo>
                        <a:pt x="525" y="934"/>
                      </a:lnTo>
                      <a:lnTo>
                        <a:pt x="517" y="933"/>
                      </a:lnTo>
                      <a:lnTo>
                        <a:pt x="511" y="933"/>
                      </a:lnTo>
                      <a:lnTo>
                        <a:pt x="511" y="933"/>
                      </a:lnTo>
                      <a:lnTo>
                        <a:pt x="501" y="933"/>
                      </a:lnTo>
                      <a:lnTo>
                        <a:pt x="501" y="933"/>
                      </a:lnTo>
                      <a:lnTo>
                        <a:pt x="495" y="933"/>
                      </a:lnTo>
                      <a:lnTo>
                        <a:pt x="495" y="933"/>
                      </a:lnTo>
                      <a:lnTo>
                        <a:pt x="477" y="933"/>
                      </a:lnTo>
                      <a:lnTo>
                        <a:pt x="459" y="931"/>
                      </a:lnTo>
                      <a:lnTo>
                        <a:pt x="441" y="929"/>
                      </a:lnTo>
                      <a:lnTo>
                        <a:pt x="423" y="926"/>
                      </a:lnTo>
                      <a:lnTo>
                        <a:pt x="406" y="923"/>
                      </a:lnTo>
                      <a:lnTo>
                        <a:pt x="390" y="919"/>
                      </a:lnTo>
                      <a:lnTo>
                        <a:pt x="372" y="913"/>
                      </a:lnTo>
                      <a:lnTo>
                        <a:pt x="356" y="906"/>
                      </a:lnTo>
                      <a:lnTo>
                        <a:pt x="339" y="900"/>
                      </a:lnTo>
                      <a:lnTo>
                        <a:pt x="323" y="892"/>
                      </a:lnTo>
                      <a:lnTo>
                        <a:pt x="307" y="884"/>
                      </a:lnTo>
                      <a:lnTo>
                        <a:pt x="292" y="875"/>
                      </a:lnTo>
                      <a:lnTo>
                        <a:pt x="277" y="865"/>
                      </a:lnTo>
                      <a:lnTo>
                        <a:pt x="263" y="855"/>
                      </a:lnTo>
                      <a:lnTo>
                        <a:pt x="249" y="844"/>
                      </a:lnTo>
                      <a:lnTo>
                        <a:pt x="235" y="831"/>
                      </a:lnTo>
                      <a:lnTo>
                        <a:pt x="235" y="831"/>
                      </a:lnTo>
                      <a:lnTo>
                        <a:pt x="222" y="819"/>
                      </a:lnTo>
                      <a:lnTo>
                        <a:pt x="208" y="805"/>
                      </a:lnTo>
                      <a:lnTo>
                        <a:pt x="197" y="790"/>
                      </a:lnTo>
                      <a:lnTo>
                        <a:pt x="184" y="775"/>
                      </a:lnTo>
                      <a:lnTo>
                        <a:pt x="174" y="760"/>
                      </a:lnTo>
                      <a:lnTo>
                        <a:pt x="164" y="743"/>
                      </a:lnTo>
                      <a:lnTo>
                        <a:pt x="155" y="727"/>
                      </a:lnTo>
                      <a:lnTo>
                        <a:pt x="146" y="711"/>
                      </a:lnTo>
                      <a:lnTo>
                        <a:pt x="139" y="693"/>
                      </a:lnTo>
                      <a:lnTo>
                        <a:pt x="133" y="676"/>
                      </a:lnTo>
                      <a:lnTo>
                        <a:pt x="126" y="658"/>
                      </a:lnTo>
                      <a:lnTo>
                        <a:pt x="123" y="639"/>
                      </a:lnTo>
                      <a:lnTo>
                        <a:pt x="118" y="620"/>
                      </a:lnTo>
                      <a:lnTo>
                        <a:pt x="115" y="602"/>
                      </a:lnTo>
                      <a:lnTo>
                        <a:pt x="113" y="583"/>
                      </a:lnTo>
                      <a:lnTo>
                        <a:pt x="111" y="564"/>
                      </a:lnTo>
                      <a:lnTo>
                        <a:pt x="111" y="564"/>
                      </a:lnTo>
                      <a:lnTo>
                        <a:pt x="111" y="545"/>
                      </a:lnTo>
                      <a:lnTo>
                        <a:pt x="113" y="526"/>
                      </a:lnTo>
                      <a:lnTo>
                        <a:pt x="114" y="506"/>
                      </a:lnTo>
                      <a:lnTo>
                        <a:pt x="116" y="489"/>
                      </a:lnTo>
                      <a:lnTo>
                        <a:pt x="119" y="470"/>
                      </a:lnTo>
                      <a:lnTo>
                        <a:pt x="124" y="451"/>
                      </a:lnTo>
                      <a:lnTo>
                        <a:pt x="129" y="434"/>
                      </a:lnTo>
                      <a:lnTo>
                        <a:pt x="135" y="416"/>
                      </a:lnTo>
                      <a:lnTo>
                        <a:pt x="141" y="399"/>
                      </a:lnTo>
                      <a:lnTo>
                        <a:pt x="149" y="381"/>
                      </a:lnTo>
                      <a:lnTo>
                        <a:pt x="158" y="365"/>
                      </a:lnTo>
                      <a:lnTo>
                        <a:pt x="168" y="348"/>
                      </a:lnTo>
                      <a:lnTo>
                        <a:pt x="178" y="332"/>
                      </a:lnTo>
                      <a:lnTo>
                        <a:pt x="189" y="317"/>
                      </a:lnTo>
                      <a:lnTo>
                        <a:pt x="200" y="302"/>
                      </a:lnTo>
                      <a:lnTo>
                        <a:pt x="213" y="288"/>
                      </a:lnTo>
                      <a:lnTo>
                        <a:pt x="213" y="288"/>
                      </a:lnTo>
                      <a:lnTo>
                        <a:pt x="228" y="273"/>
                      </a:lnTo>
                      <a:lnTo>
                        <a:pt x="242" y="259"/>
                      </a:lnTo>
                      <a:lnTo>
                        <a:pt x="257" y="247"/>
                      </a:lnTo>
                      <a:lnTo>
                        <a:pt x="273" y="236"/>
                      </a:lnTo>
                      <a:lnTo>
                        <a:pt x="289" y="224"/>
                      </a:lnTo>
                      <a:lnTo>
                        <a:pt x="307" y="214"/>
                      </a:lnTo>
                      <a:lnTo>
                        <a:pt x="324" y="204"/>
                      </a:lnTo>
                      <a:lnTo>
                        <a:pt x="342" y="197"/>
                      </a:lnTo>
                      <a:lnTo>
                        <a:pt x="360" y="189"/>
                      </a:lnTo>
                      <a:lnTo>
                        <a:pt x="378" y="183"/>
                      </a:lnTo>
                      <a:lnTo>
                        <a:pt x="398" y="177"/>
                      </a:lnTo>
                      <a:lnTo>
                        <a:pt x="417" y="172"/>
                      </a:lnTo>
                      <a:lnTo>
                        <a:pt x="436" y="169"/>
                      </a:lnTo>
                      <a:lnTo>
                        <a:pt x="456" y="167"/>
                      </a:lnTo>
                      <a:lnTo>
                        <a:pt x="476" y="164"/>
                      </a:lnTo>
                      <a:lnTo>
                        <a:pt x="496" y="164"/>
                      </a:lnTo>
                      <a:lnTo>
                        <a:pt x="496" y="164"/>
                      </a:lnTo>
                      <a:lnTo>
                        <a:pt x="514" y="164"/>
                      </a:lnTo>
                      <a:lnTo>
                        <a:pt x="533" y="165"/>
                      </a:lnTo>
                      <a:lnTo>
                        <a:pt x="550" y="168"/>
                      </a:lnTo>
                      <a:lnTo>
                        <a:pt x="568" y="170"/>
                      </a:lnTo>
                      <a:lnTo>
                        <a:pt x="585" y="174"/>
                      </a:lnTo>
                      <a:lnTo>
                        <a:pt x="603" y="179"/>
                      </a:lnTo>
                      <a:lnTo>
                        <a:pt x="619" y="184"/>
                      </a:lnTo>
                      <a:lnTo>
                        <a:pt x="637" y="190"/>
                      </a:lnTo>
                      <a:lnTo>
                        <a:pt x="653" y="197"/>
                      </a:lnTo>
                      <a:lnTo>
                        <a:pt x="669" y="204"/>
                      </a:lnTo>
                      <a:lnTo>
                        <a:pt x="684" y="213"/>
                      </a:lnTo>
                      <a:lnTo>
                        <a:pt x="699" y="222"/>
                      </a:lnTo>
                      <a:lnTo>
                        <a:pt x="714" y="232"/>
                      </a:lnTo>
                      <a:lnTo>
                        <a:pt x="729" y="243"/>
                      </a:lnTo>
                      <a:lnTo>
                        <a:pt x="743" y="254"/>
                      </a:lnTo>
                      <a:lnTo>
                        <a:pt x="757" y="266"/>
                      </a:lnTo>
                      <a:lnTo>
                        <a:pt x="757" y="266"/>
                      </a:lnTo>
                      <a:lnTo>
                        <a:pt x="772" y="281"/>
                      </a:lnTo>
                      <a:lnTo>
                        <a:pt x="786" y="294"/>
                      </a:lnTo>
                      <a:lnTo>
                        <a:pt x="798" y="311"/>
                      </a:lnTo>
                      <a:lnTo>
                        <a:pt x="810" y="327"/>
                      </a:lnTo>
                      <a:lnTo>
                        <a:pt x="821" y="343"/>
                      </a:lnTo>
                      <a:lnTo>
                        <a:pt x="831" y="361"/>
                      </a:lnTo>
                      <a:lnTo>
                        <a:pt x="841" y="378"/>
                      </a:lnTo>
                      <a:lnTo>
                        <a:pt x="850" y="396"/>
                      </a:lnTo>
                      <a:lnTo>
                        <a:pt x="856" y="415"/>
                      </a:lnTo>
                      <a:lnTo>
                        <a:pt x="863" y="434"/>
                      </a:lnTo>
                      <a:lnTo>
                        <a:pt x="868" y="452"/>
                      </a:lnTo>
                      <a:lnTo>
                        <a:pt x="873" y="472"/>
                      </a:lnTo>
                      <a:lnTo>
                        <a:pt x="876" y="491"/>
                      </a:lnTo>
                      <a:lnTo>
                        <a:pt x="879" y="511"/>
                      </a:lnTo>
                      <a:lnTo>
                        <a:pt x="880" y="531"/>
                      </a:lnTo>
                      <a:lnTo>
                        <a:pt x="881" y="553"/>
                      </a:lnTo>
                      <a:lnTo>
                        <a:pt x="881" y="553"/>
                      </a:lnTo>
                      <a:lnTo>
                        <a:pt x="880" y="559"/>
                      </a:lnTo>
                      <a:lnTo>
                        <a:pt x="880" y="567"/>
                      </a:lnTo>
                      <a:lnTo>
                        <a:pt x="881" y="574"/>
                      </a:lnTo>
                      <a:lnTo>
                        <a:pt x="882" y="582"/>
                      </a:lnTo>
                      <a:lnTo>
                        <a:pt x="885" y="588"/>
                      </a:lnTo>
                      <a:lnTo>
                        <a:pt x="889" y="594"/>
                      </a:lnTo>
                      <a:lnTo>
                        <a:pt x="892" y="600"/>
                      </a:lnTo>
                      <a:lnTo>
                        <a:pt x="897" y="607"/>
                      </a:lnTo>
                      <a:lnTo>
                        <a:pt x="897" y="607"/>
                      </a:lnTo>
                      <a:lnTo>
                        <a:pt x="907" y="614"/>
                      </a:lnTo>
                      <a:lnTo>
                        <a:pt x="917" y="619"/>
                      </a:lnTo>
                      <a:lnTo>
                        <a:pt x="929" y="623"/>
                      </a:lnTo>
                      <a:lnTo>
                        <a:pt x="940" y="624"/>
                      </a:lnTo>
                      <a:lnTo>
                        <a:pt x="941" y="624"/>
                      </a:lnTo>
                      <a:lnTo>
                        <a:pt x="941" y="624"/>
                      </a:lnTo>
                      <a:lnTo>
                        <a:pt x="954" y="623"/>
                      </a:lnTo>
                      <a:lnTo>
                        <a:pt x="965" y="619"/>
                      </a:lnTo>
                      <a:lnTo>
                        <a:pt x="965" y="619"/>
                      </a:lnTo>
                      <a:lnTo>
                        <a:pt x="974" y="614"/>
                      </a:lnTo>
                      <a:lnTo>
                        <a:pt x="981" y="608"/>
                      </a:lnTo>
                      <a:lnTo>
                        <a:pt x="988" y="602"/>
                      </a:lnTo>
                      <a:lnTo>
                        <a:pt x="994" y="593"/>
                      </a:lnTo>
                      <a:lnTo>
                        <a:pt x="994" y="593"/>
                      </a:lnTo>
                      <a:lnTo>
                        <a:pt x="1045" y="524"/>
                      </a:lnTo>
                      <a:lnTo>
                        <a:pt x="1095" y="454"/>
                      </a:lnTo>
                      <a:lnTo>
                        <a:pt x="1143" y="381"/>
                      </a:lnTo>
                      <a:lnTo>
                        <a:pt x="1188" y="307"/>
                      </a:lnTo>
                      <a:lnTo>
                        <a:pt x="1231" y="232"/>
                      </a:lnTo>
                      <a:lnTo>
                        <a:pt x="1271" y="155"/>
                      </a:lnTo>
                      <a:lnTo>
                        <a:pt x="1309" y="78"/>
                      </a:lnTo>
                      <a:lnTo>
                        <a:pt x="1344" y="0"/>
                      </a:lnTo>
                      <a:lnTo>
                        <a:pt x="4484" y="1300"/>
                      </a:lnTo>
                      <a:lnTo>
                        <a:pt x="4484" y="1300"/>
                      </a:lnTo>
                      <a:lnTo>
                        <a:pt x="4455" y="1368"/>
                      </a:lnTo>
                      <a:lnTo>
                        <a:pt x="4426" y="1434"/>
                      </a:lnTo>
                      <a:lnTo>
                        <a:pt x="4396" y="1501"/>
                      </a:lnTo>
                      <a:lnTo>
                        <a:pt x="4365" y="1566"/>
                      </a:lnTo>
                      <a:lnTo>
                        <a:pt x="4333" y="1631"/>
                      </a:lnTo>
                      <a:lnTo>
                        <a:pt x="4301" y="1696"/>
                      </a:lnTo>
                      <a:lnTo>
                        <a:pt x="4268" y="1760"/>
                      </a:lnTo>
                      <a:lnTo>
                        <a:pt x="4234" y="1824"/>
                      </a:lnTo>
                      <a:lnTo>
                        <a:pt x="4201" y="1888"/>
                      </a:lnTo>
                      <a:lnTo>
                        <a:pt x="4164" y="1951"/>
                      </a:lnTo>
                      <a:lnTo>
                        <a:pt x="4129" y="2013"/>
                      </a:lnTo>
                      <a:lnTo>
                        <a:pt x="4092" y="2075"/>
                      </a:lnTo>
                      <a:lnTo>
                        <a:pt x="4054" y="2137"/>
                      </a:lnTo>
                      <a:lnTo>
                        <a:pt x="4016" y="2198"/>
                      </a:lnTo>
                      <a:lnTo>
                        <a:pt x="3977" y="2259"/>
                      </a:lnTo>
                      <a:lnTo>
                        <a:pt x="3937" y="2319"/>
                      </a:lnTo>
                      <a:lnTo>
                        <a:pt x="3897" y="2379"/>
                      </a:lnTo>
                      <a:lnTo>
                        <a:pt x="3856" y="2438"/>
                      </a:lnTo>
                      <a:lnTo>
                        <a:pt x="3814" y="2497"/>
                      </a:lnTo>
                      <a:lnTo>
                        <a:pt x="3772" y="2555"/>
                      </a:lnTo>
                      <a:lnTo>
                        <a:pt x="3728" y="2613"/>
                      </a:lnTo>
                      <a:lnTo>
                        <a:pt x="3684" y="2670"/>
                      </a:lnTo>
                      <a:lnTo>
                        <a:pt x="3639" y="2728"/>
                      </a:lnTo>
                      <a:lnTo>
                        <a:pt x="3594" y="2784"/>
                      </a:lnTo>
                      <a:lnTo>
                        <a:pt x="3547" y="2840"/>
                      </a:lnTo>
                      <a:lnTo>
                        <a:pt x="3500" y="2895"/>
                      </a:lnTo>
                      <a:lnTo>
                        <a:pt x="3452" y="2950"/>
                      </a:lnTo>
                      <a:lnTo>
                        <a:pt x="3405" y="3004"/>
                      </a:lnTo>
                      <a:lnTo>
                        <a:pt x="3356" y="3058"/>
                      </a:lnTo>
                      <a:lnTo>
                        <a:pt x="3306" y="3112"/>
                      </a:lnTo>
                      <a:lnTo>
                        <a:pt x="3255" y="3164"/>
                      </a:lnTo>
                      <a:lnTo>
                        <a:pt x="3204" y="3217"/>
                      </a:lnTo>
                      <a:lnTo>
                        <a:pt x="3204" y="3217"/>
                      </a:lnTo>
                      <a:lnTo>
                        <a:pt x="3151" y="3268"/>
                      </a:lnTo>
                      <a:lnTo>
                        <a:pt x="3100" y="3320"/>
                      </a:lnTo>
                      <a:lnTo>
                        <a:pt x="3047" y="3370"/>
                      </a:lnTo>
                      <a:lnTo>
                        <a:pt x="2993" y="3419"/>
                      </a:lnTo>
                      <a:lnTo>
                        <a:pt x="2939" y="3468"/>
                      </a:lnTo>
                      <a:lnTo>
                        <a:pt x="2886" y="3517"/>
                      </a:lnTo>
                      <a:lnTo>
                        <a:pt x="2830" y="3563"/>
                      </a:lnTo>
                      <a:lnTo>
                        <a:pt x="2775" y="3611"/>
                      </a:lnTo>
                      <a:lnTo>
                        <a:pt x="2719" y="3656"/>
                      </a:lnTo>
                      <a:lnTo>
                        <a:pt x="2662" y="3702"/>
                      </a:lnTo>
                      <a:lnTo>
                        <a:pt x="2606" y="3746"/>
                      </a:lnTo>
                      <a:lnTo>
                        <a:pt x="2548" y="3790"/>
                      </a:lnTo>
                      <a:lnTo>
                        <a:pt x="2491" y="3834"/>
                      </a:lnTo>
                      <a:lnTo>
                        <a:pt x="2432" y="3875"/>
                      </a:lnTo>
                      <a:lnTo>
                        <a:pt x="2373" y="3918"/>
                      </a:lnTo>
                      <a:lnTo>
                        <a:pt x="2314" y="3958"/>
                      </a:lnTo>
                      <a:lnTo>
                        <a:pt x="2254" y="3999"/>
                      </a:lnTo>
                      <a:lnTo>
                        <a:pt x="2194" y="4038"/>
                      </a:lnTo>
                      <a:lnTo>
                        <a:pt x="2132" y="4077"/>
                      </a:lnTo>
                      <a:lnTo>
                        <a:pt x="2072" y="4115"/>
                      </a:lnTo>
                      <a:lnTo>
                        <a:pt x="2009" y="4152"/>
                      </a:lnTo>
                      <a:lnTo>
                        <a:pt x="1948" y="4189"/>
                      </a:lnTo>
                      <a:lnTo>
                        <a:pt x="1885" y="4225"/>
                      </a:lnTo>
                      <a:lnTo>
                        <a:pt x="1821" y="4260"/>
                      </a:lnTo>
                      <a:lnTo>
                        <a:pt x="1759" y="4294"/>
                      </a:lnTo>
                      <a:lnTo>
                        <a:pt x="1695" y="4328"/>
                      </a:lnTo>
                      <a:lnTo>
                        <a:pt x="1629" y="4360"/>
                      </a:lnTo>
                      <a:lnTo>
                        <a:pt x="1565" y="4393"/>
                      </a:lnTo>
                      <a:lnTo>
                        <a:pt x="1499" y="4424"/>
                      </a:lnTo>
                      <a:lnTo>
                        <a:pt x="1434" y="4456"/>
                      </a:lnTo>
                      <a:lnTo>
                        <a:pt x="1367" y="4484"/>
                      </a:lnTo>
                      <a:lnTo>
                        <a:pt x="1301" y="4515"/>
                      </a:lnTo>
                      <a:lnTo>
                        <a:pt x="0" y="1373"/>
                      </a:lnTo>
                      <a:close/>
                    </a:path>
                  </a:pathLst>
                </a:custGeom>
                <a:solidFill>
                  <a:srgbClr val="DB54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sz="1350" dirty="0">
                    <a:latin typeface="+mj-lt"/>
                  </a:endParaRPr>
                </a:p>
              </p:txBody>
            </p:sp>
            <p:sp>
              <p:nvSpPr>
                <p:cNvPr id="55" name="Freeform 21"/>
                <p:cNvSpPr>
                  <a:spLocks/>
                </p:cNvSpPr>
                <p:nvPr/>
              </p:nvSpPr>
              <p:spPr bwMode="auto">
                <a:xfrm>
                  <a:off x="6187589" y="1515544"/>
                  <a:ext cx="2332345" cy="2287058"/>
                </a:xfrm>
                <a:custGeom>
                  <a:avLst/>
                  <a:gdLst>
                    <a:gd name="T0" fmla="*/ 1274 w 4483"/>
                    <a:gd name="T1" fmla="*/ 4317 h 4453"/>
                    <a:gd name="T2" fmla="*/ 1115 w 4483"/>
                    <a:gd name="T3" fmla="*/ 4056 h 4453"/>
                    <a:gd name="T4" fmla="*/ 1020 w 4483"/>
                    <a:gd name="T5" fmla="*/ 3927 h 4453"/>
                    <a:gd name="T6" fmla="*/ 993 w 4483"/>
                    <a:gd name="T7" fmla="*/ 3908 h 4453"/>
                    <a:gd name="T8" fmla="*/ 972 w 4483"/>
                    <a:gd name="T9" fmla="*/ 3904 h 4453"/>
                    <a:gd name="T10" fmla="*/ 929 w 4483"/>
                    <a:gd name="T11" fmla="*/ 3922 h 4453"/>
                    <a:gd name="T12" fmla="*/ 917 w 4483"/>
                    <a:gd name="T13" fmla="*/ 3940 h 4453"/>
                    <a:gd name="T14" fmla="*/ 912 w 4483"/>
                    <a:gd name="T15" fmla="*/ 3968 h 4453"/>
                    <a:gd name="T16" fmla="*/ 912 w 4483"/>
                    <a:gd name="T17" fmla="*/ 4011 h 4453"/>
                    <a:gd name="T18" fmla="*/ 899 w 4483"/>
                    <a:gd name="T19" fmla="*/ 4082 h 4453"/>
                    <a:gd name="T20" fmla="*/ 873 w 4483"/>
                    <a:gd name="T21" fmla="*/ 4150 h 4453"/>
                    <a:gd name="T22" fmla="*/ 834 w 4483"/>
                    <a:gd name="T23" fmla="*/ 4211 h 4453"/>
                    <a:gd name="T24" fmla="*/ 796 w 4483"/>
                    <a:gd name="T25" fmla="*/ 4254 h 4453"/>
                    <a:gd name="T26" fmla="*/ 735 w 4483"/>
                    <a:gd name="T27" fmla="*/ 4304 h 4453"/>
                    <a:gd name="T28" fmla="*/ 664 w 4483"/>
                    <a:gd name="T29" fmla="*/ 4339 h 4453"/>
                    <a:gd name="T30" fmla="*/ 587 w 4483"/>
                    <a:gd name="T31" fmla="*/ 4359 h 4453"/>
                    <a:gd name="T32" fmla="*/ 528 w 4483"/>
                    <a:gd name="T33" fmla="*/ 4364 h 4453"/>
                    <a:gd name="T34" fmla="*/ 457 w 4483"/>
                    <a:gd name="T35" fmla="*/ 4357 h 4453"/>
                    <a:gd name="T36" fmla="*/ 388 w 4483"/>
                    <a:gd name="T37" fmla="*/ 4338 h 4453"/>
                    <a:gd name="T38" fmla="*/ 324 w 4483"/>
                    <a:gd name="T39" fmla="*/ 4305 h 4453"/>
                    <a:gd name="T40" fmla="*/ 267 w 4483"/>
                    <a:gd name="T41" fmla="*/ 4263 h 4453"/>
                    <a:gd name="T42" fmla="*/ 227 w 4483"/>
                    <a:gd name="T43" fmla="*/ 4219 h 4453"/>
                    <a:gd name="T44" fmla="*/ 186 w 4483"/>
                    <a:gd name="T45" fmla="*/ 4155 h 4453"/>
                    <a:gd name="T46" fmla="*/ 158 w 4483"/>
                    <a:gd name="T47" fmla="*/ 4086 h 4453"/>
                    <a:gd name="T48" fmla="*/ 145 w 4483"/>
                    <a:gd name="T49" fmla="*/ 4013 h 4453"/>
                    <a:gd name="T50" fmla="*/ 146 w 4483"/>
                    <a:gd name="T51" fmla="*/ 3939 h 4453"/>
                    <a:gd name="T52" fmla="*/ 161 w 4483"/>
                    <a:gd name="T53" fmla="*/ 3866 h 4453"/>
                    <a:gd name="T54" fmla="*/ 190 w 4483"/>
                    <a:gd name="T55" fmla="*/ 3798 h 4453"/>
                    <a:gd name="T56" fmla="*/ 232 w 4483"/>
                    <a:gd name="T57" fmla="*/ 3734 h 4453"/>
                    <a:gd name="T58" fmla="*/ 274 w 4483"/>
                    <a:gd name="T59" fmla="*/ 3690 h 4453"/>
                    <a:gd name="T60" fmla="*/ 339 w 4483"/>
                    <a:gd name="T61" fmla="*/ 3643 h 4453"/>
                    <a:gd name="T62" fmla="*/ 410 w 4483"/>
                    <a:gd name="T63" fmla="*/ 3612 h 4453"/>
                    <a:gd name="T64" fmla="*/ 488 w 4483"/>
                    <a:gd name="T65" fmla="*/ 3597 h 4453"/>
                    <a:gd name="T66" fmla="*/ 531 w 4483"/>
                    <a:gd name="T67" fmla="*/ 3594 h 4453"/>
                    <a:gd name="T68" fmla="*/ 552 w 4483"/>
                    <a:gd name="T69" fmla="*/ 3594 h 4453"/>
                    <a:gd name="T70" fmla="*/ 577 w 4483"/>
                    <a:gd name="T71" fmla="*/ 3584 h 4453"/>
                    <a:gd name="T72" fmla="*/ 597 w 4483"/>
                    <a:gd name="T73" fmla="*/ 3563 h 4453"/>
                    <a:gd name="T74" fmla="*/ 603 w 4483"/>
                    <a:gd name="T75" fmla="*/ 3535 h 4453"/>
                    <a:gd name="T76" fmla="*/ 598 w 4483"/>
                    <a:gd name="T77" fmla="*/ 3512 h 4453"/>
                    <a:gd name="T78" fmla="*/ 572 w 4483"/>
                    <a:gd name="T79" fmla="*/ 3482 h 4453"/>
                    <a:gd name="T80" fmla="*/ 368 w 4483"/>
                    <a:gd name="T81" fmla="*/ 3337 h 4453"/>
                    <a:gd name="T82" fmla="*/ 77 w 4483"/>
                    <a:gd name="T83" fmla="*/ 3176 h 4453"/>
                    <a:gd name="T84" fmla="*/ 1368 w 4483"/>
                    <a:gd name="T85" fmla="*/ 29 h 4453"/>
                    <a:gd name="T86" fmla="*/ 1629 w 4483"/>
                    <a:gd name="T87" fmla="*/ 150 h 4453"/>
                    <a:gd name="T88" fmla="*/ 1882 w 4483"/>
                    <a:gd name="T89" fmla="*/ 283 h 4453"/>
                    <a:gd name="T90" fmla="*/ 2128 w 4483"/>
                    <a:gd name="T91" fmla="*/ 427 h 4453"/>
                    <a:gd name="T92" fmla="*/ 2367 w 4483"/>
                    <a:gd name="T93" fmla="*/ 584 h 4453"/>
                    <a:gd name="T94" fmla="*/ 2599 w 4483"/>
                    <a:gd name="T95" fmla="*/ 752 h 4453"/>
                    <a:gd name="T96" fmla="*/ 2824 w 4483"/>
                    <a:gd name="T97" fmla="*/ 931 h 4453"/>
                    <a:gd name="T98" fmla="*/ 3039 w 4483"/>
                    <a:gd name="T99" fmla="*/ 1121 h 4453"/>
                    <a:gd name="T100" fmla="*/ 3196 w 4483"/>
                    <a:gd name="T101" fmla="*/ 1271 h 4453"/>
                    <a:gd name="T102" fmla="*/ 3396 w 4483"/>
                    <a:gd name="T103" fmla="*/ 1479 h 4453"/>
                    <a:gd name="T104" fmla="*/ 3586 w 4483"/>
                    <a:gd name="T105" fmla="*/ 1695 h 4453"/>
                    <a:gd name="T106" fmla="*/ 3764 w 4483"/>
                    <a:gd name="T107" fmla="*/ 1919 h 4453"/>
                    <a:gd name="T108" fmla="*/ 3930 w 4483"/>
                    <a:gd name="T109" fmla="*/ 2151 h 4453"/>
                    <a:gd name="T110" fmla="*/ 4086 w 4483"/>
                    <a:gd name="T111" fmla="*/ 2391 h 4453"/>
                    <a:gd name="T112" fmla="*/ 4230 w 4483"/>
                    <a:gd name="T113" fmla="*/ 2638 h 4453"/>
                    <a:gd name="T114" fmla="*/ 4363 w 4483"/>
                    <a:gd name="T115" fmla="*/ 2891 h 4453"/>
                    <a:gd name="T116" fmla="*/ 4483 w 4483"/>
                    <a:gd name="T117" fmla="*/ 3152 h 44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4483" h="4453">
                      <a:moveTo>
                        <a:pt x="1342" y="4453"/>
                      </a:moveTo>
                      <a:lnTo>
                        <a:pt x="1342" y="4453"/>
                      </a:lnTo>
                      <a:lnTo>
                        <a:pt x="1309" y="4384"/>
                      </a:lnTo>
                      <a:lnTo>
                        <a:pt x="1274" y="4317"/>
                      </a:lnTo>
                      <a:lnTo>
                        <a:pt x="1238" y="4250"/>
                      </a:lnTo>
                      <a:lnTo>
                        <a:pt x="1199" y="4185"/>
                      </a:lnTo>
                      <a:lnTo>
                        <a:pt x="1157" y="4120"/>
                      </a:lnTo>
                      <a:lnTo>
                        <a:pt x="1115" y="4056"/>
                      </a:lnTo>
                      <a:lnTo>
                        <a:pt x="1071" y="3994"/>
                      </a:lnTo>
                      <a:lnTo>
                        <a:pt x="1025" y="3933"/>
                      </a:lnTo>
                      <a:lnTo>
                        <a:pt x="1025" y="3933"/>
                      </a:lnTo>
                      <a:lnTo>
                        <a:pt x="1020" y="3927"/>
                      </a:lnTo>
                      <a:lnTo>
                        <a:pt x="1013" y="3920"/>
                      </a:lnTo>
                      <a:lnTo>
                        <a:pt x="1013" y="3920"/>
                      </a:lnTo>
                      <a:lnTo>
                        <a:pt x="1003" y="3913"/>
                      </a:lnTo>
                      <a:lnTo>
                        <a:pt x="993" y="3908"/>
                      </a:lnTo>
                      <a:lnTo>
                        <a:pt x="993" y="3908"/>
                      </a:lnTo>
                      <a:lnTo>
                        <a:pt x="982" y="3905"/>
                      </a:lnTo>
                      <a:lnTo>
                        <a:pt x="972" y="3904"/>
                      </a:lnTo>
                      <a:lnTo>
                        <a:pt x="972" y="3904"/>
                      </a:lnTo>
                      <a:lnTo>
                        <a:pt x="961" y="3905"/>
                      </a:lnTo>
                      <a:lnTo>
                        <a:pt x="949" y="3909"/>
                      </a:lnTo>
                      <a:lnTo>
                        <a:pt x="939" y="3914"/>
                      </a:lnTo>
                      <a:lnTo>
                        <a:pt x="929" y="3922"/>
                      </a:lnTo>
                      <a:lnTo>
                        <a:pt x="929" y="3922"/>
                      </a:lnTo>
                      <a:lnTo>
                        <a:pt x="924" y="3928"/>
                      </a:lnTo>
                      <a:lnTo>
                        <a:pt x="921" y="3933"/>
                      </a:lnTo>
                      <a:lnTo>
                        <a:pt x="917" y="3940"/>
                      </a:lnTo>
                      <a:lnTo>
                        <a:pt x="914" y="3947"/>
                      </a:lnTo>
                      <a:lnTo>
                        <a:pt x="913" y="3953"/>
                      </a:lnTo>
                      <a:lnTo>
                        <a:pt x="912" y="3960"/>
                      </a:lnTo>
                      <a:lnTo>
                        <a:pt x="912" y="3968"/>
                      </a:lnTo>
                      <a:lnTo>
                        <a:pt x="913" y="3974"/>
                      </a:lnTo>
                      <a:lnTo>
                        <a:pt x="913" y="3974"/>
                      </a:lnTo>
                      <a:lnTo>
                        <a:pt x="913" y="3993"/>
                      </a:lnTo>
                      <a:lnTo>
                        <a:pt x="912" y="4011"/>
                      </a:lnTo>
                      <a:lnTo>
                        <a:pt x="909" y="4029"/>
                      </a:lnTo>
                      <a:lnTo>
                        <a:pt x="907" y="4047"/>
                      </a:lnTo>
                      <a:lnTo>
                        <a:pt x="903" y="4065"/>
                      </a:lnTo>
                      <a:lnTo>
                        <a:pt x="899" y="4082"/>
                      </a:lnTo>
                      <a:lnTo>
                        <a:pt x="893" y="4100"/>
                      </a:lnTo>
                      <a:lnTo>
                        <a:pt x="888" y="4117"/>
                      </a:lnTo>
                      <a:lnTo>
                        <a:pt x="880" y="4134"/>
                      </a:lnTo>
                      <a:lnTo>
                        <a:pt x="873" y="4150"/>
                      </a:lnTo>
                      <a:lnTo>
                        <a:pt x="864" y="4166"/>
                      </a:lnTo>
                      <a:lnTo>
                        <a:pt x="855" y="4181"/>
                      </a:lnTo>
                      <a:lnTo>
                        <a:pt x="845" y="4197"/>
                      </a:lnTo>
                      <a:lnTo>
                        <a:pt x="834" y="4211"/>
                      </a:lnTo>
                      <a:lnTo>
                        <a:pt x="823" y="4226"/>
                      </a:lnTo>
                      <a:lnTo>
                        <a:pt x="810" y="4240"/>
                      </a:lnTo>
                      <a:lnTo>
                        <a:pt x="810" y="4240"/>
                      </a:lnTo>
                      <a:lnTo>
                        <a:pt x="796" y="4254"/>
                      </a:lnTo>
                      <a:lnTo>
                        <a:pt x="783" y="4268"/>
                      </a:lnTo>
                      <a:lnTo>
                        <a:pt x="766" y="4280"/>
                      </a:lnTo>
                      <a:lnTo>
                        <a:pt x="751" y="4293"/>
                      </a:lnTo>
                      <a:lnTo>
                        <a:pt x="735" y="4304"/>
                      </a:lnTo>
                      <a:lnTo>
                        <a:pt x="717" y="4314"/>
                      </a:lnTo>
                      <a:lnTo>
                        <a:pt x="700" y="4323"/>
                      </a:lnTo>
                      <a:lnTo>
                        <a:pt x="682" y="4332"/>
                      </a:lnTo>
                      <a:lnTo>
                        <a:pt x="664" y="4339"/>
                      </a:lnTo>
                      <a:lnTo>
                        <a:pt x="645" y="4345"/>
                      </a:lnTo>
                      <a:lnTo>
                        <a:pt x="626" y="4352"/>
                      </a:lnTo>
                      <a:lnTo>
                        <a:pt x="607" y="4355"/>
                      </a:lnTo>
                      <a:lnTo>
                        <a:pt x="587" y="4359"/>
                      </a:lnTo>
                      <a:lnTo>
                        <a:pt x="568" y="4362"/>
                      </a:lnTo>
                      <a:lnTo>
                        <a:pt x="548" y="4363"/>
                      </a:lnTo>
                      <a:lnTo>
                        <a:pt x="528" y="4364"/>
                      </a:lnTo>
                      <a:lnTo>
                        <a:pt x="528" y="4364"/>
                      </a:lnTo>
                      <a:lnTo>
                        <a:pt x="509" y="4363"/>
                      </a:lnTo>
                      <a:lnTo>
                        <a:pt x="492" y="4362"/>
                      </a:lnTo>
                      <a:lnTo>
                        <a:pt x="474" y="4360"/>
                      </a:lnTo>
                      <a:lnTo>
                        <a:pt x="457" y="4357"/>
                      </a:lnTo>
                      <a:lnTo>
                        <a:pt x="439" y="4353"/>
                      </a:lnTo>
                      <a:lnTo>
                        <a:pt x="422" y="4349"/>
                      </a:lnTo>
                      <a:lnTo>
                        <a:pt x="404" y="4344"/>
                      </a:lnTo>
                      <a:lnTo>
                        <a:pt x="388" y="4338"/>
                      </a:lnTo>
                      <a:lnTo>
                        <a:pt x="371" y="4330"/>
                      </a:lnTo>
                      <a:lnTo>
                        <a:pt x="355" y="4323"/>
                      </a:lnTo>
                      <a:lnTo>
                        <a:pt x="340" y="4315"/>
                      </a:lnTo>
                      <a:lnTo>
                        <a:pt x="324" y="4305"/>
                      </a:lnTo>
                      <a:lnTo>
                        <a:pt x="309" y="4295"/>
                      </a:lnTo>
                      <a:lnTo>
                        <a:pt x="295" y="4285"/>
                      </a:lnTo>
                      <a:lnTo>
                        <a:pt x="281" y="4274"/>
                      </a:lnTo>
                      <a:lnTo>
                        <a:pt x="267" y="4263"/>
                      </a:lnTo>
                      <a:lnTo>
                        <a:pt x="267" y="4263"/>
                      </a:lnTo>
                      <a:lnTo>
                        <a:pt x="254" y="4249"/>
                      </a:lnTo>
                      <a:lnTo>
                        <a:pt x="240" y="4234"/>
                      </a:lnTo>
                      <a:lnTo>
                        <a:pt x="227" y="4219"/>
                      </a:lnTo>
                      <a:lnTo>
                        <a:pt x="216" y="4204"/>
                      </a:lnTo>
                      <a:lnTo>
                        <a:pt x="205" y="4187"/>
                      </a:lnTo>
                      <a:lnTo>
                        <a:pt x="195" y="4172"/>
                      </a:lnTo>
                      <a:lnTo>
                        <a:pt x="186" y="4155"/>
                      </a:lnTo>
                      <a:lnTo>
                        <a:pt x="177" y="4139"/>
                      </a:lnTo>
                      <a:lnTo>
                        <a:pt x="171" y="4121"/>
                      </a:lnTo>
                      <a:lnTo>
                        <a:pt x="165" y="4103"/>
                      </a:lnTo>
                      <a:lnTo>
                        <a:pt x="158" y="4086"/>
                      </a:lnTo>
                      <a:lnTo>
                        <a:pt x="153" y="4068"/>
                      </a:lnTo>
                      <a:lnTo>
                        <a:pt x="150" y="4050"/>
                      </a:lnTo>
                      <a:lnTo>
                        <a:pt x="147" y="4032"/>
                      </a:lnTo>
                      <a:lnTo>
                        <a:pt x="145" y="4013"/>
                      </a:lnTo>
                      <a:lnTo>
                        <a:pt x="143" y="3994"/>
                      </a:lnTo>
                      <a:lnTo>
                        <a:pt x="143" y="3976"/>
                      </a:lnTo>
                      <a:lnTo>
                        <a:pt x="145" y="3958"/>
                      </a:lnTo>
                      <a:lnTo>
                        <a:pt x="146" y="3939"/>
                      </a:lnTo>
                      <a:lnTo>
                        <a:pt x="148" y="3920"/>
                      </a:lnTo>
                      <a:lnTo>
                        <a:pt x="151" y="3903"/>
                      </a:lnTo>
                      <a:lnTo>
                        <a:pt x="156" y="3884"/>
                      </a:lnTo>
                      <a:lnTo>
                        <a:pt x="161" y="3866"/>
                      </a:lnTo>
                      <a:lnTo>
                        <a:pt x="166" y="3849"/>
                      </a:lnTo>
                      <a:lnTo>
                        <a:pt x="173" y="3831"/>
                      </a:lnTo>
                      <a:lnTo>
                        <a:pt x="181" y="3814"/>
                      </a:lnTo>
                      <a:lnTo>
                        <a:pt x="190" y="3798"/>
                      </a:lnTo>
                      <a:lnTo>
                        <a:pt x="198" y="3780"/>
                      </a:lnTo>
                      <a:lnTo>
                        <a:pt x="208" y="3764"/>
                      </a:lnTo>
                      <a:lnTo>
                        <a:pt x="220" y="3749"/>
                      </a:lnTo>
                      <a:lnTo>
                        <a:pt x="232" y="3734"/>
                      </a:lnTo>
                      <a:lnTo>
                        <a:pt x="245" y="3719"/>
                      </a:lnTo>
                      <a:lnTo>
                        <a:pt x="245" y="3719"/>
                      </a:lnTo>
                      <a:lnTo>
                        <a:pt x="260" y="3703"/>
                      </a:lnTo>
                      <a:lnTo>
                        <a:pt x="274" y="3690"/>
                      </a:lnTo>
                      <a:lnTo>
                        <a:pt x="290" y="3677"/>
                      </a:lnTo>
                      <a:lnTo>
                        <a:pt x="305" y="3665"/>
                      </a:lnTo>
                      <a:lnTo>
                        <a:pt x="321" y="3655"/>
                      </a:lnTo>
                      <a:lnTo>
                        <a:pt x="339" y="3643"/>
                      </a:lnTo>
                      <a:lnTo>
                        <a:pt x="356" y="3635"/>
                      </a:lnTo>
                      <a:lnTo>
                        <a:pt x="374" y="3626"/>
                      </a:lnTo>
                      <a:lnTo>
                        <a:pt x="392" y="3619"/>
                      </a:lnTo>
                      <a:lnTo>
                        <a:pt x="410" y="3612"/>
                      </a:lnTo>
                      <a:lnTo>
                        <a:pt x="429" y="3607"/>
                      </a:lnTo>
                      <a:lnTo>
                        <a:pt x="449" y="3602"/>
                      </a:lnTo>
                      <a:lnTo>
                        <a:pt x="468" y="3599"/>
                      </a:lnTo>
                      <a:lnTo>
                        <a:pt x="488" y="3597"/>
                      </a:lnTo>
                      <a:lnTo>
                        <a:pt x="508" y="3594"/>
                      </a:lnTo>
                      <a:lnTo>
                        <a:pt x="528" y="3594"/>
                      </a:lnTo>
                      <a:lnTo>
                        <a:pt x="528" y="3594"/>
                      </a:lnTo>
                      <a:lnTo>
                        <a:pt x="531" y="3594"/>
                      </a:lnTo>
                      <a:lnTo>
                        <a:pt x="531" y="3594"/>
                      </a:lnTo>
                      <a:lnTo>
                        <a:pt x="543" y="3596"/>
                      </a:lnTo>
                      <a:lnTo>
                        <a:pt x="543" y="3596"/>
                      </a:lnTo>
                      <a:lnTo>
                        <a:pt x="552" y="3594"/>
                      </a:lnTo>
                      <a:lnTo>
                        <a:pt x="561" y="3593"/>
                      </a:lnTo>
                      <a:lnTo>
                        <a:pt x="570" y="3589"/>
                      </a:lnTo>
                      <a:lnTo>
                        <a:pt x="577" y="3584"/>
                      </a:lnTo>
                      <a:lnTo>
                        <a:pt x="577" y="3584"/>
                      </a:lnTo>
                      <a:lnTo>
                        <a:pt x="583" y="3579"/>
                      </a:lnTo>
                      <a:lnTo>
                        <a:pt x="588" y="3574"/>
                      </a:lnTo>
                      <a:lnTo>
                        <a:pt x="593" y="3569"/>
                      </a:lnTo>
                      <a:lnTo>
                        <a:pt x="597" y="3563"/>
                      </a:lnTo>
                      <a:lnTo>
                        <a:pt x="600" y="3556"/>
                      </a:lnTo>
                      <a:lnTo>
                        <a:pt x="602" y="3549"/>
                      </a:lnTo>
                      <a:lnTo>
                        <a:pt x="603" y="3542"/>
                      </a:lnTo>
                      <a:lnTo>
                        <a:pt x="603" y="3535"/>
                      </a:lnTo>
                      <a:lnTo>
                        <a:pt x="603" y="3535"/>
                      </a:lnTo>
                      <a:lnTo>
                        <a:pt x="602" y="3523"/>
                      </a:lnTo>
                      <a:lnTo>
                        <a:pt x="598" y="3512"/>
                      </a:lnTo>
                      <a:lnTo>
                        <a:pt x="598" y="3512"/>
                      </a:lnTo>
                      <a:lnTo>
                        <a:pt x="593" y="3502"/>
                      </a:lnTo>
                      <a:lnTo>
                        <a:pt x="588" y="3494"/>
                      </a:lnTo>
                      <a:lnTo>
                        <a:pt x="581" y="3487"/>
                      </a:lnTo>
                      <a:lnTo>
                        <a:pt x="572" y="3482"/>
                      </a:lnTo>
                      <a:lnTo>
                        <a:pt x="572" y="3482"/>
                      </a:lnTo>
                      <a:lnTo>
                        <a:pt x="506" y="3431"/>
                      </a:lnTo>
                      <a:lnTo>
                        <a:pt x="438" y="3383"/>
                      </a:lnTo>
                      <a:lnTo>
                        <a:pt x="368" y="3337"/>
                      </a:lnTo>
                      <a:lnTo>
                        <a:pt x="297" y="3294"/>
                      </a:lnTo>
                      <a:lnTo>
                        <a:pt x="225" y="3252"/>
                      </a:lnTo>
                      <a:lnTo>
                        <a:pt x="151" y="3213"/>
                      </a:lnTo>
                      <a:lnTo>
                        <a:pt x="77" y="3176"/>
                      </a:lnTo>
                      <a:lnTo>
                        <a:pt x="0" y="3142"/>
                      </a:lnTo>
                      <a:lnTo>
                        <a:pt x="1302" y="0"/>
                      </a:lnTo>
                      <a:lnTo>
                        <a:pt x="1302" y="0"/>
                      </a:lnTo>
                      <a:lnTo>
                        <a:pt x="1368" y="29"/>
                      </a:lnTo>
                      <a:lnTo>
                        <a:pt x="1433" y="58"/>
                      </a:lnTo>
                      <a:lnTo>
                        <a:pt x="1498" y="88"/>
                      </a:lnTo>
                      <a:lnTo>
                        <a:pt x="1564" y="119"/>
                      </a:lnTo>
                      <a:lnTo>
                        <a:pt x="1629" y="150"/>
                      </a:lnTo>
                      <a:lnTo>
                        <a:pt x="1693" y="182"/>
                      </a:lnTo>
                      <a:lnTo>
                        <a:pt x="1755" y="216"/>
                      </a:lnTo>
                      <a:lnTo>
                        <a:pt x="1819" y="248"/>
                      </a:lnTo>
                      <a:lnTo>
                        <a:pt x="1882" y="283"/>
                      </a:lnTo>
                      <a:lnTo>
                        <a:pt x="1943" y="318"/>
                      </a:lnTo>
                      <a:lnTo>
                        <a:pt x="2006" y="353"/>
                      </a:lnTo>
                      <a:lnTo>
                        <a:pt x="2068" y="390"/>
                      </a:lnTo>
                      <a:lnTo>
                        <a:pt x="2128" y="427"/>
                      </a:lnTo>
                      <a:lnTo>
                        <a:pt x="2189" y="466"/>
                      </a:lnTo>
                      <a:lnTo>
                        <a:pt x="2248" y="504"/>
                      </a:lnTo>
                      <a:lnTo>
                        <a:pt x="2308" y="544"/>
                      </a:lnTo>
                      <a:lnTo>
                        <a:pt x="2367" y="584"/>
                      </a:lnTo>
                      <a:lnTo>
                        <a:pt x="2426" y="626"/>
                      </a:lnTo>
                      <a:lnTo>
                        <a:pt x="2484" y="667"/>
                      </a:lnTo>
                      <a:lnTo>
                        <a:pt x="2541" y="708"/>
                      </a:lnTo>
                      <a:lnTo>
                        <a:pt x="2599" y="752"/>
                      </a:lnTo>
                      <a:lnTo>
                        <a:pt x="2656" y="796"/>
                      </a:lnTo>
                      <a:lnTo>
                        <a:pt x="2712" y="840"/>
                      </a:lnTo>
                      <a:lnTo>
                        <a:pt x="2767" y="885"/>
                      </a:lnTo>
                      <a:lnTo>
                        <a:pt x="2824" y="931"/>
                      </a:lnTo>
                      <a:lnTo>
                        <a:pt x="2877" y="978"/>
                      </a:lnTo>
                      <a:lnTo>
                        <a:pt x="2931" y="1024"/>
                      </a:lnTo>
                      <a:lnTo>
                        <a:pt x="2985" y="1073"/>
                      </a:lnTo>
                      <a:lnTo>
                        <a:pt x="3039" y="1121"/>
                      </a:lnTo>
                      <a:lnTo>
                        <a:pt x="3092" y="1171"/>
                      </a:lnTo>
                      <a:lnTo>
                        <a:pt x="3144" y="1221"/>
                      </a:lnTo>
                      <a:lnTo>
                        <a:pt x="3196" y="1271"/>
                      </a:lnTo>
                      <a:lnTo>
                        <a:pt x="3196" y="1271"/>
                      </a:lnTo>
                      <a:lnTo>
                        <a:pt x="3247" y="1323"/>
                      </a:lnTo>
                      <a:lnTo>
                        <a:pt x="3297" y="1374"/>
                      </a:lnTo>
                      <a:lnTo>
                        <a:pt x="3348" y="1427"/>
                      </a:lnTo>
                      <a:lnTo>
                        <a:pt x="3396" y="1479"/>
                      </a:lnTo>
                      <a:lnTo>
                        <a:pt x="3444" y="1533"/>
                      </a:lnTo>
                      <a:lnTo>
                        <a:pt x="3492" y="1586"/>
                      </a:lnTo>
                      <a:lnTo>
                        <a:pt x="3539" y="1641"/>
                      </a:lnTo>
                      <a:lnTo>
                        <a:pt x="3586" y="1695"/>
                      </a:lnTo>
                      <a:lnTo>
                        <a:pt x="3631" y="1751"/>
                      </a:lnTo>
                      <a:lnTo>
                        <a:pt x="3676" y="1807"/>
                      </a:lnTo>
                      <a:lnTo>
                        <a:pt x="3720" y="1863"/>
                      </a:lnTo>
                      <a:lnTo>
                        <a:pt x="3764" y="1919"/>
                      </a:lnTo>
                      <a:lnTo>
                        <a:pt x="3806" y="1977"/>
                      </a:lnTo>
                      <a:lnTo>
                        <a:pt x="3849" y="2035"/>
                      </a:lnTo>
                      <a:lnTo>
                        <a:pt x="3890" y="2092"/>
                      </a:lnTo>
                      <a:lnTo>
                        <a:pt x="3930" y="2151"/>
                      </a:lnTo>
                      <a:lnTo>
                        <a:pt x="3971" y="2210"/>
                      </a:lnTo>
                      <a:lnTo>
                        <a:pt x="4009" y="2270"/>
                      </a:lnTo>
                      <a:lnTo>
                        <a:pt x="4048" y="2331"/>
                      </a:lnTo>
                      <a:lnTo>
                        <a:pt x="4086" y="2391"/>
                      </a:lnTo>
                      <a:lnTo>
                        <a:pt x="4124" y="2452"/>
                      </a:lnTo>
                      <a:lnTo>
                        <a:pt x="4160" y="2514"/>
                      </a:lnTo>
                      <a:lnTo>
                        <a:pt x="4195" y="2575"/>
                      </a:lnTo>
                      <a:lnTo>
                        <a:pt x="4230" y="2638"/>
                      </a:lnTo>
                      <a:lnTo>
                        <a:pt x="4265" y="2700"/>
                      </a:lnTo>
                      <a:lnTo>
                        <a:pt x="4298" y="2763"/>
                      </a:lnTo>
                      <a:lnTo>
                        <a:pt x="4330" y="2827"/>
                      </a:lnTo>
                      <a:lnTo>
                        <a:pt x="4363" y="2891"/>
                      </a:lnTo>
                      <a:lnTo>
                        <a:pt x="4394" y="2956"/>
                      </a:lnTo>
                      <a:lnTo>
                        <a:pt x="4424" y="3021"/>
                      </a:lnTo>
                      <a:lnTo>
                        <a:pt x="4454" y="3087"/>
                      </a:lnTo>
                      <a:lnTo>
                        <a:pt x="4483" y="3152"/>
                      </a:lnTo>
                      <a:lnTo>
                        <a:pt x="1342" y="4453"/>
                      </a:lnTo>
                      <a:close/>
                    </a:path>
                  </a:pathLst>
                </a:custGeom>
                <a:solidFill>
                  <a:srgbClr val="A3202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sz="1350" dirty="0">
                    <a:latin typeface="+mj-lt"/>
                  </a:endParaRPr>
                </a:p>
              </p:txBody>
            </p:sp>
            <p:sp>
              <p:nvSpPr>
                <p:cNvPr id="56" name="Freeform 22"/>
                <p:cNvSpPr>
                  <a:spLocks/>
                </p:cNvSpPr>
                <p:nvPr/>
              </p:nvSpPr>
              <p:spPr bwMode="auto">
                <a:xfrm>
                  <a:off x="2747216" y="1540025"/>
                  <a:ext cx="2440598" cy="2245754"/>
                </a:xfrm>
                <a:custGeom>
                  <a:avLst/>
                  <a:gdLst>
                    <a:gd name="T0" fmla="*/ 59 w 4483"/>
                    <a:gd name="T1" fmla="*/ 3021 h 4453"/>
                    <a:gd name="T2" fmla="*/ 185 w 4483"/>
                    <a:gd name="T3" fmla="*/ 2763 h 4453"/>
                    <a:gd name="T4" fmla="*/ 323 w 4483"/>
                    <a:gd name="T5" fmla="*/ 2514 h 4453"/>
                    <a:gd name="T6" fmla="*/ 472 w 4483"/>
                    <a:gd name="T7" fmla="*/ 2270 h 4453"/>
                    <a:gd name="T8" fmla="*/ 634 w 4483"/>
                    <a:gd name="T9" fmla="*/ 2035 h 4453"/>
                    <a:gd name="T10" fmla="*/ 807 w 4483"/>
                    <a:gd name="T11" fmla="*/ 1807 h 4453"/>
                    <a:gd name="T12" fmla="*/ 991 w 4483"/>
                    <a:gd name="T13" fmla="*/ 1586 h 4453"/>
                    <a:gd name="T14" fmla="*/ 1186 w 4483"/>
                    <a:gd name="T15" fmla="*/ 1374 h 4453"/>
                    <a:gd name="T16" fmla="*/ 1339 w 4483"/>
                    <a:gd name="T17" fmla="*/ 1221 h 4453"/>
                    <a:gd name="T18" fmla="*/ 1550 w 4483"/>
                    <a:gd name="T19" fmla="*/ 1024 h 4453"/>
                    <a:gd name="T20" fmla="*/ 1771 w 4483"/>
                    <a:gd name="T21" fmla="*/ 840 h 4453"/>
                    <a:gd name="T22" fmla="*/ 1999 w 4483"/>
                    <a:gd name="T23" fmla="*/ 667 h 4453"/>
                    <a:gd name="T24" fmla="*/ 2234 w 4483"/>
                    <a:gd name="T25" fmla="*/ 504 h 4453"/>
                    <a:gd name="T26" fmla="*/ 2477 w 4483"/>
                    <a:gd name="T27" fmla="*/ 353 h 4453"/>
                    <a:gd name="T28" fmla="*/ 2728 w 4483"/>
                    <a:gd name="T29" fmla="*/ 214 h 4453"/>
                    <a:gd name="T30" fmla="*/ 2985 w 4483"/>
                    <a:gd name="T31" fmla="*/ 88 h 4453"/>
                    <a:gd name="T32" fmla="*/ 4483 w 4483"/>
                    <a:gd name="T33" fmla="*/ 3142 h 4453"/>
                    <a:gd name="T34" fmla="*/ 4258 w 4483"/>
                    <a:gd name="T35" fmla="*/ 3252 h 4453"/>
                    <a:gd name="T36" fmla="*/ 3977 w 4483"/>
                    <a:gd name="T37" fmla="*/ 3431 h 4453"/>
                    <a:gd name="T38" fmla="*/ 3891 w 4483"/>
                    <a:gd name="T39" fmla="*/ 3499 h 4453"/>
                    <a:gd name="T40" fmla="*/ 3880 w 4483"/>
                    <a:gd name="T41" fmla="*/ 3532 h 4453"/>
                    <a:gd name="T42" fmla="*/ 3887 w 4483"/>
                    <a:gd name="T43" fmla="*/ 3564 h 4453"/>
                    <a:gd name="T44" fmla="*/ 3905 w 4483"/>
                    <a:gd name="T45" fmla="*/ 3584 h 4453"/>
                    <a:gd name="T46" fmla="*/ 3940 w 4483"/>
                    <a:gd name="T47" fmla="*/ 3596 h 4453"/>
                    <a:gd name="T48" fmla="*/ 3955 w 4483"/>
                    <a:gd name="T49" fmla="*/ 3594 h 4453"/>
                    <a:gd name="T50" fmla="*/ 4009 w 4483"/>
                    <a:gd name="T51" fmla="*/ 3598 h 4453"/>
                    <a:gd name="T52" fmla="*/ 4079 w 4483"/>
                    <a:gd name="T53" fmla="*/ 3614 h 4453"/>
                    <a:gd name="T54" fmla="*/ 4143 w 4483"/>
                    <a:gd name="T55" fmla="*/ 3643 h 4453"/>
                    <a:gd name="T56" fmla="*/ 4202 w 4483"/>
                    <a:gd name="T57" fmla="*/ 3685 h 4453"/>
                    <a:gd name="T58" fmla="*/ 4243 w 4483"/>
                    <a:gd name="T59" fmla="*/ 3724 h 4453"/>
                    <a:gd name="T60" fmla="*/ 4287 w 4483"/>
                    <a:gd name="T61" fmla="*/ 3785 h 4453"/>
                    <a:gd name="T62" fmla="*/ 4318 w 4483"/>
                    <a:gd name="T63" fmla="*/ 3853 h 4453"/>
                    <a:gd name="T64" fmla="*/ 4336 w 4483"/>
                    <a:gd name="T65" fmla="*/ 3925 h 4453"/>
                    <a:gd name="T66" fmla="*/ 4340 w 4483"/>
                    <a:gd name="T67" fmla="*/ 3983 h 4453"/>
                    <a:gd name="T68" fmla="*/ 4332 w 4483"/>
                    <a:gd name="T69" fmla="*/ 4058 h 4453"/>
                    <a:gd name="T70" fmla="*/ 4310 w 4483"/>
                    <a:gd name="T71" fmla="*/ 4130 h 4453"/>
                    <a:gd name="T72" fmla="*/ 4273 w 4483"/>
                    <a:gd name="T73" fmla="*/ 4195 h 4453"/>
                    <a:gd name="T74" fmla="*/ 4238 w 4483"/>
                    <a:gd name="T75" fmla="*/ 4240 h 4453"/>
                    <a:gd name="T76" fmla="*/ 4178 w 4483"/>
                    <a:gd name="T77" fmla="*/ 4293 h 4453"/>
                    <a:gd name="T78" fmla="*/ 4109 w 4483"/>
                    <a:gd name="T79" fmla="*/ 4332 h 4453"/>
                    <a:gd name="T80" fmla="*/ 4034 w 4483"/>
                    <a:gd name="T81" fmla="*/ 4355 h 4453"/>
                    <a:gd name="T82" fmla="*/ 3955 w 4483"/>
                    <a:gd name="T83" fmla="*/ 4364 h 4453"/>
                    <a:gd name="T84" fmla="*/ 3901 w 4483"/>
                    <a:gd name="T85" fmla="*/ 4360 h 4453"/>
                    <a:gd name="T86" fmla="*/ 3832 w 4483"/>
                    <a:gd name="T87" fmla="*/ 4344 h 4453"/>
                    <a:gd name="T88" fmla="*/ 3767 w 4483"/>
                    <a:gd name="T89" fmla="*/ 4315 h 4453"/>
                    <a:gd name="T90" fmla="*/ 3708 w 4483"/>
                    <a:gd name="T91" fmla="*/ 4274 h 4453"/>
                    <a:gd name="T92" fmla="*/ 3665 w 4483"/>
                    <a:gd name="T93" fmla="*/ 4233 h 4453"/>
                    <a:gd name="T94" fmla="*/ 3620 w 4483"/>
                    <a:gd name="T95" fmla="*/ 4167 h 4453"/>
                    <a:gd name="T96" fmla="*/ 3588 w 4483"/>
                    <a:gd name="T97" fmla="*/ 4095 h 4453"/>
                    <a:gd name="T98" fmla="*/ 3572 w 4483"/>
                    <a:gd name="T99" fmla="*/ 4017 h 4453"/>
                    <a:gd name="T100" fmla="*/ 3571 w 4483"/>
                    <a:gd name="T101" fmla="*/ 3964 h 4453"/>
                    <a:gd name="T102" fmla="*/ 3560 w 4483"/>
                    <a:gd name="T103" fmla="*/ 3929 h 4453"/>
                    <a:gd name="T104" fmla="*/ 3539 w 4483"/>
                    <a:gd name="T105" fmla="*/ 3910 h 4453"/>
                    <a:gd name="T106" fmla="*/ 3511 w 4483"/>
                    <a:gd name="T107" fmla="*/ 3904 h 4453"/>
                    <a:gd name="T108" fmla="*/ 3486 w 4483"/>
                    <a:gd name="T109" fmla="*/ 3909 h 4453"/>
                    <a:gd name="T110" fmla="*/ 3462 w 4483"/>
                    <a:gd name="T111" fmla="*/ 3927 h 4453"/>
                    <a:gd name="T112" fmla="*/ 3367 w 4483"/>
                    <a:gd name="T113" fmla="*/ 4058 h 4453"/>
                    <a:gd name="T114" fmla="*/ 3209 w 4483"/>
                    <a:gd name="T115" fmla="*/ 4318 h 44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4483" h="4453">
                      <a:moveTo>
                        <a:pt x="0" y="3152"/>
                      </a:moveTo>
                      <a:lnTo>
                        <a:pt x="0" y="3152"/>
                      </a:lnTo>
                      <a:lnTo>
                        <a:pt x="29" y="3087"/>
                      </a:lnTo>
                      <a:lnTo>
                        <a:pt x="59" y="3021"/>
                      </a:lnTo>
                      <a:lnTo>
                        <a:pt x="89" y="2956"/>
                      </a:lnTo>
                      <a:lnTo>
                        <a:pt x="120" y="2891"/>
                      </a:lnTo>
                      <a:lnTo>
                        <a:pt x="151" y="2827"/>
                      </a:lnTo>
                      <a:lnTo>
                        <a:pt x="185" y="2763"/>
                      </a:lnTo>
                      <a:lnTo>
                        <a:pt x="218" y="2700"/>
                      </a:lnTo>
                      <a:lnTo>
                        <a:pt x="253" y="2638"/>
                      </a:lnTo>
                      <a:lnTo>
                        <a:pt x="287" y="2575"/>
                      </a:lnTo>
                      <a:lnTo>
                        <a:pt x="323" y="2514"/>
                      </a:lnTo>
                      <a:lnTo>
                        <a:pt x="359" y="2452"/>
                      </a:lnTo>
                      <a:lnTo>
                        <a:pt x="397" y="2391"/>
                      </a:lnTo>
                      <a:lnTo>
                        <a:pt x="435" y="2331"/>
                      </a:lnTo>
                      <a:lnTo>
                        <a:pt x="472" y="2270"/>
                      </a:lnTo>
                      <a:lnTo>
                        <a:pt x="512" y="2210"/>
                      </a:lnTo>
                      <a:lnTo>
                        <a:pt x="553" y="2151"/>
                      </a:lnTo>
                      <a:lnTo>
                        <a:pt x="593" y="2092"/>
                      </a:lnTo>
                      <a:lnTo>
                        <a:pt x="634" y="2035"/>
                      </a:lnTo>
                      <a:lnTo>
                        <a:pt x="677" y="1977"/>
                      </a:lnTo>
                      <a:lnTo>
                        <a:pt x="719" y="1919"/>
                      </a:lnTo>
                      <a:lnTo>
                        <a:pt x="763" y="1863"/>
                      </a:lnTo>
                      <a:lnTo>
                        <a:pt x="807" y="1807"/>
                      </a:lnTo>
                      <a:lnTo>
                        <a:pt x="852" y="1751"/>
                      </a:lnTo>
                      <a:lnTo>
                        <a:pt x="897" y="1695"/>
                      </a:lnTo>
                      <a:lnTo>
                        <a:pt x="944" y="1641"/>
                      </a:lnTo>
                      <a:lnTo>
                        <a:pt x="991" y="1586"/>
                      </a:lnTo>
                      <a:lnTo>
                        <a:pt x="1039" y="1533"/>
                      </a:lnTo>
                      <a:lnTo>
                        <a:pt x="1087" y="1479"/>
                      </a:lnTo>
                      <a:lnTo>
                        <a:pt x="1135" y="1427"/>
                      </a:lnTo>
                      <a:lnTo>
                        <a:pt x="1186" y="1374"/>
                      </a:lnTo>
                      <a:lnTo>
                        <a:pt x="1236" y="1323"/>
                      </a:lnTo>
                      <a:lnTo>
                        <a:pt x="1287" y="1271"/>
                      </a:lnTo>
                      <a:lnTo>
                        <a:pt x="1287" y="1271"/>
                      </a:lnTo>
                      <a:lnTo>
                        <a:pt x="1339" y="1221"/>
                      </a:lnTo>
                      <a:lnTo>
                        <a:pt x="1391" y="1171"/>
                      </a:lnTo>
                      <a:lnTo>
                        <a:pt x="1444" y="1121"/>
                      </a:lnTo>
                      <a:lnTo>
                        <a:pt x="1498" y="1073"/>
                      </a:lnTo>
                      <a:lnTo>
                        <a:pt x="1550" y="1024"/>
                      </a:lnTo>
                      <a:lnTo>
                        <a:pt x="1606" y="978"/>
                      </a:lnTo>
                      <a:lnTo>
                        <a:pt x="1659" y="931"/>
                      </a:lnTo>
                      <a:lnTo>
                        <a:pt x="1715" y="885"/>
                      </a:lnTo>
                      <a:lnTo>
                        <a:pt x="1771" y="840"/>
                      </a:lnTo>
                      <a:lnTo>
                        <a:pt x="1827" y="796"/>
                      </a:lnTo>
                      <a:lnTo>
                        <a:pt x="1884" y="752"/>
                      </a:lnTo>
                      <a:lnTo>
                        <a:pt x="1942" y="710"/>
                      </a:lnTo>
                      <a:lnTo>
                        <a:pt x="1999" y="667"/>
                      </a:lnTo>
                      <a:lnTo>
                        <a:pt x="2057" y="626"/>
                      </a:lnTo>
                      <a:lnTo>
                        <a:pt x="2116" y="584"/>
                      </a:lnTo>
                      <a:lnTo>
                        <a:pt x="2175" y="544"/>
                      </a:lnTo>
                      <a:lnTo>
                        <a:pt x="2234" y="504"/>
                      </a:lnTo>
                      <a:lnTo>
                        <a:pt x="2294" y="466"/>
                      </a:lnTo>
                      <a:lnTo>
                        <a:pt x="2355" y="427"/>
                      </a:lnTo>
                      <a:lnTo>
                        <a:pt x="2415" y="390"/>
                      </a:lnTo>
                      <a:lnTo>
                        <a:pt x="2477" y="353"/>
                      </a:lnTo>
                      <a:lnTo>
                        <a:pt x="2538" y="318"/>
                      </a:lnTo>
                      <a:lnTo>
                        <a:pt x="2601" y="283"/>
                      </a:lnTo>
                      <a:lnTo>
                        <a:pt x="2664" y="248"/>
                      </a:lnTo>
                      <a:lnTo>
                        <a:pt x="2728" y="214"/>
                      </a:lnTo>
                      <a:lnTo>
                        <a:pt x="2790" y="182"/>
                      </a:lnTo>
                      <a:lnTo>
                        <a:pt x="2854" y="150"/>
                      </a:lnTo>
                      <a:lnTo>
                        <a:pt x="2919" y="119"/>
                      </a:lnTo>
                      <a:lnTo>
                        <a:pt x="2985" y="88"/>
                      </a:lnTo>
                      <a:lnTo>
                        <a:pt x="3050" y="58"/>
                      </a:lnTo>
                      <a:lnTo>
                        <a:pt x="3115" y="29"/>
                      </a:lnTo>
                      <a:lnTo>
                        <a:pt x="3181" y="0"/>
                      </a:lnTo>
                      <a:lnTo>
                        <a:pt x="4483" y="3142"/>
                      </a:lnTo>
                      <a:lnTo>
                        <a:pt x="4483" y="3142"/>
                      </a:lnTo>
                      <a:lnTo>
                        <a:pt x="4406" y="3176"/>
                      </a:lnTo>
                      <a:lnTo>
                        <a:pt x="4332" y="3213"/>
                      </a:lnTo>
                      <a:lnTo>
                        <a:pt x="4258" y="3252"/>
                      </a:lnTo>
                      <a:lnTo>
                        <a:pt x="4186" y="3294"/>
                      </a:lnTo>
                      <a:lnTo>
                        <a:pt x="4115" y="3337"/>
                      </a:lnTo>
                      <a:lnTo>
                        <a:pt x="4046" y="3383"/>
                      </a:lnTo>
                      <a:lnTo>
                        <a:pt x="3977" y="3431"/>
                      </a:lnTo>
                      <a:lnTo>
                        <a:pt x="3911" y="3482"/>
                      </a:lnTo>
                      <a:lnTo>
                        <a:pt x="3911" y="3482"/>
                      </a:lnTo>
                      <a:lnTo>
                        <a:pt x="3901" y="3489"/>
                      </a:lnTo>
                      <a:lnTo>
                        <a:pt x="3891" y="3499"/>
                      </a:lnTo>
                      <a:lnTo>
                        <a:pt x="3885" y="3510"/>
                      </a:lnTo>
                      <a:lnTo>
                        <a:pt x="3881" y="3523"/>
                      </a:lnTo>
                      <a:lnTo>
                        <a:pt x="3881" y="3523"/>
                      </a:lnTo>
                      <a:lnTo>
                        <a:pt x="3880" y="3532"/>
                      </a:lnTo>
                      <a:lnTo>
                        <a:pt x="3880" y="3540"/>
                      </a:lnTo>
                      <a:lnTo>
                        <a:pt x="3881" y="3548"/>
                      </a:lnTo>
                      <a:lnTo>
                        <a:pt x="3883" y="3557"/>
                      </a:lnTo>
                      <a:lnTo>
                        <a:pt x="3887" y="3564"/>
                      </a:lnTo>
                      <a:lnTo>
                        <a:pt x="3892" y="3572"/>
                      </a:lnTo>
                      <a:lnTo>
                        <a:pt x="3897" y="3578"/>
                      </a:lnTo>
                      <a:lnTo>
                        <a:pt x="3905" y="3584"/>
                      </a:lnTo>
                      <a:lnTo>
                        <a:pt x="3905" y="3584"/>
                      </a:lnTo>
                      <a:lnTo>
                        <a:pt x="3912" y="3589"/>
                      </a:lnTo>
                      <a:lnTo>
                        <a:pt x="3921" y="3593"/>
                      </a:lnTo>
                      <a:lnTo>
                        <a:pt x="3931" y="3596"/>
                      </a:lnTo>
                      <a:lnTo>
                        <a:pt x="3940" y="3596"/>
                      </a:lnTo>
                      <a:lnTo>
                        <a:pt x="3940" y="3596"/>
                      </a:lnTo>
                      <a:lnTo>
                        <a:pt x="3952" y="3594"/>
                      </a:lnTo>
                      <a:lnTo>
                        <a:pt x="3952" y="3594"/>
                      </a:lnTo>
                      <a:lnTo>
                        <a:pt x="3955" y="3594"/>
                      </a:lnTo>
                      <a:lnTo>
                        <a:pt x="3955" y="3594"/>
                      </a:lnTo>
                      <a:lnTo>
                        <a:pt x="3974" y="3594"/>
                      </a:lnTo>
                      <a:lnTo>
                        <a:pt x="3991" y="3596"/>
                      </a:lnTo>
                      <a:lnTo>
                        <a:pt x="4009" y="3598"/>
                      </a:lnTo>
                      <a:lnTo>
                        <a:pt x="4026" y="3601"/>
                      </a:lnTo>
                      <a:lnTo>
                        <a:pt x="4044" y="3604"/>
                      </a:lnTo>
                      <a:lnTo>
                        <a:pt x="4061" y="3609"/>
                      </a:lnTo>
                      <a:lnTo>
                        <a:pt x="4079" y="3614"/>
                      </a:lnTo>
                      <a:lnTo>
                        <a:pt x="4095" y="3621"/>
                      </a:lnTo>
                      <a:lnTo>
                        <a:pt x="4112" y="3628"/>
                      </a:lnTo>
                      <a:lnTo>
                        <a:pt x="4128" y="3636"/>
                      </a:lnTo>
                      <a:lnTo>
                        <a:pt x="4143" y="3643"/>
                      </a:lnTo>
                      <a:lnTo>
                        <a:pt x="4159" y="3653"/>
                      </a:lnTo>
                      <a:lnTo>
                        <a:pt x="4174" y="3662"/>
                      </a:lnTo>
                      <a:lnTo>
                        <a:pt x="4188" y="3673"/>
                      </a:lnTo>
                      <a:lnTo>
                        <a:pt x="4202" y="3685"/>
                      </a:lnTo>
                      <a:lnTo>
                        <a:pt x="4216" y="3696"/>
                      </a:lnTo>
                      <a:lnTo>
                        <a:pt x="4216" y="3696"/>
                      </a:lnTo>
                      <a:lnTo>
                        <a:pt x="4229" y="3710"/>
                      </a:lnTo>
                      <a:lnTo>
                        <a:pt x="4243" y="3724"/>
                      </a:lnTo>
                      <a:lnTo>
                        <a:pt x="4254" y="3739"/>
                      </a:lnTo>
                      <a:lnTo>
                        <a:pt x="4267" y="3754"/>
                      </a:lnTo>
                      <a:lnTo>
                        <a:pt x="4277" y="3769"/>
                      </a:lnTo>
                      <a:lnTo>
                        <a:pt x="4287" y="3785"/>
                      </a:lnTo>
                      <a:lnTo>
                        <a:pt x="4296" y="3801"/>
                      </a:lnTo>
                      <a:lnTo>
                        <a:pt x="4305" y="3818"/>
                      </a:lnTo>
                      <a:lnTo>
                        <a:pt x="4312" y="3835"/>
                      </a:lnTo>
                      <a:lnTo>
                        <a:pt x="4318" y="3853"/>
                      </a:lnTo>
                      <a:lnTo>
                        <a:pt x="4325" y="3870"/>
                      </a:lnTo>
                      <a:lnTo>
                        <a:pt x="4328" y="3889"/>
                      </a:lnTo>
                      <a:lnTo>
                        <a:pt x="4333" y="3907"/>
                      </a:lnTo>
                      <a:lnTo>
                        <a:pt x="4336" y="3925"/>
                      </a:lnTo>
                      <a:lnTo>
                        <a:pt x="4338" y="3944"/>
                      </a:lnTo>
                      <a:lnTo>
                        <a:pt x="4340" y="3964"/>
                      </a:lnTo>
                      <a:lnTo>
                        <a:pt x="4340" y="3964"/>
                      </a:lnTo>
                      <a:lnTo>
                        <a:pt x="4340" y="3983"/>
                      </a:lnTo>
                      <a:lnTo>
                        <a:pt x="4338" y="4002"/>
                      </a:lnTo>
                      <a:lnTo>
                        <a:pt x="4337" y="4021"/>
                      </a:lnTo>
                      <a:lnTo>
                        <a:pt x="4335" y="4039"/>
                      </a:lnTo>
                      <a:lnTo>
                        <a:pt x="4332" y="4058"/>
                      </a:lnTo>
                      <a:lnTo>
                        <a:pt x="4327" y="4077"/>
                      </a:lnTo>
                      <a:lnTo>
                        <a:pt x="4322" y="4095"/>
                      </a:lnTo>
                      <a:lnTo>
                        <a:pt x="4316" y="4112"/>
                      </a:lnTo>
                      <a:lnTo>
                        <a:pt x="4310" y="4130"/>
                      </a:lnTo>
                      <a:lnTo>
                        <a:pt x="4302" y="4146"/>
                      </a:lnTo>
                      <a:lnTo>
                        <a:pt x="4293" y="4164"/>
                      </a:lnTo>
                      <a:lnTo>
                        <a:pt x="4283" y="4180"/>
                      </a:lnTo>
                      <a:lnTo>
                        <a:pt x="4273" y="4195"/>
                      </a:lnTo>
                      <a:lnTo>
                        <a:pt x="4262" y="4211"/>
                      </a:lnTo>
                      <a:lnTo>
                        <a:pt x="4251" y="4226"/>
                      </a:lnTo>
                      <a:lnTo>
                        <a:pt x="4238" y="4240"/>
                      </a:lnTo>
                      <a:lnTo>
                        <a:pt x="4238" y="4240"/>
                      </a:lnTo>
                      <a:lnTo>
                        <a:pt x="4223" y="4255"/>
                      </a:lnTo>
                      <a:lnTo>
                        <a:pt x="4209" y="4268"/>
                      </a:lnTo>
                      <a:lnTo>
                        <a:pt x="4194" y="4281"/>
                      </a:lnTo>
                      <a:lnTo>
                        <a:pt x="4178" y="4293"/>
                      </a:lnTo>
                      <a:lnTo>
                        <a:pt x="4162" y="4304"/>
                      </a:lnTo>
                      <a:lnTo>
                        <a:pt x="4144" y="4314"/>
                      </a:lnTo>
                      <a:lnTo>
                        <a:pt x="4127" y="4323"/>
                      </a:lnTo>
                      <a:lnTo>
                        <a:pt x="4109" y="4332"/>
                      </a:lnTo>
                      <a:lnTo>
                        <a:pt x="4091" y="4339"/>
                      </a:lnTo>
                      <a:lnTo>
                        <a:pt x="4073" y="4345"/>
                      </a:lnTo>
                      <a:lnTo>
                        <a:pt x="4053" y="4352"/>
                      </a:lnTo>
                      <a:lnTo>
                        <a:pt x="4034" y="4355"/>
                      </a:lnTo>
                      <a:lnTo>
                        <a:pt x="4015" y="4359"/>
                      </a:lnTo>
                      <a:lnTo>
                        <a:pt x="3995" y="4362"/>
                      </a:lnTo>
                      <a:lnTo>
                        <a:pt x="3975" y="4363"/>
                      </a:lnTo>
                      <a:lnTo>
                        <a:pt x="3955" y="4364"/>
                      </a:lnTo>
                      <a:lnTo>
                        <a:pt x="3955" y="4364"/>
                      </a:lnTo>
                      <a:lnTo>
                        <a:pt x="3937" y="4363"/>
                      </a:lnTo>
                      <a:lnTo>
                        <a:pt x="3918" y="4362"/>
                      </a:lnTo>
                      <a:lnTo>
                        <a:pt x="3901" y="4360"/>
                      </a:lnTo>
                      <a:lnTo>
                        <a:pt x="3883" y="4357"/>
                      </a:lnTo>
                      <a:lnTo>
                        <a:pt x="3866" y="4353"/>
                      </a:lnTo>
                      <a:lnTo>
                        <a:pt x="3848" y="4349"/>
                      </a:lnTo>
                      <a:lnTo>
                        <a:pt x="3832" y="4344"/>
                      </a:lnTo>
                      <a:lnTo>
                        <a:pt x="3814" y="4338"/>
                      </a:lnTo>
                      <a:lnTo>
                        <a:pt x="3798" y="4330"/>
                      </a:lnTo>
                      <a:lnTo>
                        <a:pt x="3782" y="4323"/>
                      </a:lnTo>
                      <a:lnTo>
                        <a:pt x="3767" y="4315"/>
                      </a:lnTo>
                      <a:lnTo>
                        <a:pt x="3752" y="4305"/>
                      </a:lnTo>
                      <a:lnTo>
                        <a:pt x="3737" y="4295"/>
                      </a:lnTo>
                      <a:lnTo>
                        <a:pt x="3722" y="4285"/>
                      </a:lnTo>
                      <a:lnTo>
                        <a:pt x="3708" y="4274"/>
                      </a:lnTo>
                      <a:lnTo>
                        <a:pt x="3694" y="4263"/>
                      </a:lnTo>
                      <a:lnTo>
                        <a:pt x="3694" y="4263"/>
                      </a:lnTo>
                      <a:lnTo>
                        <a:pt x="3679" y="4248"/>
                      </a:lnTo>
                      <a:lnTo>
                        <a:pt x="3665" y="4233"/>
                      </a:lnTo>
                      <a:lnTo>
                        <a:pt x="3653" y="4218"/>
                      </a:lnTo>
                      <a:lnTo>
                        <a:pt x="3641" y="4201"/>
                      </a:lnTo>
                      <a:lnTo>
                        <a:pt x="3630" y="4185"/>
                      </a:lnTo>
                      <a:lnTo>
                        <a:pt x="3620" y="4167"/>
                      </a:lnTo>
                      <a:lnTo>
                        <a:pt x="3610" y="4150"/>
                      </a:lnTo>
                      <a:lnTo>
                        <a:pt x="3603" y="4132"/>
                      </a:lnTo>
                      <a:lnTo>
                        <a:pt x="3595" y="4113"/>
                      </a:lnTo>
                      <a:lnTo>
                        <a:pt x="3588" y="4095"/>
                      </a:lnTo>
                      <a:lnTo>
                        <a:pt x="3583" y="4076"/>
                      </a:lnTo>
                      <a:lnTo>
                        <a:pt x="3578" y="4057"/>
                      </a:lnTo>
                      <a:lnTo>
                        <a:pt x="3575" y="4037"/>
                      </a:lnTo>
                      <a:lnTo>
                        <a:pt x="3572" y="4017"/>
                      </a:lnTo>
                      <a:lnTo>
                        <a:pt x="3571" y="3997"/>
                      </a:lnTo>
                      <a:lnTo>
                        <a:pt x="3570" y="3977"/>
                      </a:lnTo>
                      <a:lnTo>
                        <a:pt x="3570" y="3977"/>
                      </a:lnTo>
                      <a:lnTo>
                        <a:pt x="3571" y="3964"/>
                      </a:lnTo>
                      <a:lnTo>
                        <a:pt x="3570" y="3952"/>
                      </a:lnTo>
                      <a:lnTo>
                        <a:pt x="3566" y="3940"/>
                      </a:lnTo>
                      <a:lnTo>
                        <a:pt x="3560" y="3929"/>
                      </a:lnTo>
                      <a:lnTo>
                        <a:pt x="3560" y="3929"/>
                      </a:lnTo>
                      <a:lnTo>
                        <a:pt x="3555" y="3924"/>
                      </a:lnTo>
                      <a:lnTo>
                        <a:pt x="3550" y="3919"/>
                      </a:lnTo>
                      <a:lnTo>
                        <a:pt x="3545" y="3914"/>
                      </a:lnTo>
                      <a:lnTo>
                        <a:pt x="3539" y="3910"/>
                      </a:lnTo>
                      <a:lnTo>
                        <a:pt x="3532" y="3908"/>
                      </a:lnTo>
                      <a:lnTo>
                        <a:pt x="3525" y="3905"/>
                      </a:lnTo>
                      <a:lnTo>
                        <a:pt x="3519" y="3904"/>
                      </a:lnTo>
                      <a:lnTo>
                        <a:pt x="3511" y="3904"/>
                      </a:lnTo>
                      <a:lnTo>
                        <a:pt x="3510" y="3904"/>
                      </a:lnTo>
                      <a:lnTo>
                        <a:pt x="3510" y="3904"/>
                      </a:lnTo>
                      <a:lnTo>
                        <a:pt x="3497" y="3905"/>
                      </a:lnTo>
                      <a:lnTo>
                        <a:pt x="3486" y="3909"/>
                      </a:lnTo>
                      <a:lnTo>
                        <a:pt x="3486" y="3909"/>
                      </a:lnTo>
                      <a:lnTo>
                        <a:pt x="3477" y="3914"/>
                      </a:lnTo>
                      <a:lnTo>
                        <a:pt x="3470" y="3920"/>
                      </a:lnTo>
                      <a:lnTo>
                        <a:pt x="3462" y="3927"/>
                      </a:lnTo>
                      <a:lnTo>
                        <a:pt x="3457" y="3935"/>
                      </a:lnTo>
                      <a:lnTo>
                        <a:pt x="3457" y="3935"/>
                      </a:lnTo>
                      <a:lnTo>
                        <a:pt x="3411" y="3996"/>
                      </a:lnTo>
                      <a:lnTo>
                        <a:pt x="3367" y="4058"/>
                      </a:lnTo>
                      <a:lnTo>
                        <a:pt x="3324" y="4121"/>
                      </a:lnTo>
                      <a:lnTo>
                        <a:pt x="3284" y="4186"/>
                      </a:lnTo>
                      <a:lnTo>
                        <a:pt x="3245" y="4251"/>
                      </a:lnTo>
                      <a:lnTo>
                        <a:pt x="3209" y="4318"/>
                      </a:lnTo>
                      <a:lnTo>
                        <a:pt x="3174" y="4386"/>
                      </a:lnTo>
                      <a:lnTo>
                        <a:pt x="3141" y="4453"/>
                      </a:lnTo>
                      <a:lnTo>
                        <a:pt x="0" y="3152"/>
                      </a:lnTo>
                      <a:close/>
                    </a:path>
                  </a:pathLst>
                </a:custGeom>
                <a:solidFill>
                  <a:srgbClr val="FDB51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sz="1350" dirty="0">
                    <a:latin typeface="+mj-lt"/>
                  </a:endParaRPr>
                </a:p>
              </p:txBody>
            </p:sp>
            <p:sp>
              <p:nvSpPr>
                <p:cNvPr id="57" name="Freeform 23"/>
                <p:cNvSpPr>
                  <a:spLocks/>
                </p:cNvSpPr>
                <p:nvPr/>
              </p:nvSpPr>
              <p:spPr bwMode="auto">
                <a:xfrm>
                  <a:off x="4489111" y="1304013"/>
                  <a:ext cx="2383198" cy="1832327"/>
                </a:xfrm>
                <a:custGeom>
                  <a:avLst/>
                  <a:gdLst>
                    <a:gd name="T0" fmla="*/ 3105 w 4469"/>
                    <a:gd name="T1" fmla="*/ 3547 h 3571"/>
                    <a:gd name="T2" fmla="*/ 2916 w 4469"/>
                    <a:gd name="T3" fmla="*/ 3488 h 3571"/>
                    <a:gd name="T4" fmla="*/ 2720 w 4469"/>
                    <a:gd name="T5" fmla="*/ 3444 h 3571"/>
                    <a:gd name="T6" fmla="*/ 2665 w 4469"/>
                    <a:gd name="T7" fmla="*/ 3416 h 3571"/>
                    <a:gd name="T8" fmla="*/ 2694 w 4469"/>
                    <a:gd name="T9" fmla="*/ 3364 h 3571"/>
                    <a:gd name="T10" fmla="*/ 2715 w 4469"/>
                    <a:gd name="T11" fmla="*/ 3309 h 3571"/>
                    <a:gd name="T12" fmla="*/ 2730 w 4469"/>
                    <a:gd name="T13" fmla="*/ 3251 h 3571"/>
                    <a:gd name="T14" fmla="*/ 2738 w 4469"/>
                    <a:gd name="T15" fmla="*/ 3192 h 3571"/>
                    <a:gd name="T16" fmla="*/ 2739 w 4469"/>
                    <a:gd name="T17" fmla="*/ 3132 h 3571"/>
                    <a:gd name="T18" fmla="*/ 2735 w 4469"/>
                    <a:gd name="T19" fmla="*/ 3082 h 3571"/>
                    <a:gd name="T20" fmla="*/ 2719 w 4469"/>
                    <a:gd name="T21" fmla="*/ 3009 h 3571"/>
                    <a:gd name="T22" fmla="*/ 2694 w 4469"/>
                    <a:gd name="T23" fmla="*/ 2941 h 3571"/>
                    <a:gd name="T24" fmla="*/ 2660 w 4469"/>
                    <a:gd name="T25" fmla="*/ 2879 h 3571"/>
                    <a:gd name="T26" fmla="*/ 2617 w 4469"/>
                    <a:gd name="T27" fmla="*/ 2821 h 3571"/>
                    <a:gd name="T28" fmla="*/ 2567 w 4469"/>
                    <a:gd name="T29" fmla="*/ 2771 h 3571"/>
                    <a:gd name="T30" fmla="*/ 2511 w 4469"/>
                    <a:gd name="T31" fmla="*/ 2728 h 3571"/>
                    <a:gd name="T32" fmla="*/ 2448 w 4469"/>
                    <a:gd name="T33" fmla="*/ 2694 h 3571"/>
                    <a:gd name="T34" fmla="*/ 2382 w 4469"/>
                    <a:gd name="T35" fmla="*/ 2668 h 3571"/>
                    <a:gd name="T36" fmla="*/ 2310 w 4469"/>
                    <a:gd name="T37" fmla="*/ 2652 h 3571"/>
                    <a:gd name="T38" fmla="*/ 2235 w 4469"/>
                    <a:gd name="T39" fmla="*/ 2647 h 3571"/>
                    <a:gd name="T40" fmla="*/ 2214 w 4469"/>
                    <a:gd name="T41" fmla="*/ 2647 h 3571"/>
                    <a:gd name="T42" fmla="*/ 2137 w 4469"/>
                    <a:gd name="T43" fmla="*/ 2655 h 3571"/>
                    <a:gd name="T44" fmla="*/ 2066 w 4469"/>
                    <a:gd name="T45" fmla="*/ 2675 h 3571"/>
                    <a:gd name="T46" fmla="*/ 1998 w 4469"/>
                    <a:gd name="T47" fmla="*/ 2706 h 3571"/>
                    <a:gd name="T48" fmla="*/ 1936 w 4469"/>
                    <a:gd name="T49" fmla="*/ 2744 h 3571"/>
                    <a:gd name="T50" fmla="*/ 1880 w 4469"/>
                    <a:gd name="T51" fmla="*/ 2792 h 3571"/>
                    <a:gd name="T52" fmla="*/ 1833 w 4469"/>
                    <a:gd name="T53" fmla="*/ 2847 h 3571"/>
                    <a:gd name="T54" fmla="*/ 1793 w 4469"/>
                    <a:gd name="T55" fmla="*/ 2907 h 3571"/>
                    <a:gd name="T56" fmla="*/ 1761 w 4469"/>
                    <a:gd name="T57" fmla="*/ 2974 h 3571"/>
                    <a:gd name="T58" fmla="*/ 1740 w 4469"/>
                    <a:gd name="T59" fmla="*/ 3045 h 3571"/>
                    <a:gd name="T60" fmla="*/ 1730 w 4469"/>
                    <a:gd name="T61" fmla="*/ 3121 h 3571"/>
                    <a:gd name="T62" fmla="*/ 1730 w 4469"/>
                    <a:gd name="T63" fmla="*/ 3172 h 3571"/>
                    <a:gd name="T64" fmla="*/ 1745 w 4469"/>
                    <a:gd name="T65" fmla="*/ 3276 h 3571"/>
                    <a:gd name="T66" fmla="*/ 1780 w 4469"/>
                    <a:gd name="T67" fmla="*/ 3373 h 3571"/>
                    <a:gd name="T68" fmla="*/ 1814 w 4469"/>
                    <a:gd name="T69" fmla="*/ 3433 h 3571"/>
                    <a:gd name="T70" fmla="*/ 1618 w 4469"/>
                    <a:gd name="T71" fmla="*/ 3472 h 3571"/>
                    <a:gd name="T72" fmla="*/ 1427 w 4469"/>
                    <a:gd name="T73" fmla="*/ 3526 h 3571"/>
                    <a:gd name="T74" fmla="*/ 0 w 4469"/>
                    <a:gd name="T75" fmla="*/ 429 h 3571"/>
                    <a:gd name="T76" fmla="*/ 133 w 4469"/>
                    <a:gd name="T77" fmla="*/ 376 h 3571"/>
                    <a:gd name="T78" fmla="*/ 336 w 4469"/>
                    <a:gd name="T79" fmla="*/ 306 h 3571"/>
                    <a:gd name="T80" fmla="*/ 540 w 4469"/>
                    <a:gd name="T81" fmla="*/ 242 h 3571"/>
                    <a:gd name="T82" fmla="*/ 746 w 4469"/>
                    <a:gd name="T83" fmla="*/ 186 h 3571"/>
                    <a:gd name="T84" fmla="*/ 954 w 4469"/>
                    <a:gd name="T85" fmla="*/ 137 h 3571"/>
                    <a:gd name="T86" fmla="*/ 1163 w 4469"/>
                    <a:gd name="T87" fmla="*/ 95 h 3571"/>
                    <a:gd name="T88" fmla="*/ 1375 w 4469"/>
                    <a:gd name="T89" fmla="*/ 60 h 3571"/>
                    <a:gd name="T90" fmla="*/ 1588 w 4469"/>
                    <a:gd name="T91" fmla="*/ 34 h 3571"/>
                    <a:gd name="T92" fmla="*/ 1803 w 4469"/>
                    <a:gd name="T93" fmla="*/ 15 h 3571"/>
                    <a:gd name="T94" fmla="*/ 2018 w 4469"/>
                    <a:gd name="T95" fmla="*/ 4 h 3571"/>
                    <a:gd name="T96" fmla="*/ 2235 w 4469"/>
                    <a:gd name="T97" fmla="*/ 0 h 3571"/>
                    <a:gd name="T98" fmla="*/ 2379 w 4469"/>
                    <a:gd name="T99" fmla="*/ 3 h 3571"/>
                    <a:gd name="T100" fmla="*/ 2595 w 4469"/>
                    <a:gd name="T101" fmla="*/ 11 h 3571"/>
                    <a:gd name="T102" fmla="*/ 2811 w 4469"/>
                    <a:gd name="T103" fmla="*/ 28 h 3571"/>
                    <a:gd name="T104" fmla="*/ 3024 w 4469"/>
                    <a:gd name="T105" fmla="*/ 51 h 3571"/>
                    <a:gd name="T106" fmla="*/ 3236 w 4469"/>
                    <a:gd name="T107" fmla="*/ 83 h 3571"/>
                    <a:gd name="T108" fmla="*/ 3445 w 4469"/>
                    <a:gd name="T109" fmla="*/ 122 h 3571"/>
                    <a:gd name="T110" fmla="*/ 3654 w 4469"/>
                    <a:gd name="T111" fmla="*/ 168 h 3571"/>
                    <a:gd name="T112" fmla="*/ 3861 w 4469"/>
                    <a:gd name="T113" fmla="*/ 222 h 3571"/>
                    <a:gd name="T114" fmla="*/ 4065 w 4469"/>
                    <a:gd name="T115" fmla="*/ 283 h 3571"/>
                    <a:gd name="T116" fmla="*/ 4268 w 4469"/>
                    <a:gd name="T117" fmla="*/ 352 h 3571"/>
                    <a:gd name="T118" fmla="*/ 4469 w 4469"/>
                    <a:gd name="T119" fmla="*/ 429 h 35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4469" h="3571">
                      <a:moveTo>
                        <a:pt x="3168" y="3571"/>
                      </a:moveTo>
                      <a:lnTo>
                        <a:pt x="3168" y="3571"/>
                      </a:lnTo>
                      <a:lnTo>
                        <a:pt x="3105" y="3547"/>
                      </a:lnTo>
                      <a:lnTo>
                        <a:pt x="3042" y="3526"/>
                      </a:lnTo>
                      <a:lnTo>
                        <a:pt x="2980" y="3507"/>
                      </a:lnTo>
                      <a:lnTo>
                        <a:pt x="2916" y="3488"/>
                      </a:lnTo>
                      <a:lnTo>
                        <a:pt x="2851" y="3472"/>
                      </a:lnTo>
                      <a:lnTo>
                        <a:pt x="2785" y="3458"/>
                      </a:lnTo>
                      <a:lnTo>
                        <a:pt x="2720" y="3444"/>
                      </a:lnTo>
                      <a:lnTo>
                        <a:pt x="2655" y="3433"/>
                      </a:lnTo>
                      <a:lnTo>
                        <a:pt x="2655" y="3433"/>
                      </a:lnTo>
                      <a:lnTo>
                        <a:pt x="2665" y="3416"/>
                      </a:lnTo>
                      <a:lnTo>
                        <a:pt x="2675" y="3399"/>
                      </a:lnTo>
                      <a:lnTo>
                        <a:pt x="2685" y="3381"/>
                      </a:lnTo>
                      <a:lnTo>
                        <a:pt x="2694" y="3364"/>
                      </a:lnTo>
                      <a:lnTo>
                        <a:pt x="2701" y="3346"/>
                      </a:lnTo>
                      <a:lnTo>
                        <a:pt x="2709" y="3327"/>
                      </a:lnTo>
                      <a:lnTo>
                        <a:pt x="2715" y="3309"/>
                      </a:lnTo>
                      <a:lnTo>
                        <a:pt x="2720" y="3290"/>
                      </a:lnTo>
                      <a:lnTo>
                        <a:pt x="2725" y="3271"/>
                      </a:lnTo>
                      <a:lnTo>
                        <a:pt x="2730" y="3251"/>
                      </a:lnTo>
                      <a:lnTo>
                        <a:pt x="2734" y="3232"/>
                      </a:lnTo>
                      <a:lnTo>
                        <a:pt x="2737" y="3212"/>
                      </a:lnTo>
                      <a:lnTo>
                        <a:pt x="2738" y="3192"/>
                      </a:lnTo>
                      <a:lnTo>
                        <a:pt x="2739" y="3172"/>
                      </a:lnTo>
                      <a:lnTo>
                        <a:pt x="2740" y="3152"/>
                      </a:lnTo>
                      <a:lnTo>
                        <a:pt x="2739" y="3132"/>
                      </a:lnTo>
                      <a:lnTo>
                        <a:pt x="2739" y="3132"/>
                      </a:lnTo>
                      <a:lnTo>
                        <a:pt x="2738" y="3107"/>
                      </a:lnTo>
                      <a:lnTo>
                        <a:pt x="2735" y="3082"/>
                      </a:lnTo>
                      <a:lnTo>
                        <a:pt x="2732" y="3057"/>
                      </a:lnTo>
                      <a:lnTo>
                        <a:pt x="2725" y="3033"/>
                      </a:lnTo>
                      <a:lnTo>
                        <a:pt x="2719" y="3009"/>
                      </a:lnTo>
                      <a:lnTo>
                        <a:pt x="2713" y="2986"/>
                      </a:lnTo>
                      <a:lnTo>
                        <a:pt x="2704" y="2964"/>
                      </a:lnTo>
                      <a:lnTo>
                        <a:pt x="2694" y="2941"/>
                      </a:lnTo>
                      <a:lnTo>
                        <a:pt x="2684" y="2920"/>
                      </a:lnTo>
                      <a:lnTo>
                        <a:pt x="2673" y="2899"/>
                      </a:lnTo>
                      <a:lnTo>
                        <a:pt x="2660" y="2879"/>
                      </a:lnTo>
                      <a:lnTo>
                        <a:pt x="2646" y="2859"/>
                      </a:lnTo>
                      <a:lnTo>
                        <a:pt x="2633" y="2840"/>
                      </a:lnTo>
                      <a:lnTo>
                        <a:pt x="2617" y="2821"/>
                      </a:lnTo>
                      <a:lnTo>
                        <a:pt x="2601" y="2803"/>
                      </a:lnTo>
                      <a:lnTo>
                        <a:pt x="2585" y="2787"/>
                      </a:lnTo>
                      <a:lnTo>
                        <a:pt x="2567" y="2771"/>
                      </a:lnTo>
                      <a:lnTo>
                        <a:pt x="2550" y="2756"/>
                      </a:lnTo>
                      <a:lnTo>
                        <a:pt x="2531" y="2742"/>
                      </a:lnTo>
                      <a:lnTo>
                        <a:pt x="2511" y="2728"/>
                      </a:lnTo>
                      <a:lnTo>
                        <a:pt x="2491" y="2716"/>
                      </a:lnTo>
                      <a:lnTo>
                        <a:pt x="2471" y="2704"/>
                      </a:lnTo>
                      <a:lnTo>
                        <a:pt x="2448" y="2694"/>
                      </a:lnTo>
                      <a:lnTo>
                        <a:pt x="2427" y="2684"/>
                      </a:lnTo>
                      <a:lnTo>
                        <a:pt x="2404" y="2675"/>
                      </a:lnTo>
                      <a:lnTo>
                        <a:pt x="2382" y="2668"/>
                      </a:lnTo>
                      <a:lnTo>
                        <a:pt x="2358" y="2662"/>
                      </a:lnTo>
                      <a:lnTo>
                        <a:pt x="2334" y="2657"/>
                      </a:lnTo>
                      <a:lnTo>
                        <a:pt x="2310" y="2652"/>
                      </a:lnTo>
                      <a:lnTo>
                        <a:pt x="2285" y="2649"/>
                      </a:lnTo>
                      <a:lnTo>
                        <a:pt x="2260" y="2647"/>
                      </a:lnTo>
                      <a:lnTo>
                        <a:pt x="2235" y="2647"/>
                      </a:lnTo>
                      <a:lnTo>
                        <a:pt x="2235" y="2647"/>
                      </a:lnTo>
                      <a:lnTo>
                        <a:pt x="2214" y="2647"/>
                      </a:lnTo>
                      <a:lnTo>
                        <a:pt x="2214" y="2647"/>
                      </a:lnTo>
                      <a:lnTo>
                        <a:pt x="2189" y="2649"/>
                      </a:lnTo>
                      <a:lnTo>
                        <a:pt x="2162" y="2652"/>
                      </a:lnTo>
                      <a:lnTo>
                        <a:pt x="2137" y="2655"/>
                      </a:lnTo>
                      <a:lnTo>
                        <a:pt x="2114" y="2662"/>
                      </a:lnTo>
                      <a:lnTo>
                        <a:pt x="2088" y="2668"/>
                      </a:lnTo>
                      <a:lnTo>
                        <a:pt x="2066" y="2675"/>
                      </a:lnTo>
                      <a:lnTo>
                        <a:pt x="2042" y="2684"/>
                      </a:lnTo>
                      <a:lnTo>
                        <a:pt x="2020" y="2694"/>
                      </a:lnTo>
                      <a:lnTo>
                        <a:pt x="1998" y="2706"/>
                      </a:lnTo>
                      <a:lnTo>
                        <a:pt x="1977" y="2718"/>
                      </a:lnTo>
                      <a:lnTo>
                        <a:pt x="1956" y="2731"/>
                      </a:lnTo>
                      <a:lnTo>
                        <a:pt x="1936" y="2744"/>
                      </a:lnTo>
                      <a:lnTo>
                        <a:pt x="1917" y="2759"/>
                      </a:lnTo>
                      <a:lnTo>
                        <a:pt x="1898" y="2776"/>
                      </a:lnTo>
                      <a:lnTo>
                        <a:pt x="1880" y="2792"/>
                      </a:lnTo>
                      <a:lnTo>
                        <a:pt x="1863" y="2810"/>
                      </a:lnTo>
                      <a:lnTo>
                        <a:pt x="1848" y="2827"/>
                      </a:lnTo>
                      <a:lnTo>
                        <a:pt x="1833" y="2847"/>
                      </a:lnTo>
                      <a:lnTo>
                        <a:pt x="1818" y="2866"/>
                      </a:lnTo>
                      <a:lnTo>
                        <a:pt x="1805" y="2886"/>
                      </a:lnTo>
                      <a:lnTo>
                        <a:pt x="1793" y="2907"/>
                      </a:lnTo>
                      <a:lnTo>
                        <a:pt x="1781" y="2930"/>
                      </a:lnTo>
                      <a:lnTo>
                        <a:pt x="1771" y="2951"/>
                      </a:lnTo>
                      <a:lnTo>
                        <a:pt x="1761" y="2974"/>
                      </a:lnTo>
                      <a:lnTo>
                        <a:pt x="1754" y="2998"/>
                      </a:lnTo>
                      <a:lnTo>
                        <a:pt x="1746" y="3022"/>
                      </a:lnTo>
                      <a:lnTo>
                        <a:pt x="1740" y="3045"/>
                      </a:lnTo>
                      <a:lnTo>
                        <a:pt x="1736" y="3070"/>
                      </a:lnTo>
                      <a:lnTo>
                        <a:pt x="1732" y="3095"/>
                      </a:lnTo>
                      <a:lnTo>
                        <a:pt x="1730" y="3121"/>
                      </a:lnTo>
                      <a:lnTo>
                        <a:pt x="1729" y="3146"/>
                      </a:lnTo>
                      <a:lnTo>
                        <a:pt x="1730" y="3172"/>
                      </a:lnTo>
                      <a:lnTo>
                        <a:pt x="1730" y="3172"/>
                      </a:lnTo>
                      <a:lnTo>
                        <a:pt x="1732" y="3207"/>
                      </a:lnTo>
                      <a:lnTo>
                        <a:pt x="1737" y="3242"/>
                      </a:lnTo>
                      <a:lnTo>
                        <a:pt x="1745" y="3276"/>
                      </a:lnTo>
                      <a:lnTo>
                        <a:pt x="1754" y="3309"/>
                      </a:lnTo>
                      <a:lnTo>
                        <a:pt x="1766" y="3341"/>
                      </a:lnTo>
                      <a:lnTo>
                        <a:pt x="1780" y="3373"/>
                      </a:lnTo>
                      <a:lnTo>
                        <a:pt x="1796" y="3404"/>
                      </a:lnTo>
                      <a:lnTo>
                        <a:pt x="1814" y="3433"/>
                      </a:lnTo>
                      <a:lnTo>
                        <a:pt x="1814" y="3433"/>
                      </a:lnTo>
                      <a:lnTo>
                        <a:pt x="1749" y="3444"/>
                      </a:lnTo>
                      <a:lnTo>
                        <a:pt x="1684" y="3457"/>
                      </a:lnTo>
                      <a:lnTo>
                        <a:pt x="1618" y="3472"/>
                      </a:lnTo>
                      <a:lnTo>
                        <a:pt x="1554" y="3488"/>
                      </a:lnTo>
                      <a:lnTo>
                        <a:pt x="1490" y="3507"/>
                      </a:lnTo>
                      <a:lnTo>
                        <a:pt x="1427" y="3526"/>
                      </a:lnTo>
                      <a:lnTo>
                        <a:pt x="1364" y="3547"/>
                      </a:lnTo>
                      <a:lnTo>
                        <a:pt x="1301" y="3571"/>
                      </a:lnTo>
                      <a:lnTo>
                        <a:pt x="0" y="429"/>
                      </a:lnTo>
                      <a:lnTo>
                        <a:pt x="0" y="429"/>
                      </a:lnTo>
                      <a:lnTo>
                        <a:pt x="66" y="402"/>
                      </a:lnTo>
                      <a:lnTo>
                        <a:pt x="133" y="376"/>
                      </a:lnTo>
                      <a:lnTo>
                        <a:pt x="201" y="352"/>
                      </a:lnTo>
                      <a:lnTo>
                        <a:pt x="268" y="328"/>
                      </a:lnTo>
                      <a:lnTo>
                        <a:pt x="336" y="306"/>
                      </a:lnTo>
                      <a:lnTo>
                        <a:pt x="404" y="283"/>
                      </a:lnTo>
                      <a:lnTo>
                        <a:pt x="471" y="262"/>
                      </a:lnTo>
                      <a:lnTo>
                        <a:pt x="540" y="242"/>
                      </a:lnTo>
                      <a:lnTo>
                        <a:pt x="608" y="222"/>
                      </a:lnTo>
                      <a:lnTo>
                        <a:pt x="677" y="203"/>
                      </a:lnTo>
                      <a:lnTo>
                        <a:pt x="746" y="186"/>
                      </a:lnTo>
                      <a:lnTo>
                        <a:pt x="815" y="168"/>
                      </a:lnTo>
                      <a:lnTo>
                        <a:pt x="885" y="152"/>
                      </a:lnTo>
                      <a:lnTo>
                        <a:pt x="954" y="137"/>
                      </a:lnTo>
                      <a:lnTo>
                        <a:pt x="1024" y="122"/>
                      </a:lnTo>
                      <a:lnTo>
                        <a:pt x="1093" y="108"/>
                      </a:lnTo>
                      <a:lnTo>
                        <a:pt x="1163" y="95"/>
                      </a:lnTo>
                      <a:lnTo>
                        <a:pt x="1233" y="83"/>
                      </a:lnTo>
                      <a:lnTo>
                        <a:pt x="1305" y="71"/>
                      </a:lnTo>
                      <a:lnTo>
                        <a:pt x="1375" y="60"/>
                      </a:lnTo>
                      <a:lnTo>
                        <a:pt x="1445" y="51"/>
                      </a:lnTo>
                      <a:lnTo>
                        <a:pt x="1517" y="43"/>
                      </a:lnTo>
                      <a:lnTo>
                        <a:pt x="1588" y="34"/>
                      </a:lnTo>
                      <a:lnTo>
                        <a:pt x="1660" y="28"/>
                      </a:lnTo>
                      <a:lnTo>
                        <a:pt x="1731" y="21"/>
                      </a:lnTo>
                      <a:lnTo>
                        <a:pt x="1803" y="15"/>
                      </a:lnTo>
                      <a:lnTo>
                        <a:pt x="1874" y="11"/>
                      </a:lnTo>
                      <a:lnTo>
                        <a:pt x="1946" y="8"/>
                      </a:lnTo>
                      <a:lnTo>
                        <a:pt x="2018" y="4"/>
                      </a:lnTo>
                      <a:lnTo>
                        <a:pt x="2090" y="3"/>
                      </a:lnTo>
                      <a:lnTo>
                        <a:pt x="2162" y="1"/>
                      </a:lnTo>
                      <a:lnTo>
                        <a:pt x="2235" y="0"/>
                      </a:lnTo>
                      <a:lnTo>
                        <a:pt x="2235" y="0"/>
                      </a:lnTo>
                      <a:lnTo>
                        <a:pt x="2307" y="1"/>
                      </a:lnTo>
                      <a:lnTo>
                        <a:pt x="2379" y="3"/>
                      </a:lnTo>
                      <a:lnTo>
                        <a:pt x="2451" y="4"/>
                      </a:lnTo>
                      <a:lnTo>
                        <a:pt x="2523" y="8"/>
                      </a:lnTo>
                      <a:lnTo>
                        <a:pt x="2595" y="11"/>
                      </a:lnTo>
                      <a:lnTo>
                        <a:pt x="2666" y="15"/>
                      </a:lnTo>
                      <a:lnTo>
                        <a:pt x="2739" y="21"/>
                      </a:lnTo>
                      <a:lnTo>
                        <a:pt x="2811" y="28"/>
                      </a:lnTo>
                      <a:lnTo>
                        <a:pt x="2881" y="34"/>
                      </a:lnTo>
                      <a:lnTo>
                        <a:pt x="2952" y="43"/>
                      </a:lnTo>
                      <a:lnTo>
                        <a:pt x="3024" y="51"/>
                      </a:lnTo>
                      <a:lnTo>
                        <a:pt x="3094" y="61"/>
                      </a:lnTo>
                      <a:lnTo>
                        <a:pt x="3164" y="71"/>
                      </a:lnTo>
                      <a:lnTo>
                        <a:pt x="3236" y="83"/>
                      </a:lnTo>
                      <a:lnTo>
                        <a:pt x="3306" y="95"/>
                      </a:lnTo>
                      <a:lnTo>
                        <a:pt x="3376" y="108"/>
                      </a:lnTo>
                      <a:lnTo>
                        <a:pt x="3445" y="122"/>
                      </a:lnTo>
                      <a:lnTo>
                        <a:pt x="3515" y="137"/>
                      </a:lnTo>
                      <a:lnTo>
                        <a:pt x="3584" y="152"/>
                      </a:lnTo>
                      <a:lnTo>
                        <a:pt x="3654" y="168"/>
                      </a:lnTo>
                      <a:lnTo>
                        <a:pt x="3723" y="186"/>
                      </a:lnTo>
                      <a:lnTo>
                        <a:pt x="3792" y="203"/>
                      </a:lnTo>
                      <a:lnTo>
                        <a:pt x="3861" y="222"/>
                      </a:lnTo>
                      <a:lnTo>
                        <a:pt x="3929" y="242"/>
                      </a:lnTo>
                      <a:lnTo>
                        <a:pt x="3998" y="262"/>
                      </a:lnTo>
                      <a:lnTo>
                        <a:pt x="4065" y="283"/>
                      </a:lnTo>
                      <a:lnTo>
                        <a:pt x="4133" y="306"/>
                      </a:lnTo>
                      <a:lnTo>
                        <a:pt x="4201" y="328"/>
                      </a:lnTo>
                      <a:lnTo>
                        <a:pt x="4268" y="352"/>
                      </a:lnTo>
                      <a:lnTo>
                        <a:pt x="4336" y="377"/>
                      </a:lnTo>
                      <a:lnTo>
                        <a:pt x="4403" y="402"/>
                      </a:lnTo>
                      <a:lnTo>
                        <a:pt x="4469" y="429"/>
                      </a:lnTo>
                      <a:lnTo>
                        <a:pt x="3168" y="3571"/>
                      </a:lnTo>
                      <a:close/>
                    </a:path>
                  </a:pathLst>
                </a:custGeom>
                <a:solidFill>
                  <a:srgbClr val="6025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sz="1350" dirty="0">
                    <a:latin typeface="+mj-lt"/>
                  </a:endParaRPr>
                </a:p>
              </p:txBody>
            </p:sp>
            <p:sp>
              <p:nvSpPr>
                <p:cNvPr id="58" name="Freeform 24"/>
                <p:cNvSpPr>
                  <a:spLocks/>
                </p:cNvSpPr>
                <p:nvPr/>
              </p:nvSpPr>
              <p:spPr bwMode="auto">
                <a:xfrm>
                  <a:off x="2744149" y="4744360"/>
                  <a:ext cx="2415226" cy="2296541"/>
                </a:xfrm>
                <a:custGeom>
                  <a:avLst/>
                  <a:gdLst>
                    <a:gd name="T0" fmla="*/ 3050 w 4484"/>
                    <a:gd name="T1" fmla="*/ 4456 h 4515"/>
                    <a:gd name="T2" fmla="*/ 2789 w 4484"/>
                    <a:gd name="T3" fmla="*/ 4328 h 4515"/>
                    <a:gd name="T4" fmla="*/ 2536 w 4484"/>
                    <a:gd name="T5" fmla="*/ 4189 h 4515"/>
                    <a:gd name="T6" fmla="*/ 2290 w 4484"/>
                    <a:gd name="T7" fmla="*/ 4038 h 4515"/>
                    <a:gd name="T8" fmla="*/ 2052 w 4484"/>
                    <a:gd name="T9" fmla="*/ 3876 h 4515"/>
                    <a:gd name="T10" fmla="*/ 1822 w 4484"/>
                    <a:gd name="T11" fmla="*/ 3702 h 4515"/>
                    <a:gd name="T12" fmla="*/ 1598 w 4484"/>
                    <a:gd name="T13" fmla="*/ 3517 h 4515"/>
                    <a:gd name="T14" fmla="*/ 1384 w 4484"/>
                    <a:gd name="T15" fmla="*/ 3320 h 4515"/>
                    <a:gd name="T16" fmla="*/ 1229 w 4484"/>
                    <a:gd name="T17" fmla="*/ 3164 h 4515"/>
                    <a:gd name="T18" fmla="*/ 1032 w 4484"/>
                    <a:gd name="T19" fmla="*/ 2950 h 4515"/>
                    <a:gd name="T20" fmla="*/ 845 w 4484"/>
                    <a:gd name="T21" fmla="*/ 2728 h 4515"/>
                    <a:gd name="T22" fmla="*/ 670 w 4484"/>
                    <a:gd name="T23" fmla="*/ 2497 h 4515"/>
                    <a:gd name="T24" fmla="*/ 507 w 4484"/>
                    <a:gd name="T25" fmla="*/ 2259 h 4515"/>
                    <a:gd name="T26" fmla="*/ 355 w 4484"/>
                    <a:gd name="T27" fmla="*/ 2013 h 4515"/>
                    <a:gd name="T28" fmla="*/ 216 w 4484"/>
                    <a:gd name="T29" fmla="*/ 1760 h 4515"/>
                    <a:gd name="T30" fmla="*/ 88 w 4484"/>
                    <a:gd name="T31" fmla="*/ 1501 h 4515"/>
                    <a:gd name="T32" fmla="*/ 3140 w 4484"/>
                    <a:gd name="T33" fmla="*/ 0 h 4515"/>
                    <a:gd name="T34" fmla="*/ 3253 w 4484"/>
                    <a:gd name="T35" fmla="*/ 232 h 4515"/>
                    <a:gd name="T36" fmla="*/ 3439 w 4484"/>
                    <a:gd name="T37" fmla="*/ 524 h 4515"/>
                    <a:gd name="T38" fmla="*/ 3506 w 4484"/>
                    <a:gd name="T39" fmla="*/ 612 h 4515"/>
                    <a:gd name="T40" fmla="*/ 3537 w 4484"/>
                    <a:gd name="T41" fmla="*/ 623 h 4515"/>
                    <a:gd name="T42" fmla="*/ 3567 w 4484"/>
                    <a:gd name="T43" fmla="*/ 619 h 4515"/>
                    <a:gd name="T44" fmla="*/ 3592 w 4484"/>
                    <a:gd name="T45" fmla="*/ 600 h 4515"/>
                    <a:gd name="T46" fmla="*/ 3604 w 4484"/>
                    <a:gd name="T47" fmla="*/ 574 h 4515"/>
                    <a:gd name="T48" fmla="*/ 3603 w 4484"/>
                    <a:gd name="T49" fmla="*/ 553 h 4515"/>
                    <a:gd name="T50" fmla="*/ 3609 w 4484"/>
                    <a:gd name="T51" fmla="*/ 480 h 4515"/>
                    <a:gd name="T52" fmla="*/ 3629 w 4484"/>
                    <a:gd name="T53" fmla="*/ 410 h 4515"/>
                    <a:gd name="T54" fmla="*/ 3661 w 4484"/>
                    <a:gd name="T55" fmla="*/ 346 h 4515"/>
                    <a:gd name="T56" fmla="*/ 3706 w 4484"/>
                    <a:gd name="T57" fmla="*/ 288 h 4515"/>
                    <a:gd name="T58" fmla="*/ 3750 w 4484"/>
                    <a:gd name="T59" fmla="*/ 247 h 4515"/>
                    <a:gd name="T60" fmla="*/ 3816 w 4484"/>
                    <a:gd name="T61" fmla="*/ 204 h 4515"/>
                    <a:gd name="T62" fmla="*/ 3890 w 4484"/>
                    <a:gd name="T63" fmla="*/ 177 h 4515"/>
                    <a:gd name="T64" fmla="*/ 3968 w 4484"/>
                    <a:gd name="T65" fmla="*/ 164 h 4515"/>
                    <a:gd name="T66" fmla="*/ 4024 w 4484"/>
                    <a:gd name="T67" fmla="*/ 165 h 4515"/>
                    <a:gd name="T68" fmla="*/ 4094 w 4484"/>
                    <a:gd name="T69" fmla="*/ 179 h 4515"/>
                    <a:gd name="T70" fmla="*/ 4161 w 4484"/>
                    <a:gd name="T71" fmla="*/ 204 h 4515"/>
                    <a:gd name="T72" fmla="*/ 4221 w 4484"/>
                    <a:gd name="T73" fmla="*/ 243 h 4515"/>
                    <a:gd name="T74" fmla="*/ 4262 w 4484"/>
                    <a:gd name="T75" fmla="*/ 279 h 4515"/>
                    <a:gd name="T76" fmla="*/ 4310 w 4484"/>
                    <a:gd name="T77" fmla="*/ 338 h 4515"/>
                    <a:gd name="T78" fmla="*/ 4345 w 4484"/>
                    <a:gd name="T79" fmla="*/ 405 h 4515"/>
                    <a:gd name="T80" fmla="*/ 4366 w 4484"/>
                    <a:gd name="T81" fmla="*/ 476 h 4515"/>
                    <a:gd name="T82" fmla="*/ 4373 w 4484"/>
                    <a:gd name="T83" fmla="*/ 533 h 4515"/>
                    <a:gd name="T84" fmla="*/ 4368 w 4484"/>
                    <a:gd name="T85" fmla="*/ 609 h 4515"/>
                    <a:gd name="T86" fmla="*/ 4349 w 4484"/>
                    <a:gd name="T87" fmla="*/ 682 h 4515"/>
                    <a:gd name="T88" fmla="*/ 4316 w 4484"/>
                    <a:gd name="T89" fmla="*/ 750 h 4515"/>
                    <a:gd name="T90" fmla="*/ 4271 w 4484"/>
                    <a:gd name="T91" fmla="*/ 810 h 4515"/>
                    <a:gd name="T92" fmla="*/ 4227 w 4484"/>
                    <a:gd name="T93" fmla="*/ 850 h 4515"/>
                    <a:gd name="T94" fmla="*/ 4161 w 4484"/>
                    <a:gd name="T95" fmla="*/ 892 h 4515"/>
                    <a:gd name="T96" fmla="*/ 4087 w 4484"/>
                    <a:gd name="T97" fmla="*/ 920 h 4515"/>
                    <a:gd name="T98" fmla="*/ 4008 w 4484"/>
                    <a:gd name="T99" fmla="*/ 933 h 4515"/>
                    <a:gd name="T100" fmla="*/ 3985 w 4484"/>
                    <a:gd name="T101" fmla="*/ 934 h 4515"/>
                    <a:gd name="T102" fmla="*/ 3954 w 4484"/>
                    <a:gd name="T103" fmla="*/ 935 h 4515"/>
                    <a:gd name="T104" fmla="*/ 3931 w 4484"/>
                    <a:gd name="T105" fmla="*/ 949 h 4515"/>
                    <a:gd name="T106" fmla="*/ 3916 w 4484"/>
                    <a:gd name="T107" fmla="*/ 973 h 4515"/>
                    <a:gd name="T108" fmla="*/ 3913 w 4484"/>
                    <a:gd name="T109" fmla="*/ 993 h 4515"/>
                    <a:gd name="T110" fmla="*/ 3923 w 4484"/>
                    <a:gd name="T111" fmla="*/ 1025 h 4515"/>
                    <a:gd name="T112" fmla="*/ 3944 w 4484"/>
                    <a:gd name="T113" fmla="*/ 1047 h 4515"/>
                    <a:gd name="T114" fmla="*/ 4205 w 4484"/>
                    <a:gd name="T115" fmla="*/ 1226 h 4515"/>
                    <a:gd name="T116" fmla="*/ 4484 w 4484"/>
                    <a:gd name="T117" fmla="*/ 1373 h 45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4484" h="4515">
                      <a:moveTo>
                        <a:pt x="3183" y="4515"/>
                      </a:moveTo>
                      <a:lnTo>
                        <a:pt x="3183" y="4515"/>
                      </a:lnTo>
                      <a:lnTo>
                        <a:pt x="3117" y="4486"/>
                      </a:lnTo>
                      <a:lnTo>
                        <a:pt x="3050" y="4456"/>
                      </a:lnTo>
                      <a:lnTo>
                        <a:pt x="2985" y="4424"/>
                      </a:lnTo>
                      <a:lnTo>
                        <a:pt x="2919" y="4393"/>
                      </a:lnTo>
                      <a:lnTo>
                        <a:pt x="2855" y="4362"/>
                      </a:lnTo>
                      <a:lnTo>
                        <a:pt x="2789" y="4328"/>
                      </a:lnTo>
                      <a:lnTo>
                        <a:pt x="2725" y="4295"/>
                      </a:lnTo>
                      <a:lnTo>
                        <a:pt x="2662" y="4260"/>
                      </a:lnTo>
                      <a:lnTo>
                        <a:pt x="2599" y="4225"/>
                      </a:lnTo>
                      <a:lnTo>
                        <a:pt x="2536" y="4189"/>
                      </a:lnTo>
                      <a:lnTo>
                        <a:pt x="2475" y="4152"/>
                      </a:lnTo>
                      <a:lnTo>
                        <a:pt x="2412" y="4115"/>
                      </a:lnTo>
                      <a:lnTo>
                        <a:pt x="2351" y="4077"/>
                      </a:lnTo>
                      <a:lnTo>
                        <a:pt x="2290" y="4038"/>
                      </a:lnTo>
                      <a:lnTo>
                        <a:pt x="2230" y="3999"/>
                      </a:lnTo>
                      <a:lnTo>
                        <a:pt x="2170" y="3958"/>
                      </a:lnTo>
                      <a:lnTo>
                        <a:pt x="2111" y="3918"/>
                      </a:lnTo>
                      <a:lnTo>
                        <a:pt x="2052" y="3876"/>
                      </a:lnTo>
                      <a:lnTo>
                        <a:pt x="1993" y="3834"/>
                      </a:lnTo>
                      <a:lnTo>
                        <a:pt x="1936" y="3790"/>
                      </a:lnTo>
                      <a:lnTo>
                        <a:pt x="1878" y="3746"/>
                      </a:lnTo>
                      <a:lnTo>
                        <a:pt x="1822" y="3702"/>
                      </a:lnTo>
                      <a:lnTo>
                        <a:pt x="1765" y="3656"/>
                      </a:lnTo>
                      <a:lnTo>
                        <a:pt x="1709" y="3611"/>
                      </a:lnTo>
                      <a:lnTo>
                        <a:pt x="1654" y="3563"/>
                      </a:lnTo>
                      <a:lnTo>
                        <a:pt x="1598" y="3517"/>
                      </a:lnTo>
                      <a:lnTo>
                        <a:pt x="1545" y="3468"/>
                      </a:lnTo>
                      <a:lnTo>
                        <a:pt x="1491" y="3419"/>
                      </a:lnTo>
                      <a:lnTo>
                        <a:pt x="1437" y="3370"/>
                      </a:lnTo>
                      <a:lnTo>
                        <a:pt x="1384" y="3320"/>
                      </a:lnTo>
                      <a:lnTo>
                        <a:pt x="1333" y="3268"/>
                      </a:lnTo>
                      <a:lnTo>
                        <a:pt x="1280" y="3217"/>
                      </a:lnTo>
                      <a:lnTo>
                        <a:pt x="1280" y="3217"/>
                      </a:lnTo>
                      <a:lnTo>
                        <a:pt x="1229" y="3164"/>
                      </a:lnTo>
                      <a:lnTo>
                        <a:pt x="1178" y="3112"/>
                      </a:lnTo>
                      <a:lnTo>
                        <a:pt x="1128" y="3058"/>
                      </a:lnTo>
                      <a:lnTo>
                        <a:pt x="1079" y="3004"/>
                      </a:lnTo>
                      <a:lnTo>
                        <a:pt x="1032" y="2950"/>
                      </a:lnTo>
                      <a:lnTo>
                        <a:pt x="984" y="2895"/>
                      </a:lnTo>
                      <a:lnTo>
                        <a:pt x="937" y="2840"/>
                      </a:lnTo>
                      <a:lnTo>
                        <a:pt x="890" y="2784"/>
                      </a:lnTo>
                      <a:lnTo>
                        <a:pt x="845" y="2728"/>
                      </a:lnTo>
                      <a:lnTo>
                        <a:pt x="800" y="2670"/>
                      </a:lnTo>
                      <a:lnTo>
                        <a:pt x="756" y="2613"/>
                      </a:lnTo>
                      <a:lnTo>
                        <a:pt x="712" y="2555"/>
                      </a:lnTo>
                      <a:lnTo>
                        <a:pt x="670" y="2497"/>
                      </a:lnTo>
                      <a:lnTo>
                        <a:pt x="628" y="2438"/>
                      </a:lnTo>
                      <a:lnTo>
                        <a:pt x="587" y="2379"/>
                      </a:lnTo>
                      <a:lnTo>
                        <a:pt x="547" y="2319"/>
                      </a:lnTo>
                      <a:lnTo>
                        <a:pt x="507" y="2259"/>
                      </a:lnTo>
                      <a:lnTo>
                        <a:pt x="468" y="2198"/>
                      </a:lnTo>
                      <a:lnTo>
                        <a:pt x="429" y="2137"/>
                      </a:lnTo>
                      <a:lnTo>
                        <a:pt x="392" y="2075"/>
                      </a:lnTo>
                      <a:lnTo>
                        <a:pt x="355" y="2013"/>
                      </a:lnTo>
                      <a:lnTo>
                        <a:pt x="319" y="1951"/>
                      </a:lnTo>
                      <a:lnTo>
                        <a:pt x="283" y="1888"/>
                      </a:lnTo>
                      <a:lnTo>
                        <a:pt x="250" y="1824"/>
                      </a:lnTo>
                      <a:lnTo>
                        <a:pt x="216" y="1760"/>
                      </a:lnTo>
                      <a:lnTo>
                        <a:pt x="182" y="1696"/>
                      </a:lnTo>
                      <a:lnTo>
                        <a:pt x="151" y="1631"/>
                      </a:lnTo>
                      <a:lnTo>
                        <a:pt x="118" y="1566"/>
                      </a:lnTo>
                      <a:lnTo>
                        <a:pt x="88" y="1501"/>
                      </a:lnTo>
                      <a:lnTo>
                        <a:pt x="58" y="1434"/>
                      </a:lnTo>
                      <a:lnTo>
                        <a:pt x="29" y="1368"/>
                      </a:lnTo>
                      <a:lnTo>
                        <a:pt x="0" y="1300"/>
                      </a:lnTo>
                      <a:lnTo>
                        <a:pt x="3140" y="0"/>
                      </a:lnTo>
                      <a:lnTo>
                        <a:pt x="3140" y="0"/>
                      </a:lnTo>
                      <a:lnTo>
                        <a:pt x="3175" y="78"/>
                      </a:lnTo>
                      <a:lnTo>
                        <a:pt x="3213" y="155"/>
                      </a:lnTo>
                      <a:lnTo>
                        <a:pt x="3253" y="232"/>
                      </a:lnTo>
                      <a:lnTo>
                        <a:pt x="3296" y="307"/>
                      </a:lnTo>
                      <a:lnTo>
                        <a:pt x="3341" y="381"/>
                      </a:lnTo>
                      <a:lnTo>
                        <a:pt x="3389" y="454"/>
                      </a:lnTo>
                      <a:lnTo>
                        <a:pt x="3439" y="524"/>
                      </a:lnTo>
                      <a:lnTo>
                        <a:pt x="3491" y="593"/>
                      </a:lnTo>
                      <a:lnTo>
                        <a:pt x="3491" y="593"/>
                      </a:lnTo>
                      <a:lnTo>
                        <a:pt x="3498" y="603"/>
                      </a:lnTo>
                      <a:lnTo>
                        <a:pt x="3506" y="612"/>
                      </a:lnTo>
                      <a:lnTo>
                        <a:pt x="3518" y="618"/>
                      </a:lnTo>
                      <a:lnTo>
                        <a:pt x="3529" y="622"/>
                      </a:lnTo>
                      <a:lnTo>
                        <a:pt x="3529" y="622"/>
                      </a:lnTo>
                      <a:lnTo>
                        <a:pt x="3537" y="623"/>
                      </a:lnTo>
                      <a:lnTo>
                        <a:pt x="3544" y="624"/>
                      </a:lnTo>
                      <a:lnTo>
                        <a:pt x="3544" y="624"/>
                      </a:lnTo>
                      <a:lnTo>
                        <a:pt x="3555" y="623"/>
                      </a:lnTo>
                      <a:lnTo>
                        <a:pt x="3567" y="619"/>
                      </a:lnTo>
                      <a:lnTo>
                        <a:pt x="3578" y="614"/>
                      </a:lnTo>
                      <a:lnTo>
                        <a:pt x="3587" y="607"/>
                      </a:lnTo>
                      <a:lnTo>
                        <a:pt x="3587" y="607"/>
                      </a:lnTo>
                      <a:lnTo>
                        <a:pt x="3592" y="600"/>
                      </a:lnTo>
                      <a:lnTo>
                        <a:pt x="3597" y="594"/>
                      </a:lnTo>
                      <a:lnTo>
                        <a:pt x="3599" y="588"/>
                      </a:lnTo>
                      <a:lnTo>
                        <a:pt x="3602" y="580"/>
                      </a:lnTo>
                      <a:lnTo>
                        <a:pt x="3604" y="574"/>
                      </a:lnTo>
                      <a:lnTo>
                        <a:pt x="3604" y="567"/>
                      </a:lnTo>
                      <a:lnTo>
                        <a:pt x="3604" y="559"/>
                      </a:lnTo>
                      <a:lnTo>
                        <a:pt x="3603" y="553"/>
                      </a:lnTo>
                      <a:lnTo>
                        <a:pt x="3603" y="553"/>
                      </a:lnTo>
                      <a:lnTo>
                        <a:pt x="3604" y="534"/>
                      </a:lnTo>
                      <a:lnTo>
                        <a:pt x="3604" y="515"/>
                      </a:lnTo>
                      <a:lnTo>
                        <a:pt x="3607" y="498"/>
                      </a:lnTo>
                      <a:lnTo>
                        <a:pt x="3609" y="480"/>
                      </a:lnTo>
                      <a:lnTo>
                        <a:pt x="3613" y="462"/>
                      </a:lnTo>
                      <a:lnTo>
                        <a:pt x="3618" y="445"/>
                      </a:lnTo>
                      <a:lnTo>
                        <a:pt x="3623" y="427"/>
                      </a:lnTo>
                      <a:lnTo>
                        <a:pt x="3629" y="410"/>
                      </a:lnTo>
                      <a:lnTo>
                        <a:pt x="3636" y="393"/>
                      </a:lnTo>
                      <a:lnTo>
                        <a:pt x="3643" y="377"/>
                      </a:lnTo>
                      <a:lnTo>
                        <a:pt x="3652" y="361"/>
                      </a:lnTo>
                      <a:lnTo>
                        <a:pt x="3661" y="346"/>
                      </a:lnTo>
                      <a:lnTo>
                        <a:pt x="3671" y="331"/>
                      </a:lnTo>
                      <a:lnTo>
                        <a:pt x="3682" y="316"/>
                      </a:lnTo>
                      <a:lnTo>
                        <a:pt x="3693" y="302"/>
                      </a:lnTo>
                      <a:lnTo>
                        <a:pt x="3706" y="288"/>
                      </a:lnTo>
                      <a:lnTo>
                        <a:pt x="3706" y="288"/>
                      </a:lnTo>
                      <a:lnTo>
                        <a:pt x="3720" y="273"/>
                      </a:lnTo>
                      <a:lnTo>
                        <a:pt x="3733" y="259"/>
                      </a:lnTo>
                      <a:lnTo>
                        <a:pt x="3750" y="247"/>
                      </a:lnTo>
                      <a:lnTo>
                        <a:pt x="3765" y="236"/>
                      </a:lnTo>
                      <a:lnTo>
                        <a:pt x="3781" y="224"/>
                      </a:lnTo>
                      <a:lnTo>
                        <a:pt x="3799" y="214"/>
                      </a:lnTo>
                      <a:lnTo>
                        <a:pt x="3816" y="204"/>
                      </a:lnTo>
                      <a:lnTo>
                        <a:pt x="3834" y="197"/>
                      </a:lnTo>
                      <a:lnTo>
                        <a:pt x="3852" y="189"/>
                      </a:lnTo>
                      <a:lnTo>
                        <a:pt x="3871" y="183"/>
                      </a:lnTo>
                      <a:lnTo>
                        <a:pt x="3890" y="177"/>
                      </a:lnTo>
                      <a:lnTo>
                        <a:pt x="3909" y="172"/>
                      </a:lnTo>
                      <a:lnTo>
                        <a:pt x="3929" y="169"/>
                      </a:lnTo>
                      <a:lnTo>
                        <a:pt x="3948" y="167"/>
                      </a:lnTo>
                      <a:lnTo>
                        <a:pt x="3968" y="164"/>
                      </a:lnTo>
                      <a:lnTo>
                        <a:pt x="3988" y="164"/>
                      </a:lnTo>
                      <a:lnTo>
                        <a:pt x="3988" y="164"/>
                      </a:lnTo>
                      <a:lnTo>
                        <a:pt x="4007" y="164"/>
                      </a:lnTo>
                      <a:lnTo>
                        <a:pt x="4024" y="165"/>
                      </a:lnTo>
                      <a:lnTo>
                        <a:pt x="4042" y="168"/>
                      </a:lnTo>
                      <a:lnTo>
                        <a:pt x="4059" y="170"/>
                      </a:lnTo>
                      <a:lnTo>
                        <a:pt x="4077" y="174"/>
                      </a:lnTo>
                      <a:lnTo>
                        <a:pt x="4094" y="179"/>
                      </a:lnTo>
                      <a:lnTo>
                        <a:pt x="4112" y="184"/>
                      </a:lnTo>
                      <a:lnTo>
                        <a:pt x="4128" y="190"/>
                      </a:lnTo>
                      <a:lnTo>
                        <a:pt x="4145" y="197"/>
                      </a:lnTo>
                      <a:lnTo>
                        <a:pt x="4161" y="204"/>
                      </a:lnTo>
                      <a:lnTo>
                        <a:pt x="4176" y="213"/>
                      </a:lnTo>
                      <a:lnTo>
                        <a:pt x="4192" y="222"/>
                      </a:lnTo>
                      <a:lnTo>
                        <a:pt x="4207" y="232"/>
                      </a:lnTo>
                      <a:lnTo>
                        <a:pt x="4221" y="243"/>
                      </a:lnTo>
                      <a:lnTo>
                        <a:pt x="4235" y="254"/>
                      </a:lnTo>
                      <a:lnTo>
                        <a:pt x="4249" y="266"/>
                      </a:lnTo>
                      <a:lnTo>
                        <a:pt x="4249" y="266"/>
                      </a:lnTo>
                      <a:lnTo>
                        <a:pt x="4262" y="279"/>
                      </a:lnTo>
                      <a:lnTo>
                        <a:pt x="4276" y="293"/>
                      </a:lnTo>
                      <a:lnTo>
                        <a:pt x="4287" y="308"/>
                      </a:lnTo>
                      <a:lnTo>
                        <a:pt x="4300" y="323"/>
                      </a:lnTo>
                      <a:lnTo>
                        <a:pt x="4310" y="338"/>
                      </a:lnTo>
                      <a:lnTo>
                        <a:pt x="4320" y="355"/>
                      </a:lnTo>
                      <a:lnTo>
                        <a:pt x="4329" y="371"/>
                      </a:lnTo>
                      <a:lnTo>
                        <a:pt x="4338" y="387"/>
                      </a:lnTo>
                      <a:lnTo>
                        <a:pt x="4345" y="405"/>
                      </a:lnTo>
                      <a:lnTo>
                        <a:pt x="4351" y="422"/>
                      </a:lnTo>
                      <a:lnTo>
                        <a:pt x="4358" y="440"/>
                      </a:lnTo>
                      <a:lnTo>
                        <a:pt x="4361" y="457"/>
                      </a:lnTo>
                      <a:lnTo>
                        <a:pt x="4366" y="476"/>
                      </a:lnTo>
                      <a:lnTo>
                        <a:pt x="4369" y="495"/>
                      </a:lnTo>
                      <a:lnTo>
                        <a:pt x="4371" y="514"/>
                      </a:lnTo>
                      <a:lnTo>
                        <a:pt x="4373" y="533"/>
                      </a:lnTo>
                      <a:lnTo>
                        <a:pt x="4373" y="533"/>
                      </a:lnTo>
                      <a:lnTo>
                        <a:pt x="4373" y="553"/>
                      </a:lnTo>
                      <a:lnTo>
                        <a:pt x="4371" y="572"/>
                      </a:lnTo>
                      <a:lnTo>
                        <a:pt x="4370" y="590"/>
                      </a:lnTo>
                      <a:lnTo>
                        <a:pt x="4368" y="609"/>
                      </a:lnTo>
                      <a:lnTo>
                        <a:pt x="4365" y="628"/>
                      </a:lnTo>
                      <a:lnTo>
                        <a:pt x="4360" y="645"/>
                      </a:lnTo>
                      <a:lnTo>
                        <a:pt x="4355" y="664"/>
                      </a:lnTo>
                      <a:lnTo>
                        <a:pt x="4349" y="682"/>
                      </a:lnTo>
                      <a:lnTo>
                        <a:pt x="4343" y="699"/>
                      </a:lnTo>
                      <a:lnTo>
                        <a:pt x="4335" y="716"/>
                      </a:lnTo>
                      <a:lnTo>
                        <a:pt x="4326" y="733"/>
                      </a:lnTo>
                      <a:lnTo>
                        <a:pt x="4316" y="750"/>
                      </a:lnTo>
                      <a:lnTo>
                        <a:pt x="4306" y="765"/>
                      </a:lnTo>
                      <a:lnTo>
                        <a:pt x="4295" y="781"/>
                      </a:lnTo>
                      <a:lnTo>
                        <a:pt x="4284" y="795"/>
                      </a:lnTo>
                      <a:lnTo>
                        <a:pt x="4271" y="810"/>
                      </a:lnTo>
                      <a:lnTo>
                        <a:pt x="4271" y="810"/>
                      </a:lnTo>
                      <a:lnTo>
                        <a:pt x="4256" y="824"/>
                      </a:lnTo>
                      <a:lnTo>
                        <a:pt x="4242" y="837"/>
                      </a:lnTo>
                      <a:lnTo>
                        <a:pt x="4227" y="850"/>
                      </a:lnTo>
                      <a:lnTo>
                        <a:pt x="4211" y="862"/>
                      </a:lnTo>
                      <a:lnTo>
                        <a:pt x="4195" y="874"/>
                      </a:lnTo>
                      <a:lnTo>
                        <a:pt x="4177" y="884"/>
                      </a:lnTo>
                      <a:lnTo>
                        <a:pt x="4161" y="892"/>
                      </a:lnTo>
                      <a:lnTo>
                        <a:pt x="4142" y="901"/>
                      </a:lnTo>
                      <a:lnTo>
                        <a:pt x="4124" y="909"/>
                      </a:lnTo>
                      <a:lnTo>
                        <a:pt x="4106" y="915"/>
                      </a:lnTo>
                      <a:lnTo>
                        <a:pt x="4087" y="920"/>
                      </a:lnTo>
                      <a:lnTo>
                        <a:pt x="4067" y="925"/>
                      </a:lnTo>
                      <a:lnTo>
                        <a:pt x="4048" y="929"/>
                      </a:lnTo>
                      <a:lnTo>
                        <a:pt x="4028" y="931"/>
                      </a:lnTo>
                      <a:lnTo>
                        <a:pt x="4008" y="933"/>
                      </a:lnTo>
                      <a:lnTo>
                        <a:pt x="3988" y="934"/>
                      </a:lnTo>
                      <a:lnTo>
                        <a:pt x="3988" y="934"/>
                      </a:lnTo>
                      <a:lnTo>
                        <a:pt x="3985" y="934"/>
                      </a:lnTo>
                      <a:lnTo>
                        <a:pt x="3985" y="934"/>
                      </a:lnTo>
                      <a:lnTo>
                        <a:pt x="3973" y="933"/>
                      </a:lnTo>
                      <a:lnTo>
                        <a:pt x="3973" y="933"/>
                      </a:lnTo>
                      <a:lnTo>
                        <a:pt x="3964" y="933"/>
                      </a:lnTo>
                      <a:lnTo>
                        <a:pt x="3954" y="935"/>
                      </a:lnTo>
                      <a:lnTo>
                        <a:pt x="3945" y="939"/>
                      </a:lnTo>
                      <a:lnTo>
                        <a:pt x="3938" y="944"/>
                      </a:lnTo>
                      <a:lnTo>
                        <a:pt x="3938" y="944"/>
                      </a:lnTo>
                      <a:lnTo>
                        <a:pt x="3931" y="949"/>
                      </a:lnTo>
                      <a:lnTo>
                        <a:pt x="3926" y="954"/>
                      </a:lnTo>
                      <a:lnTo>
                        <a:pt x="3923" y="960"/>
                      </a:lnTo>
                      <a:lnTo>
                        <a:pt x="3919" y="966"/>
                      </a:lnTo>
                      <a:lnTo>
                        <a:pt x="3916" y="973"/>
                      </a:lnTo>
                      <a:lnTo>
                        <a:pt x="3914" y="979"/>
                      </a:lnTo>
                      <a:lnTo>
                        <a:pt x="3913" y="987"/>
                      </a:lnTo>
                      <a:lnTo>
                        <a:pt x="3913" y="993"/>
                      </a:lnTo>
                      <a:lnTo>
                        <a:pt x="3913" y="993"/>
                      </a:lnTo>
                      <a:lnTo>
                        <a:pt x="3914" y="1005"/>
                      </a:lnTo>
                      <a:lnTo>
                        <a:pt x="3918" y="1017"/>
                      </a:lnTo>
                      <a:lnTo>
                        <a:pt x="3918" y="1017"/>
                      </a:lnTo>
                      <a:lnTo>
                        <a:pt x="3923" y="1025"/>
                      </a:lnTo>
                      <a:lnTo>
                        <a:pt x="3928" y="1034"/>
                      </a:lnTo>
                      <a:lnTo>
                        <a:pt x="3935" y="1040"/>
                      </a:lnTo>
                      <a:lnTo>
                        <a:pt x="3944" y="1047"/>
                      </a:lnTo>
                      <a:lnTo>
                        <a:pt x="3944" y="1047"/>
                      </a:lnTo>
                      <a:lnTo>
                        <a:pt x="4008" y="1094"/>
                      </a:lnTo>
                      <a:lnTo>
                        <a:pt x="4072" y="1141"/>
                      </a:lnTo>
                      <a:lnTo>
                        <a:pt x="4138" y="1185"/>
                      </a:lnTo>
                      <a:lnTo>
                        <a:pt x="4205" y="1226"/>
                      </a:lnTo>
                      <a:lnTo>
                        <a:pt x="4274" y="1266"/>
                      </a:lnTo>
                      <a:lnTo>
                        <a:pt x="4343" y="1304"/>
                      </a:lnTo>
                      <a:lnTo>
                        <a:pt x="4413" y="1339"/>
                      </a:lnTo>
                      <a:lnTo>
                        <a:pt x="4484" y="1373"/>
                      </a:lnTo>
                      <a:lnTo>
                        <a:pt x="3183" y="4515"/>
                      </a:lnTo>
                      <a:close/>
                    </a:path>
                  </a:pathLst>
                </a:custGeom>
                <a:solidFill>
                  <a:srgbClr val="DB6A2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sz="1350" dirty="0">
                    <a:latin typeface="+mj-lt"/>
                  </a:endParaRPr>
                </a:p>
              </p:txBody>
            </p:sp>
            <p:sp>
              <p:nvSpPr>
                <p:cNvPr id="59" name="Freeform 25"/>
                <p:cNvSpPr>
                  <a:spLocks/>
                </p:cNvSpPr>
                <p:nvPr/>
              </p:nvSpPr>
              <p:spPr bwMode="auto">
                <a:xfrm>
                  <a:off x="2514070" y="3121317"/>
                  <a:ext cx="1950411" cy="2284187"/>
                </a:xfrm>
                <a:custGeom>
                  <a:avLst/>
                  <a:gdLst>
                    <a:gd name="T0" fmla="*/ 394 w 3592"/>
                    <a:gd name="T1" fmla="*/ 4435 h 4501"/>
                    <a:gd name="T2" fmla="*/ 322 w 3592"/>
                    <a:gd name="T3" fmla="*/ 4236 h 4501"/>
                    <a:gd name="T4" fmla="*/ 257 w 3592"/>
                    <a:gd name="T5" fmla="*/ 4034 h 4501"/>
                    <a:gd name="T6" fmla="*/ 199 w 3592"/>
                    <a:gd name="T7" fmla="*/ 3831 h 4501"/>
                    <a:gd name="T8" fmla="*/ 149 w 3592"/>
                    <a:gd name="T9" fmla="*/ 3625 h 4501"/>
                    <a:gd name="T10" fmla="*/ 105 w 3592"/>
                    <a:gd name="T11" fmla="*/ 3418 h 4501"/>
                    <a:gd name="T12" fmla="*/ 70 w 3592"/>
                    <a:gd name="T13" fmla="*/ 3209 h 4501"/>
                    <a:gd name="T14" fmla="*/ 41 w 3592"/>
                    <a:gd name="T15" fmla="*/ 2999 h 4501"/>
                    <a:gd name="T16" fmla="*/ 21 w 3592"/>
                    <a:gd name="T17" fmla="*/ 2787 h 4501"/>
                    <a:gd name="T18" fmla="*/ 8 w 3592"/>
                    <a:gd name="T19" fmla="*/ 2574 h 4501"/>
                    <a:gd name="T20" fmla="*/ 1 w 3592"/>
                    <a:gd name="T21" fmla="*/ 2360 h 4501"/>
                    <a:gd name="T22" fmla="*/ 1 w 3592"/>
                    <a:gd name="T23" fmla="*/ 2215 h 4501"/>
                    <a:gd name="T24" fmla="*/ 8 w 3592"/>
                    <a:gd name="T25" fmla="*/ 1993 h 4501"/>
                    <a:gd name="T26" fmla="*/ 23 w 3592"/>
                    <a:gd name="T27" fmla="*/ 1772 h 4501"/>
                    <a:gd name="T28" fmla="*/ 45 w 3592"/>
                    <a:gd name="T29" fmla="*/ 1553 h 4501"/>
                    <a:gd name="T30" fmla="*/ 75 w 3592"/>
                    <a:gd name="T31" fmla="*/ 1336 h 4501"/>
                    <a:gd name="T32" fmla="*/ 114 w 3592"/>
                    <a:gd name="T33" fmla="*/ 1120 h 4501"/>
                    <a:gd name="T34" fmla="*/ 159 w 3592"/>
                    <a:gd name="T35" fmla="*/ 906 h 4501"/>
                    <a:gd name="T36" fmla="*/ 213 w 3592"/>
                    <a:gd name="T37" fmla="*/ 694 h 4501"/>
                    <a:gd name="T38" fmla="*/ 276 w 3592"/>
                    <a:gd name="T39" fmla="*/ 483 h 4501"/>
                    <a:gd name="T40" fmla="*/ 345 w 3592"/>
                    <a:gd name="T41" fmla="*/ 275 h 4501"/>
                    <a:gd name="T42" fmla="*/ 422 w 3592"/>
                    <a:gd name="T43" fmla="*/ 68 h 4501"/>
                    <a:gd name="T44" fmla="*/ 3592 w 3592"/>
                    <a:gd name="T45" fmla="*/ 1302 h 4501"/>
                    <a:gd name="T46" fmla="*/ 3516 w 3592"/>
                    <a:gd name="T47" fmla="*/ 1510 h 4501"/>
                    <a:gd name="T48" fmla="*/ 3460 w 3592"/>
                    <a:gd name="T49" fmla="*/ 1724 h 4501"/>
                    <a:gd name="T50" fmla="*/ 3432 w 3592"/>
                    <a:gd name="T51" fmla="*/ 1868 h 4501"/>
                    <a:gd name="T52" fmla="*/ 3335 w 3592"/>
                    <a:gd name="T53" fmla="*/ 1817 h 4501"/>
                    <a:gd name="T54" fmla="*/ 3227 w 3592"/>
                    <a:gd name="T55" fmla="*/ 1790 h 4501"/>
                    <a:gd name="T56" fmla="*/ 3152 w 3592"/>
                    <a:gd name="T57" fmla="*/ 1783 h 4501"/>
                    <a:gd name="T58" fmla="*/ 3106 w 3592"/>
                    <a:gd name="T59" fmla="*/ 1786 h 4501"/>
                    <a:gd name="T60" fmla="*/ 3032 w 3592"/>
                    <a:gd name="T61" fmla="*/ 1797 h 4501"/>
                    <a:gd name="T62" fmla="*/ 2962 w 3592"/>
                    <a:gd name="T63" fmla="*/ 1820 h 4501"/>
                    <a:gd name="T64" fmla="*/ 2896 w 3592"/>
                    <a:gd name="T65" fmla="*/ 1852 h 4501"/>
                    <a:gd name="T66" fmla="*/ 2836 w 3592"/>
                    <a:gd name="T67" fmla="*/ 1895 h 4501"/>
                    <a:gd name="T68" fmla="*/ 2781 w 3592"/>
                    <a:gd name="T69" fmla="*/ 1946 h 4501"/>
                    <a:gd name="T70" fmla="*/ 2748 w 3592"/>
                    <a:gd name="T71" fmla="*/ 1985 h 4501"/>
                    <a:gd name="T72" fmla="*/ 2708 w 3592"/>
                    <a:gd name="T73" fmla="*/ 2047 h 4501"/>
                    <a:gd name="T74" fmla="*/ 2678 w 3592"/>
                    <a:gd name="T75" fmla="*/ 2114 h 4501"/>
                    <a:gd name="T76" fmla="*/ 2658 w 3592"/>
                    <a:gd name="T77" fmla="*/ 2186 h 4501"/>
                    <a:gd name="T78" fmla="*/ 2648 w 3592"/>
                    <a:gd name="T79" fmla="*/ 2258 h 4501"/>
                    <a:gd name="T80" fmla="*/ 2646 w 3592"/>
                    <a:gd name="T81" fmla="*/ 2309 h 4501"/>
                    <a:gd name="T82" fmla="*/ 2655 w 3592"/>
                    <a:gd name="T83" fmla="*/ 2384 h 4501"/>
                    <a:gd name="T84" fmla="*/ 2674 w 3592"/>
                    <a:gd name="T85" fmla="*/ 2455 h 4501"/>
                    <a:gd name="T86" fmla="*/ 2703 w 3592"/>
                    <a:gd name="T87" fmla="*/ 2522 h 4501"/>
                    <a:gd name="T88" fmla="*/ 2739 w 3592"/>
                    <a:gd name="T89" fmla="*/ 2582 h 4501"/>
                    <a:gd name="T90" fmla="*/ 2784 w 3592"/>
                    <a:gd name="T91" fmla="*/ 2637 h 4501"/>
                    <a:gd name="T92" fmla="*/ 2837 w 3592"/>
                    <a:gd name="T93" fmla="*/ 2685 h 4501"/>
                    <a:gd name="T94" fmla="*/ 2896 w 3592"/>
                    <a:gd name="T95" fmla="*/ 2725 h 4501"/>
                    <a:gd name="T96" fmla="*/ 2960 w 3592"/>
                    <a:gd name="T97" fmla="*/ 2757 h 4501"/>
                    <a:gd name="T98" fmla="*/ 3029 w 3592"/>
                    <a:gd name="T99" fmla="*/ 2780 h 4501"/>
                    <a:gd name="T100" fmla="*/ 3101 w 3592"/>
                    <a:gd name="T101" fmla="*/ 2793 h 4501"/>
                    <a:gd name="T102" fmla="*/ 3152 w 3592"/>
                    <a:gd name="T103" fmla="*/ 2795 h 4501"/>
                    <a:gd name="T104" fmla="*/ 3207 w 3592"/>
                    <a:gd name="T105" fmla="*/ 2791 h 4501"/>
                    <a:gd name="T106" fmla="*/ 3310 w 3592"/>
                    <a:gd name="T107" fmla="*/ 2770 h 4501"/>
                    <a:gd name="T108" fmla="*/ 3404 w 3592"/>
                    <a:gd name="T109" fmla="*/ 2727 h 4501"/>
                    <a:gd name="T110" fmla="*/ 3444 w 3592"/>
                    <a:gd name="T111" fmla="*/ 2772 h 4501"/>
                    <a:gd name="T112" fmla="*/ 3485 w 3592"/>
                    <a:gd name="T113" fmla="*/ 2958 h 4501"/>
                    <a:gd name="T114" fmla="*/ 3540 w 3592"/>
                    <a:gd name="T115" fmla="*/ 3140 h 45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3592" h="4501">
                      <a:moveTo>
                        <a:pt x="420" y="4501"/>
                      </a:moveTo>
                      <a:lnTo>
                        <a:pt x="420" y="4501"/>
                      </a:lnTo>
                      <a:lnTo>
                        <a:pt x="394" y="4435"/>
                      </a:lnTo>
                      <a:lnTo>
                        <a:pt x="369" y="4368"/>
                      </a:lnTo>
                      <a:lnTo>
                        <a:pt x="345" y="4302"/>
                      </a:lnTo>
                      <a:lnTo>
                        <a:pt x="322" y="4236"/>
                      </a:lnTo>
                      <a:lnTo>
                        <a:pt x="300" y="4169"/>
                      </a:lnTo>
                      <a:lnTo>
                        <a:pt x="277" y="4101"/>
                      </a:lnTo>
                      <a:lnTo>
                        <a:pt x="257" y="4034"/>
                      </a:lnTo>
                      <a:lnTo>
                        <a:pt x="237" y="3966"/>
                      </a:lnTo>
                      <a:lnTo>
                        <a:pt x="218" y="3898"/>
                      </a:lnTo>
                      <a:lnTo>
                        <a:pt x="199" y="3831"/>
                      </a:lnTo>
                      <a:lnTo>
                        <a:pt x="182" y="3762"/>
                      </a:lnTo>
                      <a:lnTo>
                        <a:pt x="164" y="3694"/>
                      </a:lnTo>
                      <a:lnTo>
                        <a:pt x="149" y="3625"/>
                      </a:lnTo>
                      <a:lnTo>
                        <a:pt x="134" y="3556"/>
                      </a:lnTo>
                      <a:lnTo>
                        <a:pt x="119" y="3487"/>
                      </a:lnTo>
                      <a:lnTo>
                        <a:pt x="105" y="3418"/>
                      </a:lnTo>
                      <a:lnTo>
                        <a:pt x="93" y="3348"/>
                      </a:lnTo>
                      <a:lnTo>
                        <a:pt x="81" y="3279"/>
                      </a:lnTo>
                      <a:lnTo>
                        <a:pt x="70" y="3209"/>
                      </a:lnTo>
                      <a:lnTo>
                        <a:pt x="60" y="3139"/>
                      </a:lnTo>
                      <a:lnTo>
                        <a:pt x="50" y="3070"/>
                      </a:lnTo>
                      <a:lnTo>
                        <a:pt x="41" y="2999"/>
                      </a:lnTo>
                      <a:lnTo>
                        <a:pt x="34" y="2928"/>
                      </a:lnTo>
                      <a:lnTo>
                        <a:pt x="26" y="2858"/>
                      </a:lnTo>
                      <a:lnTo>
                        <a:pt x="21" y="2787"/>
                      </a:lnTo>
                      <a:lnTo>
                        <a:pt x="15" y="2716"/>
                      </a:lnTo>
                      <a:lnTo>
                        <a:pt x="11" y="2646"/>
                      </a:lnTo>
                      <a:lnTo>
                        <a:pt x="8" y="2574"/>
                      </a:lnTo>
                      <a:lnTo>
                        <a:pt x="4" y="2503"/>
                      </a:lnTo>
                      <a:lnTo>
                        <a:pt x="3" y="2431"/>
                      </a:lnTo>
                      <a:lnTo>
                        <a:pt x="1" y="2360"/>
                      </a:lnTo>
                      <a:lnTo>
                        <a:pt x="0" y="2289"/>
                      </a:lnTo>
                      <a:lnTo>
                        <a:pt x="0" y="2289"/>
                      </a:lnTo>
                      <a:lnTo>
                        <a:pt x="1" y="2215"/>
                      </a:lnTo>
                      <a:lnTo>
                        <a:pt x="3" y="2141"/>
                      </a:lnTo>
                      <a:lnTo>
                        <a:pt x="5" y="2067"/>
                      </a:lnTo>
                      <a:lnTo>
                        <a:pt x="8" y="1993"/>
                      </a:lnTo>
                      <a:lnTo>
                        <a:pt x="11" y="1919"/>
                      </a:lnTo>
                      <a:lnTo>
                        <a:pt x="16" y="1846"/>
                      </a:lnTo>
                      <a:lnTo>
                        <a:pt x="23" y="1772"/>
                      </a:lnTo>
                      <a:lnTo>
                        <a:pt x="29" y="1699"/>
                      </a:lnTo>
                      <a:lnTo>
                        <a:pt x="36" y="1627"/>
                      </a:lnTo>
                      <a:lnTo>
                        <a:pt x="45" y="1553"/>
                      </a:lnTo>
                      <a:lnTo>
                        <a:pt x="54" y="1480"/>
                      </a:lnTo>
                      <a:lnTo>
                        <a:pt x="64" y="1408"/>
                      </a:lnTo>
                      <a:lnTo>
                        <a:pt x="75" y="1336"/>
                      </a:lnTo>
                      <a:lnTo>
                        <a:pt x="86" y="1263"/>
                      </a:lnTo>
                      <a:lnTo>
                        <a:pt x="100" y="1191"/>
                      </a:lnTo>
                      <a:lnTo>
                        <a:pt x="114" y="1120"/>
                      </a:lnTo>
                      <a:lnTo>
                        <a:pt x="128" y="1049"/>
                      </a:lnTo>
                      <a:lnTo>
                        <a:pt x="143" y="977"/>
                      </a:lnTo>
                      <a:lnTo>
                        <a:pt x="159" y="906"/>
                      </a:lnTo>
                      <a:lnTo>
                        <a:pt x="177" y="834"/>
                      </a:lnTo>
                      <a:lnTo>
                        <a:pt x="194" y="764"/>
                      </a:lnTo>
                      <a:lnTo>
                        <a:pt x="213" y="694"/>
                      </a:lnTo>
                      <a:lnTo>
                        <a:pt x="233" y="624"/>
                      </a:lnTo>
                      <a:lnTo>
                        <a:pt x="254" y="553"/>
                      </a:lnTo>
                      <a:lnTo>
                        <a:pt x="276" y="483"/>
                      </a:lnTo>
                      <a:lnTo>
                        <a:pt x="298" y="413"/>
                      </a:lnTo>
                      <a:lnTo>
                        <a:pt x="321" y="344"/>
                      </a:lnTo>
                      <a:lnTo>
                        <a:pt x="345" y="275"/>
                      </a:lnTo>
                      <a:lnTo>
                        <a:pt x="370" y="206"/>
                      </a:lnTo>
                      <a:lnTo>
                        <a:pt x="396" y="137"/>
                      </a:lnTo>
                      <a:lnTo>
                        <a:pt x="422" y="68"/>
                      </a:lnTo>
                      <a:lnTo>
                        <a:pt x="450" y="0"/>
                      </a:lnTo>
                      <a:lnTo>
                        <a:pt x="3592" y="1302"/>
                      </a:lnTo>
                      <a:lnTo>
                        <a:pt x="3592" y="1302"/>
                      </a:lnTo>
                      <a:lnTo>
                        <a:pt x="3564" y="1371"/>
                      </a:lnTo>
                      <a:lnTo>
                        <a:pt x="3539" y="1440"/>
                      </a:lnTo>
                      <a:lnTo>
                        <a:pt x="3516" y="1510"/>
                      </a:lnTo>
                      <a:lnTo>
                        <a:pt x="3496" y="1580"/>
                      </a:lnTo>
                      <a:lnTo>
                        <a:pt x="3478" y="1652"/>
                      </a:lnTo>
                      <a:lnTo>
                        <a:pt x="3460" y="1724"/>
                      </a:lnTo>
                      <a:lnTo>
                        <a:pt x="3445" y="1796"/>
                      </a:lnTo>
                      <a:lnTo>
                        <a:pt x="3432" y="1868"/>
                      </a:lnTo>
                      <a:lnTo>
                        <a:pt x="3432" y="1868"/>
                      </a:lnTo>
                      <a:lnTo>
                        <a:pt x="3401" y="1850"/>
                      </a:lnTo>
                      <a:lnTo>
                        <a:pt x="3368" y="1832"/>
                      </a:lnTo>
                      <a:lnTo>
                        <a:pt x="3335" y="1817"/>
                      </a:lnTo>
                      <a:lnTo>
                        <a:pt x="3300" y="1806"/>
                      </a:lnTo>
                      <a:lnTo>
                        <a:pt x="3263" y="1796"/>
                      </a:lnTo>
                      <a:lnTo>
                        <a:pt x="3227" y="1790"/>
                      </a:lnTo>
                      <a:lnTo>
                        <a:pt x="3189" y="1784"/>
                      </a:lnTo>
                      <a:lnTo>
                        <a:pt x="3152" y="1783"/>
                      </a:lnTo>
                      <a:lnTo>
                        <a:pt x="3152" y="1783"/>
                      </a:lnTo>
                      <a:lnTo>
                        <a:pt x="3132" y="1783"/>
                      </a:lnTo>
                      <a:lnTo>
                        <a:pt x="3132" y="1783"/>
                      </a:lnTo>
                      <a:lnTo>
                        <a:pt x="3106" y="1786"/>
                      </a:lnTo>
                      <a:lnTo>
                        <a:pt x="3081" y="1788"/>
                      </a:lnTo>
                      <a:lnTo>
                        <a:pt x="3058" y="1792"/>
                      </a:lnTo>
                      <a:lnTo>
                        <a:pt x="3032" y="1797"/>
                      </a:lnTo>
                      <a:lnTo>
                        <a:pt x="3009" y="1803"/>
                      </a:lnTo>
                      <a:lnTo>
                        <a:pt x="2986" y="1811"/>
                      </a:lnTo>
                      <a:lnTo>
                        <a:pt x="2962" y="1820"/>
                      </a:lnTo>
                      <a:lnTo>
                        <a:pt x="2940" y="1830"/>
                      </a:lnTo>
                      <a:lnTo>
                        <a:pt x="2918" y="1841"/>
                      </a:lnTo>
                      <a:lnTo>
                        <a:pt x="2896" y="1852"/>
                      </a:lnTo>
                      <a:lnTo>
                        <a:pt x="2876" y="1866"/>
                      </a:lnTo>
                      <a:lnTo>
                        <a:pt x="2854" y="1880"/>
                      </a:lnTo>
                      <a:lnTo>
                        <a:pt x="2836" y="1895"/>
                      </a:lnTo>
                      <a:lnTo>
                        <a:pt x="2817" y="1911"/>
                      </a:lnTo>
                      <a:lnTo>
                        <a:pt x="2798" y="1927"/>
                      </a:lnTo>
                      <a:lnTo>
                        <a:pt x="2781" y="1946"/>
                      </a:lnTo>
                      <a:lnTo>
                        <a:pt x="2781" y="1946"/>
                      </a:lnTo>
                      <a:lnTo>
                        <a:pt x="2764" y="1965"/>
                      </a:lnTo>
                      <a:lnTo>
                        <a:pt x="2748" y="1985"/>
                      </a:lnTo>
                      <a:lnTo>
                        <a:pt x="2734" y="2005"/>
                      </a:lnTo>
                      <a:lnTo>
                        <a:pt x="2720" y="2025"/>
                      </a:lnTo>
                      <a:lnTo>
                        <a:pt x="2708" y="2047"/>
                      </a:lnTo>
                      <a:lnTo>
                        <a:pt x="2697" y="2069"/>
                      </a:lnTo>
                      <a:lnTo>
                        <a:pt x="2686" y="2092"/>
                      </a:lnTo>
                      <a:lnTo>
                        <a:pt x="2678" y="2114"/>
                      </a:lnTo>
                      <a:lnTo>
                        <a:pt x="2669" y="2138"/>
                      </a:lnTo>
                      <a:lnTo>
                        <a:pt x="2663" y="2161"/>
                      </a:lnTo>
                      <a:lnTo>
                        <a:pt x="2658" y="2186"/>
                      </a:lnTo>
                      <a:lnTo>
                        <a:pt x="2653" y="2210"/>
                      </a:lnTo>
                      <a:lnTo>
                        <a:pt x="2649" y="2235"/>
                      </a:lnTo>
                      <a:lnTo>
                        <a:pt x="2648" y="2258"/>
                      </a:lnTo>
                      <a:lnTo>
                        <a:pt x="2646" y="2283"/>
                      </a:lnTo>
                      <a:lnTo>
                        <a:pt x="2646" y="2309"/>
                      </a:lnTo>
                      <a:lnTo>
                        <a:pt x="2646" y="2309"/>
                      </a:lnTo>
                      <a:lnTo>
                        <a:pt x="2649" y="2335"/>
                      </a:lnTo>
                      <a:lnTo>
                        <a:pt x="2651" y="2360"/>
                      </a:lnTo>
                      <a:lnTo>
                        <a:pt x="2655" y="2384"/>
                      </a:lnTo>
                      <a:lnTo>
                        <a:pt x="2660" y="2408"/>
                      </a:lnTo>
                      <a:lnTo>
                        <a:pt x="2666" y="2431"/>
                      </a:lnTo>
                      <a:lnTo>
                        <a:pt x="2674" y="2455"/>
                      </a:lnTo>
                      <a:lnTo>
                        <a:pt x="2683" y="2478"/>
                      </a:lnTo>
                      <a:lnTo>
                        <a:pt x="2692" y="2500"/>
                      </a:lnTo>
                      <a:lnTo>
                        <a:pt x="2703" y="2522"/>
                      </a:lnTo>
                      <a:lnTo>
                        <a:pt x="2714" y="2542"/>
                      </a:lnTo>
                      <a:lnTo>
                        <a:pt x="2727" y="2563"/>
                      </a:lnTo>
                      <a:lnTo>
                        <a:pt x="2739" y="2582"/>
                      </a:lnTo>
                      <a:lnTo>
                        <a:pt x="2754" y="2601"/>
                      </a:lnTo>
                      <a:lnTo>
                        <a:pt x="2769" y="2619"/>
                      </a:lnTo>
                      <a:lnTo>
                        <a:pt x="2784" y="2637"/>
                      </a:lnTo>
                      <a:lnTo>
                        <a:pt x="2802" y="2653"/>
                      </a:lnTo>
                      <a:lnTo>
                        <a:pt x="2818" y="2670"/>
                      </a:lnTo>
                      <a:lnTo>
                        <a:pt x="2837" y="2685"/>
                      </a:lnTo>
                      <a:lnTo>
                        <a:pt x="2856" y="2700"/>
                      </a:lnTo>
                      <a:lnTo>
                        <a:pt x="2876" y="2712"/>
                      </a:lnTo>
                      <a:lnTo>
                        <a:pt x="2896" y="2725"/>
                      </a:lnTo>
                      <a:lnTo>
                        <a:pt x="2916" y="2737"/>
                      </a:lnTo>
                      <a:lnTo>
                        <a:pt x="2937" y="2747"/>
                      </a:lnTo>
                      <a:lnTo>
                        <a:pt x="2960" y="2757"/>
                      </a:lnTo>
                      <a:lnTo>
                        <a:pt x="2982" y="2765"/>
                      </a:lnTo>
                      <a:lnTo>
                        <a:pt x="3005" y="2772"/>
                      </a:lnTo>
                      <a:lnTo>
                        <a:pt x="3029" y="2780"/>
                      </a:lnTo>
                      <a:lnTo>
                        <a:pt x="3053" y="2785"/>
                      </a:lnTo>
                      <a:lnTo>
                        <a:pt x="3076" y="2789"/>
                      </a:lnTo>
                      <a:lnTo>
                        <a:pt x="3101" y="2793"/>
                      </a:lnTo>
                      <a:lnTo>
                        <a:pt x="3127" y="2794"/>
                      </a:lnTo>
                      <a:lnTo>
                        <a:pt x="3152" y="2795"/>
                      </a:lnTo>
                      <a:lnTo>
                        <a:pt x="3152" y="2795"/>
                      </a:lnTo>
                      <a:lnTo>
                        <a:pt x="3172" y="2794"/>
                      </a:lnTo>
                      <a:lnTo>
                        <a:pt x="3172" y="2794"/>
                      </a:lnTo>
                      <a:lnTo>
                        <a:pt x="3207" y="2791"/>
                      </a:lnTo>
                      <a:lnTo>
                        <a:pt x="3242" y="2786"/>
                      </a:lnTo>
                      <a:lnTo>
                        <a:pt x="3276" y="2779"/>
                      </a:lnTo>
                      <a:lnTo>
                        <a:pt x="3310" y="2770"/>
                      </a:lnTo>
                      <a:lnTo>
                        <a:pt x="3342" y="2757"/>
                      </a:lnTo>
                      <a:lnTo>
                        <a:pt x="3373" y="2744"/>
                      </a:lnTo>
                      <a:lnTo>
                        <a:pt x="3404" y="2727"/>
                      </a:lnTo>
                      <a:lnTo>
                        <a:pt x="3432" y="2710"/>
                      </a:lnTo>
                      <a:lnTo>
                        <a:pt x="3432" y="2710"/>
                      </a:lnTo>
                      <a:lnTo>
                        <a:pt x="3444" y="2772"/>
                      </a:lnTo>
                      <a:lnTo>
                        <a:pt x="3456" y="2834"/>
                      </a:lnTo>
                      <a:lnTo>
                        <a:pt x="3470" y="2897"/>
                      </a:lnTo>
                      <a:lnTo>
                        <a:pt x="3485" y="2958"/>
                      </a:lnTo>
                      <a:lnTo>
                        <a:pt x="3501" y="3019"/>
                      </a:lnTo>
                      <a:lnTo>
                        <a:pt x="3520" y="3080"/>
                      </a:lnTo>
                      <a:lnTo>
                        <a:pt x="3540" y="3140"/>
                      </a:lnTo>
                      <a:lnTo>
                        <a:pt x="3562" y="3200"/>
                      </a:lnTo>
                      <a:lnTo>
                        <a:pt x="420" y="4501"/>
                      </a:lnTo>
                      <a:close/>
                    </a:path>
                  </a:pathLst>
                </a:custGeom>
                <a:solidFill>
                  <a:srgbClr val="E98C2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sz="1350" dirty="0">
                    <a:latin typeface="+mj-lt"/>
                  </a:endParaRPr>
                </a:p>
              </p:txBody>
            </p:sp>
            <p:sp>
              <p:nvSpPr>
                <p:cNvPr id="60" name="Freeform 26"/>
                <p:cNvSpPr>
                  <a:spLocks/>
                </p:cNvSpPr>
                <p:nvPr/>
              </p:nvSpPr>
              <p:spPr bwMode="auto">
                <a:xfrm>
                  <a:off x="4461044" y="5442581"/>
                  <a:ext cx="2435893" cy="1817011"/>
                </a:xfrm>
                <a:custGeom>
                  <a:avLst/>
                  <a:gdLst>
                    <a:gd name="T0" fmla="*/ 2192 w 4531"/>
                    <a:gd name="T1" fmla="*/ 3581 h 3581"/>
                    <a:gd name="T2" fmla="*/ 1973 w 4531"/>
                    <a:gd name="T3" fmla="*/ 3575 h 3581"/>
                    <a:gd name="T4" fmla="*/ 1755 w 4531"/>
                    <a:gd name="T5" fmla="*/ 3560 h 3581"/>
                    <a:gd name="T6" fmla="*/ 1538 w 4531"/>
                    <a:gd name="T7" fmla="*/ 3538 h 3581"/>
                    <a:gd name="T8" fmla="*/ 1322 w 4531"/>
                    <a:gd name="T9" fmla="*/ 3508 h 3581"/>
                    <a:gd name="T10" fmla="*/ 1108 w 4531"/>
                    <a:gd name="T11" fmla="*/ 3471 h 3581"/>
                    <a:gd name="T12" fmla="*/ 896 w 4531"/>
                    <a:gd name="T13" fmla="*/ 3426 h 3581"/>
                    <a:gd name="T14" fmla="*/ 685 w 4531"/>
                    <a:gd name="T15" fmla="*/ 3373 h 3581"/>
                    <a:gd name="T16" fmla="*/ 477 w 4531"/>
                    <a:gd name="T17" fmla="*/ 3311 h 3581"/>
                    <a:gd name="T18" fmla="*/ 272 w 4531"/>
                    <a:gd name="T19" fmla="*/ 3244 h 3581"/>
                    <a:gd name="T20" fmla="*/ 67 w 4531"/>
                    <a:gd name="T21" fmla="*/ 3167 h 3581"/>
                    <a:gd name="T22" fmla="*/ 1301 w 4531"/>
                    <a:gd name="T23" fmla="*/ 0 h 3581"/>
                    <a:gd name="T24" fmla="*/ 1501 w 4531"/>
                    <a:gd name="T25" fmla="*/ 69 h 3581"/>
                    <a:gd name="T26" fmla="*/ 1706 w 4531"/>
                    <a:gd name="T27" fmla="*/ 123 h 3581"/>
                    <a:gd name="T28" fmla="*/ 1845 w 4531"/>
                    <a:gd name="T29" fmla="*/ 149 h 3581"/>
                    <a:gd name="T30" fmla="*/ 1815 w 4531"/>
                    <a:gd name="T31" fmla="*/ 200 h 3581"/>
                    <a:gd name="T32" fmla="*/ 1791 w 4531"/>
                    <a:gd name="T33" fmla="*/ 255 h 3581"/>
                    <a:gd name="T34" fmla="*/ 1775 w 4531"/>
                    <a:gd name="T35" fmla="*/ 311 h 3581"/>
                    <a:gd name="T36" fmla="*/ 1763 w 4531"/>
                    <a:gd name="T37" fmla="*/ 370 h 3581"/>
                    <a:gd name="T38" fmla="*/ 1760 w 4531"/>
                    <a:gd name="T39" fmla="*/ 430 h 3581"/>
                    <a:gd name="T40" fmla="*/ 1762 w 4531"/>
                    <a:gd name="T41" fmla="*/ 475 h 3581"/>
                    <a:gd name="T42" fmla="*/ 1775 w 4531"/>
                    <a:gd name="T43" fmla="*/ 549 h 3581"/>
                    <a:gd name="T44" fmla="*/ 1796 w 4531"/>
                    <a:gd name="T45" fmla="*/ 618 h 3581"/>
                    <a:gd name="T46" fmla="*/ 1827 w 4531"/>
                    <a:gd name="T47" fmla="*/ 684 h 3581"/>
                    <a:gd name="T48" fmla="*/ 1867 w 4531"/>
                    <a:gd name="T49" fmla="*/ 743 h 3581"/>
                    <a:gd name="T50" fmla="*/ 1915 w 4531"/>
                    <a:gd name="T51" fmla="*/ 795 h 3581"/>
                    <a:gd name="T52" fmla="*/ 1969 w 4531"/>
                    <a:gd name="T53" fmla="*/ 840 h 3581"/>
                    <a:gd name="T54" fmla="*/ 2030 w 4531"/>
                    <a:gd name="T55" fmla="*/ 878 h 3581"/>
                    <a:gd name="T56" fmla="*/ 2096 w 4531"/>
                    <a:gd name="T57" fmla="*/ 907 h 3581"/>
                    <a:gd name="T58" fmla="*/ 2166 w 4531"/>
                    <a:gd name="T59" fmla="*/ 926 h 3581"/>
                    <a:gd name="T60" fmla="*/ 2240 w 4531"/>
                    <a:gd name="T61" fmla="*/ 934 h 3581"/>
                    <a:gd name="T62" fmla="*/ 2286 w 4531"/>
                    <a:gd name="T63" fmla="*/ 934 h 3581"/>
                    <a:gd name="T64" fmla="*/ 2336 w 4531"/>
                    <a:gd name="T65" fmla="*/ 931 h 3581"/>
                    <a:gd name="T66" fmla="*/ 2409 w 4531"/>
                    <a:gd name="T67" fmla="*/ 914 h 3581"/>
                    <a:gd name="T68" fmla="*/ 2478 w 4531"/>
                    <a:gd name="T69" fmla="*/ 889 h 3581"/>
                    <a:gd name="T70" fmla="*/ 2542 w 4531"/>
                    <a:gd name="T71" fmla="*/ 853 h 3581"/>
                    <a:gd name="T72" fmla="*/ 2601 w 4531"/>
                    <a:gd name="T73" fmla="*/ 808 h 3581"/>
                    <a:gd name="T74" fmla="*/ 2637 w 4531"/>
                    <a:gd name="T75" fmla="*/ 773 h 3581"/>
                    <a:gd name="T76" fmla="*/ 2684 w 4531"/>
                    <a:gd name="T77" fmla="*/ 714 h 3581"/>
                    <a:gd name="T78" fmla="*/ 2721 w 4531"/>
                    <a:gd name="T79" fmla="*/ 650 h 3581"/>
                    <a:gd name="T80" fmla="*/ 2748 w 4531"/>
                    <a:gd name="T81" fmla="*/ 581 h 3581"/>
                    <a:gd name="T82" fmla="*/ 2765 w 4531"/>
                    <a:gd name="T83" fmla="*/ 509 h 3581"/>
                    <a:gd name="T84" fmla="*/ 2771 w 4531"/>
                    <a:gd name="T85" fmla="*/ 435 h 3581"/>
                    <a:gd name="T86" fmla="*/ 2768 w 4531"/>
                    <a:gd name="T87" fmla="*/ 374 h 3581"/>
                    <a:gd name="T88" fmla="*/ 2746 w 4531"/>
                    <a:gd name="T89" fmla="*/ 272 h 3581"/>
                    <a:gd name="T90" fmla="*/ 2704 w 4531"/>
                    <a:gd name="T91" fmla="*/ 178 h 3581"/>
                    <a:gd name="T92" fmla="*/ 2756 w 4531"/>
                    <a:gd name="T93" fmla="*/ 137 h 3581"/>
                    <a:gd name="T94" fmla="*/ 2962 w 4531"/>
                    <a:gd name="T95" fmla="*/ 89 h 3581"/>
                    <a:gd name="T96" fmla="*/ 3165 w 4531"/>
                    <a:gd name="T97" fmla="*/ 24 h 3581"/>
                    <a:gd name="T98" fmla="*/ 4531 w 4531"/>
                    <a:gd name="T99" fmla="*/ 3141 h 3581"/>
                    <a:gd name="T100" fmla="*/ 4328 w 4531"/>
                    <a:gd name="T101" fmla="*/ 3219 h 3581"/>
                    <a:gd name="T102" fmla="*/ 4123 w 4531"/>
                    <a:gd name="T103" fmla="*/ 3290 h 3581"/>
                    <a:gd name="T104" fmla="*/ 3915 w 4531"/>
                    <a:gd name="T105" fmla="*/ 3353 h 3581"/>
                    <a:gd name="T106" fmla="*/ 3705 w 4531"/>
                    <a:gd name="T107" fmla="*/ 3409 h 3581"/>
                    <a:gd name="T108" fmla="*/ 3493 w 4531"/>
                    <a:gd name="T109" fmla="*/ 3457 h 3581"/>
                    <a:gd name="T110" fmla="*/ 3280 w 4531"/>
                    <a:gd name="T111" fmla="*/ 3497 h 3581"/>
                    <a:gd name="T112" fmla="*/ 3066 w 4531"/>
                    <a:gd name="T113" fmla="*/ 3530 h 3581"/>
                    <a:gd name="T114" fmla="*/ 2849 w 4531"/>
                    <a:gd name="T115" fmla="*/ 3553 h 3581"/>
                    <a:gd name="T116" fmla="*/ 2631 w 4531"/>
                    <a:gd name="T117" fmla="*/ 3571 h 3581"/>
                    <a:gd name="T118" fmla="*/ 2413 w 4531"/>
                    <a:gd name="T119" fmla="*/ 3580 h 3581"/>
                    <a:gd name="T120" fmla="*/ 2266 w 4531"/>
                    <a:gd name="T121" fmla="*/ 3581 h 35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4531" h="3581">
                      <a:moveTo>
                        <a:pt x="2266" y="3581"/>
                      </a:moveTo>
                      <a:lnTo>
                        <a:pt x="2266" y="3581"/>
                      </a:lnTo>
                      <a:lnTo>
                        <a:pt x="2192" y="3581"/>
                      </a:lnTo>
                      <a:lnTo>
                        <a:pt x="2118" y="3580"/>
                      </a:lnTo>
                      <a:lnTo>
                        <a:pt x="2045" y="3577"/>
                      </a:lnTo>
                      <a:lnTo>
                        <a:pt x="1973" y="3575"/>
                      </a:lnTo>
                      <a:lnTo>
                        <a:pt x="1900" y="3571"/>
                      </a:lnTo>
                      <a:lnTo>
                        <a:pt x="1827" y="3566"/>
                      </a:lnTo>
                      <a:lnTo>
                        <a:pt x="1755" y="3560"/>
                      </a:lnTo>
                      <a:lnTo>
                        <a:pt x="1682" y="3553"/>
                      </a:lnTo>
                      <a:lnTo>
                        <a:pt x="1609" y="3546"/>
                      </a:lnTo>
                      <a:lnTo>
                        <a:pt x="1538" y="3538"/>
                      </a:lnTo>
                      <a:lnTo>
                        <a:pt x="1465" y="3530"/>
                      </a:lnTo>
                      <a:lnTo>
                        <a:pt x="1394" y="3520"/>
                      </a:lnTo>
                      <a:lnTo>
                        <a:pt x="1322" y="3508"/>
                      </a:lnTo>
                      <a:lnTo>
                        <a:pt x="1251" y="3497"/>
                      </a:lnTo>
                      <a:lnTo>
                        <a:pt x="1179" y="3484"/>
                      </a:lnTo>
                      <a:lnTo>
                        <a:pt x="1108" y="3471"/>
                      </a:lnTo>
                      <a:lnTo>
                        <a:pt x="1038" y="3457"/>
                      </a:lnTo>
                      <a:lnTo>
                        <a:pt x="966" y="3442"/>
                      </a:lnTo>
                      <a:lnTo>
                        <a:pt x="896" y="3426"/>
                      </a:lnTo>
                      <a:lnTo>
                        <a:pt x="826" y="3409"/>
                      </a:lnTo>
                      <a:lnTo>
                        <a:pt x="756" y="3392"/>
                      </a:lnTo>
                      <a:lnTo>
                        <a:pt x="685" y="3373"/>
                      </a:lnTo>
                      <a:lnTo>
                        <a:pt x="616" y="3353"/>
                      </a:lnTo>
                      <a:lnTo>
                        <a:pt x="547" y="3333"/>
                      </a:lnTo>
                      <a:lnTo>
                        <a:pt x="477" y="3311"/>
                      </a:lnTo>
                      <a:lnTo>
                        <a:pt x="408" y="3290"/>
                      </a:lnTo>
                      <a:lnTo>
                        <a:pt x="339" y="3268"/>
                      </a:lnTo>
                      <a:lnTo>
                        <a:pt x="272" y="3244"/>
                      </a:lnTo>
                      <a:lnTo>
                        <a:pt x="203" y="3219"/>
                      </a:lnTo>
                      <a:lnTo>
                        <a:pt x="135" y="3194"/>
                      </a:lnTo>
                      <a:lnTo>
                        <a:pt x="67" y="3167"/>
                      </a:lnTo>
                      <a:lnTo>
                        <a:pt x="0" y="3141"/>
                      </a:lnTo>
                      <a:lnTo>
                        <a:pt x="1301" y="0"/>
                      </a:lnTo>
                      <a:lnTo>
                        <a:pt x="1301" y="0"/>
                      </a:lnTo>
                      <a:lnTo>
                        <a:pt x="1366" y="25"/>
                      </a:lnTo>
                      <a:lnTo>
                        <a:pt x="1434" y="48"/>
                      </a:lnTo>
                      <a:lnTo>
                        <a:pt x="1501" y="69"/>
                      </a:lnTo>
                      <a:lnTo>
                        <a:pt x="1569" y="89"/>
                      </a:lnTo>
                      <a:lnTo>
                        <a:pt x="1637" y="107"/>
                      </a:lnTo>
                      <a:lnTo>
                        <a:pt x="1706" y="123"/>
                      </a:lnTo>
                      <a:lnTo>
                        <a:pt x="1776" y="137"/>
                      </a:lnTo>
                      <a:lnTo>
                        <a:pt x="1845" y="149"/>
                      </a:lnTo>
                      <a:lnTo>
                        <a:pt x="1845" y="149"/>
                      </a:lnTo>
                      <a:lnTo>
                        <a:pt x="1835" y="166"/>
                      </a:lnTo>
                      <a:lnTo>
                        <a:pt x="1825" y="183"/>
                      </a:lnTo>
                      <a:lnTo>
                        <a:pt x="1815" y="200"/>
                      </a:lnTo>
                      <a:lnTo>
                        <a:pt x="1806" y="218"/>
                      </a:lnTo>
                      <a:lnTo>
                        <a:pt x="1799" y="236"/>
                      </a:lnTo>
                      <a:lnTo>
                        <a:pt x="1791" y="255"/>
                      </a:lnTo>
                      <a:lnTo>
                        <a:pt x="1785" y="274"/>
                      </a:lnTo>
                      <a:lnTo>
                        <a:pt x="1780" y="292"/>
                      </a:lnTo>
                      <a:lnTo>
                        <a:pt x="1775" y="311"/>
                      </a:lnTo>
                      <a:lnTo>
                        <a:pt x="1770" y="330"/>
                      </a:lnTo>
                      <a:lnTo>
                        <a:pt x="1766" y="350"/>
                      </a:lnTo>
                      <a:lnTo>
                        <a:pt x="1763" y="370"/>
                      </a:lnTo>
                      <a:lnTo>
                        <a:pt x="1762" y="390"/>
                      </a:lnTo>
                      <a:lnTo>
                        <a:pt x="1761" y="410"/>
                      </a:lnTo>
                      <a:lnTo>
                        <a:pt x="1760" y="430"/>
                      </a:lnTo>
                      <a:lnTo>
                        <a:pt x="1761" y="450"/>
                      </a:lnTo>
                      <a:lnTo>
                        <a:pt x="1761" y="450"/>
                      </a:lnTo>
                      <a:lnTo>
                        <a:pt x="1762" y="475"/>
                      </a:lnTo>
                      <a:lnTo>
                        <a:pt x="1765" y="501"/>
                      </a:lnTo>
                      <a:lnTo>
                        <a:pt x="1768" y="524"/>
                      </a:lnTo>
                      <a:lnTo>
                        <a:pt x="1775" y="549"/>
                      </a:lnTo>
                      <a:lnTo>
                        <a:pt x="1781" y="573"/>
                      </a:lnTo>
                      <a:lnTo>
                        <a:pt x="1787" y="596"/>
                      </a:lnTo>
                      <a:lnTo>
                        <a:pt x="1796" y="618"/>
                      </a:lnTo>
                      <a:lnTo>
                        <a:pt x="1806" y="641"/>
                      </a:lnTo>
                      <a:lnTo>
                        <a:pt x="1816" y="662"/>
                      </a:lnTo>
                      <a:lnTo>
                        <a:pt x="1827" y="684"/>
                      </a:lnTo>
                      <a:lnTo>
                        <a:pt x="1840" y="704"/>
                      </a:lnTo>
                      <a:lnTo>
                        <a:pt x="1854" y="724"/>
                      </a:lnTo>
                      <a:lnTo>
                        <a:pt x="1867" y="743"/>
                      </a:lnTo>
                      <a:lnTo>
                        <a:pt x="1883" y="760"/>
                      </a:lnTo>
                      <a:lnTo>
                        <a:pt x="1899" y="778"/>
                      </a:lnTo>
                      <a:lnTo>
                        <a:pt x="1915" y="795"/>
                      </a:lnTo>
                      <a:lnTo>
                        <a:pt x="1933" y="810"/>
                      </a:lnTo>
                      <a:lnTo>
                        <a:pt x="1950" y="825"/>
                      </a:lnTo>
                      <a:lnTo>
                        <a:pt x="1969" y="840"/>
                      </a:lnTo>
                      <a:lnTo>
                        <a:pt x="1989" y="853"/>
                      </a:lnTo>
                      <a:lnTo>
                        <a:pt x="2009" y="865"/>
                      </a:lnTo>
                      <a:lnTo>
                        <a:pt x="2030" y="878"/>
                      </a:lnTo>
                      <a:lnTo>
                        <a:pt x="2052" y="888"/>
                      </a:lnTo>
                      <a:lnTo>
                        <a:pt x="2073" y="898"/>
                      </a:lnTo>
                      <a:lnTo>
                        <a:pt x="2096" y="907"/>
                      </a:lnTo>
                      <a:lnTo>
                        <a:pt x="2118" y="914"/>
                      </a:lnTo>
                      <a:lnTo>
                        <a:pt x="2142" y="921"/>
                      </a:lnTo>
                      <a:lnTo>
                        <a:pt x="2166" y="926"/>
                      </a:lnTo>
                      <a:lnTo>
                        <a:pt x="2190" y="929"/>
                      </a:lnTo>
                      <a:lnTo>
                        <a:pt x="2215" y="933"/>
                      </a:lnTo>
                      <a:lnTo>
                        <a:pt x="2240" y="934"/>
                      </a:lnTo>
                      <a:lnTo>
                        <a:pt x="2265" y="936"/>
                      </a:lnTo>
                      <a:lnTo>
                        <a:pt x="2265" y="936"/>
                      </a:lnTo>
                      <a:lnTo>
                        <a:pt x="2286" y="934"/>
                      </a:lnTo>
                      <a:lnTo>
                        <a:pt x="2286" y="934"/>
                      </a:lnTo>
                      <a:lnTo>
                        <a:pt x="2311" y="933"/>
                      </a:lnTo>
                      <a:lnTo>
                        <a:pt x="2336" y="931"/>
                      </a:lnTo>
                      <a:lnTo>
                        <a:pt x="2360" y="927"/>
                      </a:lnTo>
                      <a:lnTo>
                        <a:pt x="2385" y="921"/>
                      </a:lnTo>
                      <a:lnTo>
                        <a:pt x="2409" y="914"/>
                      </a:lnTo>
                      <a:lnTo>
                        <a:pt x="2432" y="907"/>
                      </a:lnTo>
                      <a:lnTo>
                        <a:pt x="2455" y="899"/>
                      </a:lnTo>
                      <a:lnTo>
                        <a:pt x="2478" y="889"/>
                      </a:lnTo>
                      <a:lnTo>
                        <a:pt x="2499" y="878"/>
                      </a:lnTo>
                      <a:lnTo>
                        <a:pt x="2521" y="867"/>
                      </a:lnTo>
                      <a:lnTo>
                        <a:pt x="2542" y="853"/>
                      </a:lnTo>
                      <a:lnTo>
                        <a:pt x="2562" y="839"/>
                      </a:lnTo>
                      <a:lnTo>
                        <a:pt x="2582" y="824"/>
                      </a:lnTo>
                      <a:lnTo>
                        <a:pt x="2601" y="808"/>
                      </a:lnTo>
                      <a:lnTo>
                        <a:pt x="2620" y="791"/>
                      </a:lnTo>
                      <a:lnTo>
                        <a:pt x="2637" y="773"/>
                      </a:lnTo>
                      <a:lnTo>
                        <a:pt x="2637" y="773"/>
                      </a:lnTo>
                      <a:lnTo>
                        <a:pt x="2653" y="754"/>
                      </a:lnTo>
                      <a:lnTo>
                        <a:pt x="2670" y="734"/>
                      </a:lnTo>
                      <a:lnTo>
                        <a:pt x="2684" y="714"/>
                      </a:lnTo>
                      <a:lnTo>
                        <a:pt x="2697" y="694"/>
                      </a:lnTo>
                      <a:lnTo>
                        <a:pt x="2710" y="672"/>
                      </a:lnTo>
                      <a:lnTo>
                        <a:pt x="2721" y="650"/>
                      </a:lnTo>
                      <a:lnTo>
                        <a:pt x="2731" y="627"/>
                      </a:lnTo>
                      <a:lnTo>
                        <a:pt x="2740" y="605"/>
                      </a:lnTo>
                      <a:lnTo>
                        <a:pt x="2748" y="581"/>
                      </a:lnTo>
                      <a:lnTo>
                        <a:pt x="2755" y="558"/>
                      </a:lnTo>
                      <a:lnTo>
                        <a:pt x="2760" y="533"/>
                      </a:lnTo>
                      <a:lnTo>
                        <a:pt x="2765" y="509"/>
                      </a:lnTo>
                      <a:lnTo>
                        <a:pt x="2768" y="484"/>
                      </a:lnTo>
                      <a:lnTo>
                        <a:pt x="2770" y="460"/>
                      </a:lnTo>
                      <a:lnTo>
                        <a:pt x="2771" y="435"/>
                      </a:lnTo>
                      <a:lnTo>
                        <a:pt x="2770" y="409"/>
                      </a:lnTo>
                      <a:lnTo>
                        <a:pt x="2770" y="409"/>
                      </a:lnTo>
                      <a:lnTo>
                        <a:pt x="2768" y="374"/>
                      </a:lnTo>
                      <a:lnTo>
                        <a:pt x="2763" y="340"/>
                      </a:lnTo>
                      <a:lnTo>
                        <a:pt x="2755" y="306"/>
                      </a:lnTo>
                      <a:lnTo>
                        <a:pt x="2746" y="272"/>
                      </a:lnTo>
                      <a:lnTo>
                        <a:pt x="2734" y="240"/>
                      </a:lnTo>
                      <a:lnTo>
                        <a:pt x="2720" y="208"/>
                      </a:lnTo>
                      <a:lnTo>
                        <a:pt x="2704" y="178"/>
                      </a:lnTo>
                      <a:lnTo>
                        <a:pt x="2686" y="149"/>
                      </a:lnTo>
                      <a:lnTo>
                        <a:pt x="2686" y="149"/>
                      </a:lnTo>
                      <a:lnTo>
                        <a:pt x="2756" y="137"/>
                      </a:lnTo>
                      <a:lnTo>
                        <a:pt x="2825" y="123"/>
                      </a:lnTo>
                      <a:lnTo>
                        <a:pt x="2894" y="107"/>
                      </a:lnTo>
                      <a:lnTo>
                        <a:pt x="2962" y="89"/>
                      </a:lnTo>
                      <a:lnTo>
                        <a:pt x="3031" y="69"/>
                      </a:lnTo>
                      <a:lnTo>
                        <a:pt x="3097" y="48"/>
                      </a:lnTo>
                      <a:lnTo>
                        <a:pt x="3165" y="24"/>
                      </a:lnTo>
                      <a:lnTo>
                        <a:pt x="3230" y="0"/>
                      </a:lnTo>
                      <a:lnTo>
                        <a:pt x="4531" y="3141"/>
                      </a:lnTo>
                      <a:lnTo>
                        <a:pt x="4531" y="3141"/>
                      </a:lnTo>
                      <a:lnTo>
                        <a:pt x="4464" y="3167"/>
                      </a:lnTo>
                      <a:lnTo>
                        <a:pt x="4396" y="3194"/>
                      </a:lnTo>
                      <a:lnTo>
                        <a:pt x="4328" y="3219"/>
                      </a:lnTo>
                      <a:lnTo>
                        <a:pt x="4259" y="3244"/>
                      </a:lnTo>
                      <a:lnTo>
                        <a:pt x="4192" y="3268"/>
                      </a:lnTo>
                      <a:lnTo>
                        <a:pt x="4123" y="3290"/>
                      </a:lnTo>
                      <a:lnTo>
                        <a:pt x="4054" y="3311"/>
                      </a:lnTo>
                      <a:lnTo>
                        <a:pt x="3985" y="3333"/>
                      </a:lnTo>
                      <a:lnTo>
                        <a:pt x="3915" y="3353"/>
                      </a:lnTo>
                      <a:lnTo>
                        <a:pt x="3846" y="3373"/>
                      </a:lnTo>
                      <a:lnTo>
                        <a:pt x="3775" y="3390"/>
                      </a:lnTo>
                      <a:lnTo>
                        <a:pt x="3705" y="3409"/>
                      </a:lnTo>
                      <a:lnTo>
                        <a:pt x="3635" y="3426"/>
                      </a:lnTo>
                      <a:lnTo>
                        <a:pt x="3565" y="3442"/>
                      </a:lnTo>
                      <a:lnTo>
                        <a:pt x="3493" y="3457"/>
                      </a:lnTo>
                      <a:lnTo>
                        <a:pt x="3423" y="3471"/>
                      </a:lnTo>
                      <a:lnTo>
                        <a:pt x="3352" y="3484"/>
                      </a:lnTo>
                      <a:lnTo>
                        <a:pt x="3280" y="3497"/>
                      </a:lnTo>
                      <a:lnTo>
                        <a:pt x="3209" y="3508"/>
                      </a:lnTo>
                      <a:lnTo>
                        <a:pt x="3137" y="3520"/>
                      </a:lnTo>
                      <a:lnTo>
                        <a:pt x="3066" y="3530"/>
                      </a:lnTo>
                      <a:lnTo>
                        <a:pt x="2993" y="3538"/>
                      </a:lnTo>
                      <a:lnTo>
                        <a:pt x="2922" y="3546"/>
                      </a:lnTo>
                      <a:lnTo>
                        <a:pt x="2849" y="3553"/>
                      </a:lnTo>
                      <a:lnTo>
                        <a:pt x="2776" y="3560"/>
                      </a:lnTo>
                      <a:lnTo>
                        <a:pt x="2705" y="3566"/>
                      </a:lnTo>
                      <a:lnTo>
                        <a:pt x="2631" y="3571"/>
                      </a:lnTo>
                      <a:lnTo>
                        <a:pt x="2558" y="3575"/>
                      </a:lnTo>
                      <a:lnTo>
                        <a:pt x="2486" y="3577"/>
                      </a:lnTo>
                      <a:lnTo>
                        <a:pt x="2413" y="3580"/>
                      </a:lnTo>
                      <a:lnTo>
                        <a:pt x="2339" y="3581"/>
                      </a:lnTo>
                      <a:lnTo>
                        <a:pt x="2266" y="3581"/>
                      </a:lnTo>
                      <a:lnTo>
                        <a:pt x="2266" y="3581"/>
                      </a:lnTo>
                      <a:close/>
                    </a:path>
                  </a:pathLst>
                </a:custGeom>
                <a:solidFill>
                  <a:srgbClr val="DF33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sz="1350" dirty="0">
                    <a:latin typeface="+mj-lt"/>
                  </a:endParaRPr>
                </a:p>
              </p:txBody>
            </p:sp>
            <p:sp>
              <p:nvSpPr>
                <p:cNvPr id="61" name="Freeform 27"/>
                <p:cNvSpPr>
                  <a:spLocks/>
                </p:cNvSpPr>
                <p:nvPr/>
              </p:nvSpPr>
              <p:spPr bwMode="auto">
                <a:xfrm>
                  <a:off x="6896938" y="3114558"/>
                  <a:ext cx="1858579" cy="2291922"/>
                </a:xfrm>
                <a:custGeom>
                  <a:avLst/>
                  <a:gdLst>
                    <a:gd name="T0" fmla="*/ 50 w 3590"/>
                    <a:gd name="T1" fmla="*/ 3140 h 4501"/>
                    <a:gd name="T2" fmla="*/ 105 w 3590"/>
                    <a:gd name="T3" fmla="*/ 2958 h 4501"/>
                    <a:gd name="T4" fmla="*/ 146 w 3590"/>
                    <a:gd name="T5" fmla="*/ 2772 h 4501"/>
                    <a:gd name="T6" fmla="*/ 189 w 3590"/>
                    <a:gd name="T7" fmla="*/ 2729 h 4501"/>
                    <a:gd name="T8" fmla="*/ 290 w 3590"/>
                    <a:gd name="T9" fmla="*/ 2772 h 4501"/>
                    <a:gd name="T10" fmla="*/ 400 w 3590"/>
                    <a:gd name="T11" fmla="*/ 2793 h 4501"/>
                    <a:gd name="T12" fmla="*/ 458 w 3590"/>
                    <a:gd name="T13" fmla="*/ 2794 h 4501"/>
                    <a:gd name="T14" fmla="*/ 509 w 3590"/>
                    <a:gd name="T15" fmla="*/ 2790 h 4501"/>
                    <a:gd name="T16" fmla="*/ 581 w 3590"/>
                    <a:gd name="T17" fmla="*/ 2774 h 4501"/>
                    <a:gd name="T18" fmla="*/ 650 w 3590"/>
                    <a:gd name="T19" fmla="*/ 2749 h 4501"/>
                    <a:gd name="T20" fmla="*/ 714 w 3590"/>
                    <a:gd name="T21" fmla="*/ 2712 h 4501"/>
                    <a:gd name="T22" fmla="*/ 773 w 3590"/>
                    <a:gd name="T23" fmla="*/ 2667 h 4501"/>
                    <a:gd name="T24" fmla="*/ 809 w 3590"/>
                    <a:gd name="T25" fmla="*/ 2632 h 4501"/>
                    <a:gd name="T26" fmla="*/ 856 w 3590"/>
                    <a:gd name="T27" fmla="*/ 2573 h 4501"/>
                    <a:gd name="T28" fmla="*/ 893 w 3590"/>
                    <a:gd name="T29" fmla="*/ 2509 h 4501"/>
                    <a:gd name="T30" fmla="*/ 921 w 3590"/>
                    <a:gd name="T31" fmla="*/ 2440 h 4501"/>
                    <a:gd name="T32" fmla="*/ 937 w 3590"/>
                    <a:gd name="T33" fmla="*/ 2369 h 4501"/>
                    <a:gd name="T34" fmla="*/ 944 w 3590"/>
                    <a:gd name="T35" fmla="*/ 2294 h 4501"/>
                    <a:gd name="T36" fmla="*/ 941 w 3590"/>
                    <a:gd name="T37" fmla="*/ 2243 h 4501"/>
                    <a:gd name="T38" fmla="*/ 930 w 3590"/>
                    <a:gd name="T39" fmla="*/ 2169 h 4501"/>
                    <a:gd name="T40" fmla="*/ 907 w 3590"/>
                    <a:gd name="T41" fmla="*/ 2100 h 4501"/>
                    <a:gd name="T42" fmla="*/ 876 w 3590"/>
                    <a:gd name="T43" fmla="*/ 2035 h 4501"/>
                    <a:gd name="T44" fmla="*/ 836 w 3590"/>
                    <a:gd name="T45" fmla="*/ 1976 h 4501"/>
                    <a:gd name="T46" fmla="*/ 788 w 3590"/>
                    <a:gd name="T47" fmla="*/ 1924 h 4501"/>
                    <a:gd name="T48" fmla="*/ 734 w 3590"/>
                    <a:gd name="T49" fmla="*/ 1879 h 4501"/>
                    <a:gd name="T50" fmla="*/ 674 w 3590"/>
                    <a:gd name="T51" fmla="*/ 1841 h 4501"/>
                    <a:gd name="T52" fmla="*/ 608 w 3590"/>
                    <a:gd name="T53" fmla="*/ 1812 h 4501"/>
                    <a:gd name="T54" fmla="*/ 537 w 3590"/>
                    <a:gd name="T55" fmla="*/ 1793 h 4501"/>
                    <a:gd name="T56" fmla="*/ 463 w 3590"/>
                    <a:gd name="T57" fmla="*/ 1784 h 4501"/>
                    <a:gd name="T58" fmla="*/ 418 w 3590"/>
                    <a:gd name="T59" fmla="*/ 1783 h 4501"/>
                    <a:gd name="T60" fmla="*/ 348 w 3590"/>
                    <a:gd name="T61" fmla="*/ 1792 h 4501"/>
                    <a:gd name="T62" fmla="*/ 249 w 3590"/>
                    <a:gd name="T63" fmla="*/ 1820 h 4501"/>
                    <a:gd name="T64" fmla="*/ 158 w 3590"/>
                    <a:gd name="T65" fmla="*/ 1868 h 4501"/>
                    <a:gd name="T66" fmla="*/ 130 w 3590"/>
                    <a:gd name="T67" fmla="*/ 1723 h 4501"/>
                    <a:gd name="T68" fmla="*/ 74 w 3590"/>
                    <a:gd name="T69" fmla="*/ 1510 h 4501"/>
                    <a:gd name="T70" fmla="*/ 0 w 3590"/>
                    <a:gd name="T71" fmla="*/ 1302 h 4501"/>
                    <a:gd name="T72" fmla="*/ 3168 w 3590"/>
                    <a:gd name="T73" fmla="*/ 68 h 4501"/>
                    <a:gd name="T74" fmla="*/ 3245 w 3590"/>
                    <a:gd name="T75" fmla="*/ 275 h 4501"/>
                    <a:gd name="T76" fmla="*/ 3314 w 3590"/>
                    <a:gd name="T77" fmla="*/ 483 h 4501"/>
                    <a:gd name="T78" fmla="*/ 3377 w 3590"/>
                    <a:gd name="T79" fmla="*/ 694 h 4501"/>
                    <a:gd name="T80" fmla="*/ 3431 w 3590"/>
                    <a:gd name="T81" fmla="*/ 906 h 4501"/>
                    <a:gd name="T82" fmla="*/ 3477 w 3590"/>
                    <a:gd name="T83" fmla="*/ 1120 h 4501"/>
                    <a:gd name="T84" fmla="*/ 3515 w 3590"/>
                    <a:gd name="T85" fmla="*/ 1336 h 4501"/>
                    <a:gd name="T86" fmla="*/ 3545 w 3590"/>
                    <a:gd name="T87" fmla="*/ 1553 h 4501"/>
                    <a:gd name="T88" fmla="*/ 3567 w 3590"/>
                    <a:gd name="T89" fmla="*/ 1772 h 4501"/>
                    <a:gd name="T90" fmla="*/ 3582 w 3590"/>
                    <a:gd name="T91" fmla="*/ 1993 h 4501"/>
                    <a:gd name="T92" fmla="*/ 3589 w 3590"/>
                    <a:gd name="T93" fmla="*/ 2215 h 4501"/>
                    <a:gd name="T94" fmla="*/ 3589 w 3590"/>
                    <a:gd name="T95" fmla="*/ 2360 h 4501"/>
                    <a:gd name="T96" fmla="*/ 3582 w 3590"/>
                    <a:gd name="T97" fmla="*/ 2574 h 4501"/>
                    <a:gd name="T98" fmla="*/ 3570 w 3590"/>
                    <a:gd name="T99" fmla="*/ 2787 h 4501"/>
                    <a:gd name="T100" fmla="*/ 3549 w 3590"/>
                    <a:gd name="T101" fmla="*/ 2999 h 4501"/>
                    <a:gd name="T102" fmla="*/ 3520 w 3590"/>
                    <a:gd name="T103" fmla="*/ 3209 h 4501"/>
                    <a:gd name="T104" fmla="*/ 3485 w 3590"/>
                    <a:gd name="T105" fmla="*/ 3418 h 4501"/>
                    <a:gd name="T106" fmla="*/ 3441 w 3590"/>
                    <a:gd name="T107" fmla="*/ 3625 h 4501"/>
                    <a:gd name="T108" fmla="*/ 3391 w 3590"/>
                    <a:gd name="T109" fmla="*/ 3831 h 4501"/>
                    <a:gd name="T110" fmla="*/ 3333 w 3590"/>
                    <a:gd name="T111" fmla="*/ 4034 h 4501"/>
                    <a:gd name="T112" fmla="*/ 3268 w 3590"/>
                    <a:gd name="T113" fmla="*/ 4236 h 4501"/>
                    <a:gd name="T114" fmla="*/ 3196 w 3590"/>
                    <a:gd name="T115" fmla="*/ 4435 h 45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3590" h="4501">
                      <a:moveTo>
                        <a:pt x="28" y="3200"/>
                      </a:moveTo>
                      <a:lnTo>
                        <a:pt x="28" y="3200"/>
                      </a:lnTo>
                      <a:lnTo>
                        <a:pt x="50" y="3140"/>
                      </a:lnTo>
                      <a:lnTo>
                        <a:pt x="70" y="3080"/>
                      </a:lnTo>
                      <a:lnTo>
                        <a:pt x="87" y="3019"/>
                      </a:lnTo>
                      <a:lnTo>
                        <a:pt x="105" y="2958"/>
                      </a:lnTo>
                      <a:lnTo>
                        <a:pt x="120" y="2897"/>
                      </a:lnTo>
                      <a:lnTo>
                        <a:pt x="134" y="2834"/>
                      </a:lnTo>
                      <a:lnTo>
                        <a:pt x="146" y="2772"/>
                      </a:lnTo>
                      <a:lnTo>
                        <a:pt x="158" y="2709"/>
                      </a:lnTo>
                      <a:lnTo>
                        <a:pt x="158" y="2709"/>
                      </a:lnTo>
                      <a:lnTo>
                        <a:pt x="189" y="2729"/>
                      </a:lnTo>
                      <a:lnTo>
                        <a:pt x="222" y="2746"/>
                      </a:lnTo>
                      <a:lnTo>
                        <a:pt x="255" y="2760"/>
                      </a:lnTo>
                      <a:lnTo>
                        <a:pt x="290" y="2772"/>
                      </a:lnTo>
                      <a:lnTo>
                        <a:pt x="327" y="2781"/>
                      </a:lnTo>
                      <a:lnTo>
                        <a:pt x="363" y="2789"/>
                      </a:lnTo>
                      <a:lnTo>
                        <a:pt x="400" y="2793"/>
                      </a:lnTo>
                      <a:lnTo>
                        <a:pt x="437" y="2794"/>
                      </a:lnTo>
                      <a:lnTo>
                        <a:pt x="437" y="2794"/>
                      </a:lnTo>
                      <a:lnTo>
                        <a:pt x="458" y="2794"/>
                      </a:lnTo>
                      <a:lnTo>
                        <a:pt x="458" y="2794"/>
                      </a:lnTo>
                      <a:lnTo>
                        <a:pt x="484" y="2793"/>
                      </a:lnTo>
                      <a:lnTo>
                        <a:pt x="509" y="2790"/>
                      </a:lnTo>
                      <a:lnTo>
                        <a:pt x="532" y="2785"/>
                      </a:lnTo>
                      <a:lnTo>
                        <a:pt x="558" y="2780"/>
                      </a:lnTo>
                      <a:lnTo>
                        <a:pt x="581" y="2774"/>
                      </a:lnTo>
                      <a:lnTo>
                        <a:pt x="604" y="2766"/>
                      </a:lnTo>
                      <a:lnTo>
                        <a:pt x="628" y="2757"/>
                      </a:lnTo>
                      <a:lnTo>
                        <a:pt x="650" y="2749"/>
                      </a:lnTo>
                      <a:lnTo>
                        <a:pt x="672" y="2737"/>
                      </a:lnTo>
                      <a:lnTo>
                        <a:pt x="694" y="2725"/>
                      </a:lnTo>
                      <a:lnTo>
                        <a:pt x="714" y="2712"/>
                      </a:lnTo>
                      <a:lnTo>
                        <a:pt x="734" y="2698"/>
                      </a:lnTo>
                      <a:lnTo>
                        <a:pt x="754" y="2683"/>
                      </a:lnTo>
                      <a:lnTo>
                        <a:pt x="773" y="2667"/>
                      </a:lnTo>
                      <a:lnTo>
                        <a:pt x="792" y="2650"/>
                      </a:lnTo>
                      <a:lnTo>
                        <a:pt x="809" y="2632"/>
                      </a:lnTo>
                      <a:lnTo>
                        <a:pt x="809" y="2632"/>
                      </a:lnTo>
                      <a:lnTo>
                        <a:pt x="826" y="2613"/>
                      </a:lnTo>
                      <a:lnTo>
                        <a:pt x="842" y="2593"/>
                      </a:lnTo>
                      <a:lnTo>
                        <a:pt x="856" y="2573"/>
                      </a:lnTo>
                      <a:lnTo>
                        <a:pt x="870" y="2552"/>
                      </a:lnTo>
                      <a:lnTo>
                        <a:pt x="882" y="2530"/>
                      </a:lnTo>
                      <a:lnTo>
                        <a:pt x="893" y="2509"/>
                      </a:lnTo>
                      <a:lnTo>
                        <a:pt x="904" y="2487"/>
                      </a:lnTo>
                      <a:lnTo>
                        <a:pt x="912" y="2464"/>
                      </a:lnTo>
                      <a:lnTo>
                        <a:pt x="921" y="2440"/>
                      </a:lnTo>
                      <a:lnTo>
                        <a:pt x="927" y="2416"/>
                      </a:lnTo>
                      <a:lnTo>
                        <a:pt x="932" y="2393"/>
                      </a:lnTo>
                      <a:lnTo>
                        <a:pt x="937" y="2369"/>
                      </a:lnTo>
                      <a:lnTo>
                        <a:pt x="941" y="2344"/>
                      </a:lnTo>
                      <a:lnTo>
                        <a:pt x="942" y="2319"/>
                      </a:lnTo>
                      <a:lnTo>
                        <a:pt x="944" y="2294"/>
                      </a:lnTo>
                      <a:lnTo>
                        <a:pt x="944" y="2268"/>
                      </a:lnTo>
                      <a:lnTo>
                        <a:pt x="944" y="2268"/>
                      </a:lnTo>
                      <a:lnTo>
                        <a:pt x="941" y="2243"/>
                      </a:lnTo>
                      <a:lnTo>
                        <a:pt x="939" y="2218"/>
                      </a:lnTo>
                      <a:lnTo>
                        <a:pt x="935" y="2194"/>
                      </a:lnTo>
                      <a:lnTo>
                        <a:pt x="930" y="2169"/>
                      </a:lnTo>
                      <a:lnTo>
                        <a:pt x="924" y="2146"/>
                      </a:lnTo>
                      <a:lnTo>
                        <a:pt x="916" y="2123"/>
                      </a:lnTo>
                      <a:lnTo>
                        <a:pt x="907" y="2100"/>
                      </a:lnTo>
                      <a:lnTo>
                        <a:pt x="898" y="2078"/>
                      </a:lnTo>
                      <a:lnTo>
                        <a:pt x="887" y="2057"/>
                      </a:lnTo>
                      <a:lnTo>
                        <a:pt x="876" y="2035"/>
                      </a:lnTo>
                      <a:lnTo>
                        <a:pt x="863" y="2015"/>
                      </a:lnTo>
                      <a:lnTo>
                        <a:pt x="851" y="1995"/>
                      </a:lnTo>
                      <a:lnTo>
                        <a:pt x="836" y="1976"/>
                      </a:lnTo>
                      <a:lnTo>
                        <a:pt x="821" y="1959"/>
                      </a:lnTo>
                      <a:lnTo>
                        <a:pt x="806" y="1941"/>
                      </a:lnTo>
                      <a:lnTo>
                        <a:pt x="788" y="1924"/>
                      </a:lnTo>
                      <a:lnTo>
                        <a:pt x="772" y="1909"/>
                      </a:lnTo>
                      <a:lnTo>
                        <a:pt x="753" y="1892"/>
                      </a:lnTo>
                      <a:lnTo>
                        <a:pt x="734" y="1879"/>
                      </a:lnTo>
                      <a:lnTo>
                        <a:pt x="715" y="1865"/>
                      </a:lnTo>
                      <a:lnTo>
                        <a:pt x="694" y="1852"/>
                      </a:lnTo>
                      <a:lnTo>
                        <a:pt x="674" y="1841"/>
                      </a:lnTo>
                      <a:lnTo>
                        <a:pt x="653" y="1831"/>
                      </a:lnTo>
                      <a:lnTo>
                        <a:pt x="630" y="1821"/>
                      </a:lnTo>
                      <a:lnTo>
                        <a:pt x="608" y="1812"/>
                      </a:lnTo>
                      <a:lnTo>
                        <a:pt x="585" y="1805"/>
                      </a:lnTo>
                      <a:lnTo>
                        <a:pt x="561" y="1798"/>
                      </a:lnTo>
                      <a:lnTo>
                        <a:pt x="537" y="1793"/>
                      </a:lnTo>
                      <a:lnTo>
                        <a:pt x="514" y="1790"/>
                      </a:lnTo>
                      <a:lnTo>
                        <a:pt x="489" y="1786"/>
                      </a:lnTo>
                      <a:lnTo>
                        <a:pt x="463" y="1784"/>
                      </a:lnTo>
                      <a:lnTo>
                        <a:pt x="438" y="1783"/>
                      </a:lnTo>
                      <a:lnTo>
                        <a:pt x="438" y="1783"/>
                      </a:lnTo>
                      <a:lnTo>
                        <a:pt x="418" y="1783"/>
                      </a:lnTo>
                      <a:lnTo>
                        <a:pt x="418" y="1783"/>
                      </a:lnTo>
                      <a:lnTo>
                        <a:pt x="383" y="1787"/>
                      </a:lnTo>
                      <a:lnTo>
                        <a:pt x="348" y="1792"/>
                      </a:lnTo>
                      <a:lnTo>
                        <a:pt x="314" y="1798"/>
                      </a:lnTo>
                      <a:lnTo>
                        <a:pt x="280" y="1808"/>
                      </a:lnTo>
                      <a:lnTo>
                        <a:pt x="249" y="1820"/>
                      </a:lnTo>
                      <a:lnTo>
                        <a:pt x="217" y="1835"/>
                      </a:lnTo>
                      <a:lnTo>
                        <a:pt x="186" y="1850"/>
                      </a:lnTo>
                      <a:lnTo>
                        <a:pt x="158" y="1868"/>
                      </a:lnTo>
                      <a:lnTo>
                        <a:pt x="158" y="1868"/>
                      </a:lnTo>
                      <a:lnTo>
                        <a:pt x="145" y="1796"/>
                      </a:lnTo>
                      <a:lnTo>
                        <a:pt x="130" y="1723"/>
                      </a:lnTo>
                      <a:lnTo>
                        <a:pt x="112" y="1652"/>
                      </a:lnTo>
                      <a:lnTo>
                        <a:pt x="94" y="1580"/>
                      </a:lnTo>
                      <a:lnTo>
                        <a:pt x="74" y="1510"/>
                      </a:lnTo>
                      <a:lnTo>
                        <a:pt x="51" y="1440"/>
                      </a:lnTo>
                      <a:lnTo>
                        <a:pt x="26" y="1371"/>
                      </a:lnTo>
                      <a:lnTo>
                        <a:pt x="0" y="1302"/>
                      </a:lnTo>
                      <a:lnTo>
                        <a:pt x="3140" y="0"/>
                      </a:lnTo>
                      <a:lnTo>
                        <a:pt x="3140" y="0"/>
                      </a:lnTo>
                      <a:lnTo>
                        <a:pt x="3168" y="68"/>
                      </a:lnTo>
                      <a:lnTo>
                        <a:pt x="3194" y="137"/>
                      </a:lnTo>
                      <a:lnTo>
                        <a:pt x="3220" y="206"/>
                      </a:lnTo>
                      <a:lnTo>
                        <a:pt x="3245" y="275"/>
                      </a:lnTo>
                      <a:lnTo>
                        <a:pt x="3269" y="344"/>
                      </a:lnTo>
                      <a:lnTo>
                        <a:pt x="3292" y="413"/>
                      </a:lnTo>
                      <a:lnTo>
                        <a:pt x="3314" y="483"/>
                      </a:lnTo>
                      <a:lnTo>
                        <a:pt x="3336" y="553"/>
                      </a:lnTo>
                      <a:lnTo>
                        <a:pt x="3357" y="622"/>
                      </a:lnTo>
                      <a:lnTo>
                        <a:pt x="3377" y="694"/>
                      </a:lnTo>
                      <a:lnTo>
                        <a:pt x="3396" y="764"/>
                      </a:lnTo>
                      <a:lnTo>
                        <a:pt x="3413" y="834"/>
                      </a:lnTo>
                      <a:lnTo>
                        <a:pt x="3431" y="906"/>
                      </a:lnTo>
                      <a:lnTo>
                        <a:pt x="3447" y="977"/>
                      </a:lnTo>
                      <a:lnTo>
                        <a:pt x="3462" y="1049"/>
                      </a:lnTo>
                      <a:lnTo>
                        <a:pt x="3477" y="1120"/>
                      </a:lnTo>
                      <a:lnTo>
                        <a:pt x="3490" y="1191"/>
                      </a:lnTo>
                      <a:lnTo>
                        <a:pt x="3504" y="1263"/>
                      </a:lnTo>
                      <a:lnTo>
                        <a:pt x="3515" y="1336"/>
                      </a:lnTo>
                      <a:lnTo>
                        <a:pt x="3526" y="1408"/>
                      </a:lnTo>
                      <a:lnTo>
                        <a:pt x="3536" y="1480"/>
                      </a:lnTo>
                      <a:lnTo>
                        <a:pt x="3545" y="1553"/>
                      </a:lnTo>
                      <a:lnTo>
                        <a:pt x="3554" y="1625"/>
                      </a:lnTo>
                      <a:lnTo>
                        <a:pt x="3561" y="1699"/>
                      </a:lnTo>
                      <a:lnTo>
                        <a:pt x="3567" y="1772"/>
                      </a:lnTo>
                      <a:lnTo>
                        <a:pt x="3574" y="1846"/>
                      </a:lnTo>
                      <a:lnTo>
                        <a:pt x="3579" y="1919"/>
                      </a:lnTo>
                      <a:lnTo>
                        <a:pt x="3582" y="1993"/>
                      </a:lnTo>
                      <a:lnTo>
                        <a:pt x="3586" y="2067"/>
                      </a:lnTo>
                      <a:lnTo>
                        <a:pt x="3587" y="2141"/>
                      </a:lnTo>
                      <a:lnTo>
                        <a:pt x="3589" y="2215"/>
                      </a:lnTo>
                      <a:lnTo>
                        <a:pt x="3590" y="2289"/>
                      </a:lnTo>
                      <a:lnTo>
                        <a:pt x="3590" y="2289"/>
                      </a:lnTo>
                      <a:lnTo>
                        <a:pt x="3589" y="2360"/>
                      </a:lnTo>
                      <a:lnTo>
                        <a:pt x="3587" y="2431"/>
                      </a:lnTo>
                      <a:lnTo>
                        <a:pt x="3586" y="2503"/>
                      </a:lnTo>
                      <a:lnTo>
                        <a:pt x="3582" y="2574"/>
                      </a:lnTo>
                      <a:lnTo>
                        <a:pt x="3579" y="2646"/>
                      </a:lnTo>
                      <a:lnTo>
                        <a:pt x="3575" y="2716"/>
                      </a:lnTo>
                      <a:lnTo>
                        <a:pt x="3570" y="2787"/>
                      </a:lnTo>
                      <a:lnTo>
                        <a:pt x="3564" y="2858"/>
                      </a:lnTo>
                      <a:lnTo>
                        <a:pt x="3556" y="2929"/>
                      </a:lnTo>
                      <a:lnTo>
                        <a:pt x="3549" y="2999"/>
                      </a:lnTo>
                      <a:lnTo>
                        <a:pt x="3540" y="3070"/>
                      </a:lnTo>
                      <a:lnTo>
                        <a:pt x="3530" y="3140"/>
                      </a:lnTo>
                      <a:lnTo>
                        <a:pt x="3520" y="3209"/>
                      </a:lnTo>
                      <a:lnTo>
                        <a:pt x="3509" y="3279"/>
                      </a:lnTo>
                      <a:lnTo>
                        <a:pt x="3497" y="3348"/>
                      </a:lnTo>
                      <a:lnTo>
                        <a:pt x="3485" y="3418"/>
                      </a:lnTo>
                      <a:lnTo>
                        <a:pt x="3471" y="3487"/>
                      </a:lnTo>
                      <a:lnTo>
                        <a:pt x="3456" y="3556"/>
                      </a:lnTo>
                      <a:lnTo>
                        <a:pt x="3441" y="3625"/>
                      </a:lnTo>
                      <a:lnTo>
                        <a:pt x="3426" y="3694"/>
                      </a:lnTo>
                      <a:lnTo>
                        <a:pt x="3408" y="3762"/>
                      </a:lnTo>
                      <a:lnTo>
                        <a:pt x="3391" y="3831"/>
                      </a:lnTo>
                      <a:lnTo>
                        <a:pt x="3372" y="3898"/>
                      </a:lnTo>
                      <a:lnTo>
                        <a:pt x="3353" y="3966"/>
                      </a:lnTo>
                      <a:lnTo>
                        <a:pt x="3333" y="4034"/>
                      </a:lnTo>
                      <a:lnTo>
                        <a:pt x="3312" y="4101"/>
                      </a:lnTo>
                      <a:lnTo>
                        <a:pt x="3290" y="4169"/>
                      </a:lnTo>
                      <a:lnTo>
                        <a:pt x="3268" y="4236"/>
                      </a:lnTo>
                      <a:lnTo>
                        <a:pt x="3245" y="4302"/>
                      </a:lnTo>
                      <a:lnTo>
                        <a:pt x="3220" y="4368"/>
                      </a:lnTo>
                      <a:lnTo>
                        <a:pt x="3196" y="4435"/>
                      </a:lnTo>
                      <a:lnTo>
                        <a:pt x="3170" y="4501"/>
                      </a:lnTo>
                      <a:lnTo>
                        <a:pt x="28" y="3200"/>
                      </a:lnTo>
                      <a:close/>
                    </a:path>
                  </a:pathLst>
                </a:custGeom>
                <a:solidFill>
                  <a:srgbClr val="BB27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sz="1350" dirty="0">
                    <a:latin typeface="+mj-lt"/>
                  </a:endParaRPr>
                </a:p>
              </p:txBody>
            </p:sp>
            <p:sp>
              <p:nvSpPr>
                <p:cNvPr id="63" name="Rectangle 29"/>
                <p:cNvSpPr>
                  <a:spLocks noChangeArrowheads="1"/>
                </p:cNvSpPr>
                <p:nvPr/>
              </p:nvSpPr>
              <p:spPr bwMode="auto">
                <a:xfrm>
                  <a:off x="4056700" y="3880135"/>
                  <a:ext cx="3191324" cy="8561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1pPr>
                  <a:lvl2pPr marL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2pPr>
                  <a:lvl3pPr marL="9144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3pPr>
                  <a:lvl4pPr marL="1371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4pPr>
                  <a:lvl5pPr marL="18288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5pPr>
                  <a:lvl6pPr marL="2286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6pPr>
                  <a:lvl7pPr marL="2743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7pPr>
                  <a:lvl8pPr marL="32004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8pPr>
                  <a:lvl9pPr marL="3657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itchFamily="34" charset="0"/>
                      <a:cs typeface="Arial" pitchFamily="34" charset="0"/>
                    </a:defRPr>
                  </a:lvl9pPr>
                </a:lstStyle>
                <a:p>
                  <a:pPr defTabSz="685800"/>
                  <a:r>
                    <a:rPr lang="en-US" altLang="en-US" sz="900" b="1" dirty="0">
                      <a:ln w="0"/>
                      <a:latin typeface="+mj-lt"/>
                    </a:rPr>
                    <a:t>Achieve strategic business transformation objectives</a:t>
                  </a:r>
                </a:p>
              </p:txBody>
            </p:sp>
          </p:grpSp>
          <p:sp>
            <p:nvSpPr>
              <p:cNvPr id="37" name="TextBox 36"/>
              <p:cNvSpPr txBox="1"/>
              <p:nvPr/>
            </p:nvSpPr>
            <p:spPr>
              <a:xfrm>
                <a:off x="4750063" y="1277880"/>
                <a:ext cx="698334" cy="6066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Aft>
                    <a:spcPts val="675"/>
                  </a:spcAft>
                </a:pPr>
                <a:r>
                  <a:rPr lang="en-GB" sz="24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1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216129" y="1931087"/>
                <a:ext cx="1136559" cy="6996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Aft>
                    <a:spcPts val="675"/>
                  </a:spcAft>
                </a:pPr>
                <a:r>
                  <a:rPr lang="en-GB" sz="900" dirty="0">
                    <a:latin typeface="+mj-lt"/>
                  </a:rPr>
                  <a:t>Strategic focus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6619466" y="1359757"/>
                <a:ext cx="698334" cy="6066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Aft>
                    <a:spcPts val="675"/>
                  </a:spcAft>
                </a:pPr>
                <a:r>
                  <a:rPr lang="en-GB" sz="24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2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6486311" y="2298219"/>
                <a:ext cx="1365144" cy="8728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Aft>
                    <a:spcPts val="675"/>
                  </a:spcAft>
                </a:pPr>
                <a:r>
                  <a:rPr lang="en-GB" sz="900" dirty="0">
                    <a:latin typeface="+mj-lt"/>
                  </a:rPr>
                  <a:t>Decision Enabling Governance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 rot="212814">
                <a:off x="8034612" y="2949885"/>
                <a:ext cx="698334" cy="6066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Aft>
                    <a:spcPts val="675"/>
                  </a:spcAft>
                </a:pPr>
                <a:r>
                  <a:rPr lang="en-GB" sz="24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3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7281001" y="3856918"/>
                <a:ext cx="1453257" cy="6761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Aft>
                    <a:spcPts val="675"/>
                  </a:spcAft>
                </a:pPr>
                <a:r>
                  <a:rPr lang="en-GB" sz="900" dirty="0">
                    <a:latin typeface="+mj-lt"/>
                  </a:rPr>
                  <a:t>Active Quality Management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7781099" y="5069527"/>
                <a:ext cx="698334" cy="6066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Aft>
                    <a:spcPts val="675"/>
                  </a:spcAft>
                </a:pPr>
                <a:r>
                  <a:rPr lang="en-GB" sz="24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4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6471257" y="5331821"/>
                <a:ext cx="1531787" cy="6996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Aft>
                    <a:spcPts val="675"/>
                  </a:spcAft>
                </a:pPr>
                <a:r>
                  <a:rPr lang="en-GB" sz="900" dirty="0">
                    <a:latin typeface="+mj-lt"/>
                  </a:rPr>
                  <a:t>Managed Risks and Opportunities</a:t>
                </a: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6138704" y="6348492"/>
                <a:ext cx="698332" cy="3871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Aft>
                    <a:spcPts val="675"/>
                  </a:spcAft>
                </a:pPr>
                <a:r>
                  <a:rPr lang="en-GB" sz="24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5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3967185" y="6265919"/>
                <a:ext cx="698334" cy="6066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Aft>
                    <a:spcPts val="675"/>
                  </a:spcAft>
                </a:pPr>
                <a:r>
                  <a:rPr lang="en-GB" sz="24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6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2583812" y="4558163"/>
                <a:ext cx="698334" cy="6170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Aft>
                    <a:spcPts val="675"/>
                  </a:spcAft>
                </a:pPr>
                <a:r>
                  <a:rPr lang="en-GB" sz="24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7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2766691" y="2540466"/>
                <a:ext cx="698334" cy="6066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Aft>
                    <a:spcPts val="675"/>
                  </a:spcAft>
                </a:pPr>
                <a:r>
                  <a:rPr lang="en-GB" sz="24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8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5080066" y="6063888"/>
                <a:ext cx="1353184" cy="6996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Aft>
                    <a:spcPts val="675"/>
                  </a:spcAft>
                </a:pPr>
                <a:r>
                  <a:rPr lang="en-GB" sz="900" dirty="0">
                    <a:latin typeface="+mj-lt"/>
                  </a:rPr>
                  <a:t>Integrated Suppliers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3413445" y="5200548"/>
                <a:ext cx="1429004" cy="6766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Aft>
                    <a:spcPts val="675"/>
                  </a:spcAft>
                </a:pPr>
                <a:r>
                  <a:rPr lang="en-GB" sz="900" dirty="0">
                    <a:latin typeface="+mj-lt"/>
                  </a:rPr>
                  <a:t>High Performing Teams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2574937" y="3907984"/>
                <a:ext cx="1553009" cy="8386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Aft>
                    <a:spcPts val="675"/>
                  </a:spcAft>
                </a:pPr>
                <a:r>
                  <a:rPr lang="en-GB" sz="900" dirty="0">
                    <a:latin typeface="+mj-lt"/>
                  </a:rPr>
                  <a:t>Agile Change Control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3495969" y="2441482"/>
                <a:ext cx="1448024" cy="10056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Aft>
                    <a:spcPts val="675"/>
                  </a:spcAft>
                </a:pPr>
                <a:r>
                  <a:rPr lang="en-GB" sz="900" dirty="0">
                    <a:latin typeface="+mj-lt"/>
                  </a:rPr>
                  <a:t>Operational Sustainment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3274047" y="628611"/>
              <a:ext cx="2652378" cy="1235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Measurement system is clearly aligned to the organization’s key business strategy outcomes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073112" y="1555087"/>
              <a:ext cx="2763677" cy="1235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Governance is clearly defined, documented and monitored to inform key decisions and adjustment requirements.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911033" y="3569501"/>
              <a:ext cx="2500601" cy="1235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Evidence of independent quality assurance over the delivery of products and service commitments.  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80661" y="5334561"/>
              <a:ext cx="3578317" cy="1453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Enables the monitoring and management of risks by providing focus on key business outcomes and performance indicators. Indication of risks awareness and appropriate gear to address them. 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169203" y="6287240"/>
              <a:ext cx="2488629" cy="1235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Supports effective vendor management by defining and rigorously measuring contractual obligations. 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-310016" y="5297790"/>
              <a:ext cx="2981738" cy="10177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Clear accountabilities to support business desired outcomes and achieve customer commitments.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-122714" y="3407095"/>
              <a:ext cx="2146490" cy="1344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Measurement framework is adaptable to 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evolving industry requirements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-379041" y="1340604"/>
              <a:ext cx="3422930" cy="1453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Position management for a</a:t>
              </a:r>
              <a:br>
                <a:rPr lang="en-US" sz="9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</a:br>
              <a:r>
                <a:rPr lang="en-US" sz="9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greater consistency in the delivery of service commitments through robust operational reporting and timely responses to changing demands. </a:t>
              </a:r>
            </a:p>
          </p:txBody>
        </p:sp>
        <p:cxnSp>
          <p:nvCxnSpPr>
            <p:cNvPr id="24" name="Straight Connector 23"/>
            <p:cNvCxnSpPr/>
            <p:nvPr/>
          </p:nvCxnSpPr>
          <p:spPr>
            <a:xfrm flipH="1" flipV="1">
              <a:off x="9614263" y="1282344"/>
              <a:ext cx="47209" cy="5625295"/>
            </a:xfrm>
            <a:prstGeom prst="line">
              <a:avLst/>
            </a:prstGeom>
            <a:ln>
              <a:solidFill>
                <a:srgbClr val="968C6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9657635" y="1365679"/>
              <a:ext cx="1856877" cy="5401515"/>
              <a:chOff x="9657635" y="2754505"/>
              <a:chExt cx="1856877" cy="5334640"/>
            </a:xfrm>
          </p:grpSpPr>
          <p:grpSp>
            <p:nvGrpSpPr>
              <p:cNvPr id="26" name="Group 25"/>
              <p:cNvGrpSpPr/>
              <p:nvPr/>
            </p:nvGrpSpPr>
            <p:grpSpPr>
              <a:xfrm rot="10800000">
                <a:off x="9677024" y="6402119"/>
                <a:ext cx="1837488" cy="1687026"/>
                <a:chOff x="10480983" y="3882324"/>
                <a:chExt cx="1837488" cy="1687026"/>
              </a:xfrm>
            </p:grpSpPr>
            <p:sp>
              <p:nvSpPr>
                <p:cNvPr id="34" name="Teardrop 33"/>
                <p:cNvSpPr/>
                <p:nvPr/>
              </p:nvSpPr>
              <p:spPr bwMode="ltGray">
                <a:xfrm rot="5400000">
                  <a:off x="10556214" y="3807093"/>
                  <a:ext cx="1687026" cy="1837488"/>
                </a:xfrm>
                <a:prstGeom prst="teardrop">
                  <a:avLst/>
                </a:prstGeom>
                <a:solidFill>
                  <a:srgbClr val="D11414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900" dirty="0" err="1">
                    <a:solidFill>
                      <a:schemeClr val="bg1"/>
                    </a:solidFill>
                    <a:latin typeface="Georgia" pitchFamily="18" charset="0"/>
                  </a:endParaRPr>
                </a:p>
              </p:txBody>
            </p:sp>
            <p:sp>
              <p:nvSpPr>
                <p:cNvPr id="35" name="Oval 34"/>
                <p:cNvSpPr/>
                <p:nvPr/>
              </p:nvSpPr>
              <p:spPr bwMode="ltGray">
                <a:xfrm>
                  <a:off x="12045180" y="5277322"/>
                  <a:ext cx="216024" cy="216025"/>
                </a:xfrm>
                <a:prstGeom prst="ellipse">
                  <a:avLst/>
                </a:prstGeom>
                <a:solidFill>
                  <a:schemeClr val="bg2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900" dirty="0" err="1">
                    <a:solidFill>
                      <a:schemeClr val="bg1"/>
                    </a:solidFill>
                    <a:latin typeface="Georgia" pitchFamily="18" charset="0"/>
                  </a:endParaRPr>
                </a:p>
              </p:txBody>
            </p:sp>
          </p:grpSp>
          <p:sp>
            <p:nvSpPr>
              <p:cNvPr id="27" name="TextBox 26"/>
              <p:cNvSpPr txBox="1"/>
              <p:nvPr/>
            </p:nvSpPr>
            <p:spPr>
              <a:xfrm>
                <a:off x="9891395" y="6831526"/>
                <a:ext cx="1386213" cy="8501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Aft>
                    <a:spcPts val="675"/>
                  </a:spcAft>
                </a:pPr>
                <a:br>
                  <a:rPr lang="en-GB" sz="750" b="1" i="1" dirty="0">
                    <a:solidFill>
                      <a:schemeClr val="bg2"/>
                    </a:solidFill>
                    <a:latin typeface="Georgia" pitchFamily="18" charset="0"/>
                  </a:rPr>
                </a:br>
                <a:br>
                  <a:rPr lang="en-GB" sz="750" b="1" i="1" dirty="0">
                    <a:solidFill>
                      <a:schemeClr val="bg2"/>
                    </a:solidFill>
                    <a:latin typeface="Georgia" pitchFamily="18" charset="0"/>
                  </a:rPr>
                </a:br>
                <a:r>
                  <a:rPr lang="en-GB" sz="900" b="1" i="1" dirty="0">
                    <a:solidFill>
                      <a:schemeClr val="bg2"/>
                    </a:solidFill>
                    <a:latin typeface="Georgia" pitchFamily="18" charset="0"/>
                  </a:rPr>
                  <a:t>Efficiencies and Savings in audit fees ! </a:t>
                </a:r>
              </a:p>
            </p:txBody>
          </p:sp>
          <p:sp>
            <p:nvSpPr>
              <p:cNvPr id="28" name="Freeform 4803"/>
              <p:cNvSpPr>
                <a:spLocks noEditPoints="1"/>
              </p:cNvSpPr>
              <p:nvPr/>
            </p:nvSpPr>
            <p:spPr bwMode="auto">
              <a:xfrm>
                <a:off x="10195340" y="6551534"/>
                <a:ext cx="574906" cy="519560"/>
              </a:xfrm>
              <a:custGeom>
                <a:avLst/>
                <a:gdLst>
                  <a:gd name="T0" fmla="*/ 372 w 376"/>
                  <a:gd name="T1" fmla="*/ 98 h 274"/>
                  <a:gd name="T2" fmla="*/ 344 w 376"/>
                  <a:gd name="T3" fmla="*/ 74 h 274"/>
                  <a:gd name="T4" fmla="*/ 334 w 376"/>
                  <a:gd name="T5" fmla="*/ 68 h 274"/>
                  <a:gd name="T6" fmla="*/ 254 w 376"/>
                  <a:gd name="T7" fmla="*/ 80 h 274"/>
                  <a:gd name="T8" fmla="*/ 210 w 376"/>
                  <a:gd name="T9" fmla="*/ 68 h 274"/>
                  <a:gd name="T10" fmla="*/ 6 w 376"/>
                  <a:gd name="T11" fmla="*/ 136 h 274"/>
                  <a:gd name="T12" fmla="*/ 4 w 376"/>
                  <a:gd name="T13" fmla="*/ 170 h 274"/>
                  <a:gd name="T14" fmla="*/ 30 w 376"/>
                  <a:gd name="T15" fmla="*/ 194 h 274"/>
                  <a:gd name="T16" fmla="*/ 4 w 376"/>
                  <a:gd name="T17" fmla="*/ 220 h 274"/>
                  <a:gd name="T18" fmla="*/ 198 w 376"/>
                  <a:gd name="T19" fmla="*/ 250 h 274"/>
                  <a:gd name="T20" fmla="*/ 272 w 376"/>
                  <a:gd name="T21" fmla="*/ 274 h 274"/>
                  <a:gd name="T22" fmla="*/ 346 w 376"/>
                  <a:gd name="T23" fmla="*/ 246 h 274"/>
                  <a:gd name="T24" fmla="*/ 322 w 376"/>
                  <a:gd name="T25" fmla="*/ 252 h 274"/>
                  <a:gd name="T26" fmla="*/ 220 w 376"/>
                  <a:gd name="T27" fmla="*/ 252 h 274"/>
                  <a:gd name="T28" fmla="*/ 196 w 376"/>
                  <a:gd name="T29" fmla="*/ 232 h 274"/>
                  <a:gd name="T30" fmla="*/ 148 w 376"/>
                  <a:gd name="T31" fmla="*/ 234 h 274"/>
                  <a:gd name="T32" fmla="*/ 200 w 376"/>
                  <a:gd name="T33" fmla="*/ 220 h 274"/>
                  <a:gd name="T34" fmla="*/ 300 w 376"/>
                  <a:gd name="T35" fmla="*/ 236 h 274"/>
                  <a:gd name="T36" fmla="*/ 346 w 376"/>
                  <a:gd name="T37" fmla="*/ 196 h 274"/>
                  <a:gd name="T38" fmla="*/ 308 w 376"/>
                  <a:gd name="T39" fmla="*/ 220 h 274"/>
                  <a:gd name="T40" fmla="*/ 210 w 376"/>
                  <a:gd name="T41" fmla="*/ 210 h 274"/>
                  <a:gd name="T42" fmla="*/ 196 w 376"/>
                  <a:gd name="T43" fmla="*/ 196 h 274"/>
                  <a:gd name="T44" fmla="*/ 150 w 376"/>
                  <a:gd name="T45" fmla="*/ 200 h 274"/>
                  <a:gd name="T46" fmla="*/ 202 w 376"/>
                  <a:gd name="T47" fmla="*/ 184 h 274"/>
                  <a:gd name="T48" fmla="*/ 318 w 376"/>
                  <a:gd name="T49" fmla="*/ 196 h 274"/>
                  <a:gd name="T50" fmla="*/ 374 w 376"/>
                  <a:gd name="T51" fmla="*/ 162 h 274"/>
                  <a:gd name="T52" fmla="*/ 374 w 376"/>
                  <a:gd name="T53" fmla="*/ 130 h 274"/>
                  <a:gd name="T54" fmla="*/ 248 w 376"/>
                  <a:gd name="T55" fmla="*/ 94 h 274"/>
                  <a:gd name="T56" fmla="*/ 342 w 376"/>
                  <a:gd name="T57" fmla="*/ 78 h 274"/>
                  <a:gd name="T58" fmla="*/ 334 w 376"/>
                  <a:gd name="T59" fmla="*/ 104 h 274"/>
                  <a:gd name="T60" fmla="*/ 238 w 376"/>
                  <a:gd name="T61" fmla="*/ 114 h 274"/>
                  <a:gd name="T62" fmla="*/ 200 w 376"/>
                  <a:gd name="T63" fmla="*/ 96 h 274"/>
                  <a:gd name="T64" fmla="*/ 202 w 376"/>
                  <a:gd name="T65" fmla="*/ 114 h 274"/>
                  <a:gd name="T66" fmla="*/ 294 w 376"/>
                  <a:gd name="T67" fmla="*/ 130 h 274"/>
                  <a:gd name="T68" fmla="*/ 346 w 376"/>
                  <a:gd name="T69" fmla="*/ 124 h 274"/>
                  <a:gd name="T70" fmla="*/ 338 w 376"/>
                  <a:gd name="T71" fmla="*/ 136 h 274"/>
                  <a:gd name="T72" fmla="*/ 272 w 376"/>
                  <a:gd name="T73" fmla="*/ 152 h 274"/>
                  <a:gd name="T74" fmla="*/ 214 w 376"/>
                  <a:gd name="T75" fmla="*/ 142 h 274"/>
                  <a:gd name="T76" fmla="*/ 198 w 376"/>
                  <a:gd name="T77" fmla="*/ 118 h 274"/>
                  <a:gd name="T78" fmla="*/ 134 w 376"/>
                  <a:gd name="T79" fmla="*/ 150 h 274"/>
                  <a:gd name="T80" fmla="*/ 100 w 376"/>
                  <a:gd name="T81" fmla="*/ 136 h 274"/>
                  <a:gd name="T82" fmla="*/ 158 w 376"/>
                  <a:gd name="T83" fmla="*/ 128 h 274"/>
                  <a:gd name="T84" fmla="*/ 162 w 376"/>
                  <a:gd name="T85" fmla="*/ 144 h 274"/>
                  <a:gd name="T86" fmla="*/ 346 w 376"/>
                  <a:gd name="T87" fmla="*/ 162 h 274"/>
                  <a:gd name="T88" fmla="*/ 342 w 376"/>
                  <a:gd name="T89" fmla="*/ 168 h 274"/>
                  <a:gd name="T90" fmla="*/ 322 w 376"/>
                  <a:gd name="T91" fmla="*/ 180 h 274"/>
                  <a:gd name="T92" fmla="*/ 220 w 376"/>
                  <a:gd name="T93" fmla="*/ 180 h 274"/>
                  <a:gd name="T94" fmla="*/ 200 w 376"/>
                  <a:gd name="T95" fmla="*/ 168 h 274"/>
                  <a:gd name="T96" fmla="*/ 198 w 376"/>
                  <a:gd name="T97" fmla="*/ 154 h 274"/>
                  <a:gd name="T98" fmla="*/ 272 w 376"/>
                  <a:gd name="T99" fmla="*/ 166 h 274"/>
                  <a:gd name="T100" fmla="*/ 346 w 376"/>
                  <a:gd name="T101" fmla="*/ 160 h 274"/>
                  <a:gd name="T102" fmla="*/ 196 w 376"/>
                  <a:gd name="T103" fmla="*/ 28 h 274"/>
                  <a:gd name="T104" fmla="*/ 272 w 376"/>
                  <a:gd name="T105" fmla="*/ 0 h 274"/>
                  <a:gd name="T106" fmla="*/ 344 w 376"/>
                  <a:gd name="T107" fmla="*/ 24 h 274"/>
                  <a:gd name="T108" fmla="*/ 322 w 376"/>
                  <a:gd name="T109" fmla="*/ 50 h 274"/>
                  <a:gd name="T110" fmla="*/ 220 w 376"/>
                  <a:gd name="T111" fmla="*/ 50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76" h="274">
                    <a:moveTo>
                      <a:pt x="376" y="126"/>
                    </a:moveTo>
                    <a:lnTo>
                      <a:pt x="376" y="126"/>
                    </a:lnTo>
                    <a:lnTo>
                      <a:pt x="374" y="122"/>
                    </a:lnTo>
                    <a:lnTo>
                      <a:pt x="370" y="120"/>
                    </a:lnTo>
                    <a:lnTo>
                      <a:pt x="346" y="110"/>
                    </a:lnTo>
                    <a:lnTo>
                      <a:pt x="372" y="98"/>
                    </a:lnTo>
                    <a:lnTo>
                      <a:pt x="372" y="98"/>
                    </a:lnTo>
                    <a:lnTo>
                      <a:pt x="376" y="96"/>
                    </a:lnTo>
                    <a:lnTo>
                      <a:pt x="376" y="92"/>
                    </a:lnTo>
                    <a:lnTo>
                      <a:pt x="376" y="92"/>
                    </a:lnTo>
                    <a:lnTo>
                      <a:pt x="376" y="86"/>
                    </a:lnTo>
                    <a:lnTo>
                      <a:pt x="372" y="84"/>
                    </a:lnTo>
                    <a:lnTo>
                      <a:pt x="344" y="74"/>
                    </a:lnTo>
                    <a:lnTo>
                      <a:pt x="344" y="74"/>
                    </a:lnTo>
                    <a:lnTo>
                      <a:pt x="346" y="70"/>
                    </a:lnTo>
                    <a:lnTo>
                      <a:pt x="346" y="66"/>
                    </a:lnTo>
                    <a:lnTo>
                      <a:pt x="346" y="52"/>
                    </a:lnTo>
                    <a:lnTo>
                      <a:pt x="346" y="52"/>
                    </a:lnTo>
                    <a:lnTo>
                      <a:pt x="346" y="56"/>
                    </a:lnTo>
                    <a:lnTo>
                      <a:pt x="344" y="60"/>
                    </a:lnTo>
                    <a:lnTo>
                      <a:pt x="334" y="68"/>
                    </a:lnTo>
                    <a:lnTo>
                      <a:pt x="334" y="68"/>
                    </a:lnTo>
                    <a:lnTo>
                      <a:pt x="322" y="72"/>
                    </a:lnTo>
                    <a:lnTo>
                      <a:pt x="308" y="76"/>
                    </a:lnTo>
                    <a:lnTo>
                      <a:pt x="290" y="80"/>
                    </a:lnTo>
                    <a:lnTo>
                      <a:pt x="272" y="80"/>
                    </a:lnTo>
                    <a:lnTo>
                      <a:pt x="272" y="80"/>
                    </a:lnTo>
                    <a:lnTo>
                      <a:pt x="254" y="80"/>
                    </a:lnTo>
                    <a:lnTo>
                      <a:pt x="238" y="78"/>
                    </a:lnTo>
                    <a:lnTo>
                      <a:pt x="226" y="74"/>
                    </a:lnTo>
                    <a:lnTo>
                      <a:pt x="214" y="70"/>
                    </a:lnTo>
                    <a:lnTo>
                      <a:pt x="214" y="70"/>
                    </a:lnTo>
                    <a:lnTo>
                      <a:pt x="214" y="70"/>
                    </a:lnTo>
                    <a:lnTo>
                      <a:pt x="210" y="68"/>
                    </a:lnTo>
                    <a:lnTo>
                      <a:pt x="210" y="68"/>
                    </a:lnTo>
                    <a:lnTo>
                      <a:pt x="200" y="60"/>
                    </a:lnTo>
                    <a:lnTo>
                      <a:pt x="198" y="56"/>
                    </a:lnTo>
                    <a:lnTo>
                      <a:pt x="196" y="52"/>
                    </a:lnTo>
                    <a:lnTo>
                      <a:pt x="196" y="52"/>
                    </a:lnTo>
                    <a:lnTo>
                      <a:pt x="198" y="46"/>
                    </a:lnTo>
                    <a:lnTo>
                      <a:pt x="6" y="136"/>
                    </a:lnTo>
                    <a:lnTo>
                      <a:pt x="6" y="136"/>
                    </a:lnTo>
                    <a:lnTo>
                      <a:pt x="2" y="138"/>
                    </a:lnTo>
                    <a:lnTo>
                      <a:pt x="2" y="142"/>
                    </a:lnTo>
                    <a:lnTo>
                      <a:pt x="2" y="142"/>
                    </a:lnTo>
                    <a:lnTo>
                      <a:pt x="2" y="148"/>
                    </a:lnTo>
                    <a:lnTo>
                      <a:pt x="6" y="150"/>
                    </a:lnTo>
                    <a:lnTo>
                      <a:pt x="30" y="158"/>
                    </a:lnTo>
                    <a:lnTo>
                      <a:pt x="4" y="170"/>
                    </a:lnTo>
                    <a:lnTo>
                      <a:pt x="4" y="170"/>
                    </a:lnTo>
                    <a:lnTo>
                      <a:pt x="2" y="174"/>
                    </a:lnTo>
                    <a:lnTo>
                      <a:pt x="0" y="178"/>
                    </a:lnTo>
                    <a:lnTo>
                      <a:pt x="0" y="178"/>
                    </a:lnTo>
                    <a:lnTo>
                      <a:pt x="2" y="182"/>
                    </a:lnTo>
                    <a:lnTo>
                      <a:pt x="6" y="184"/>
                    </a:lnTo>
                    <a:lnTo>
                      <a:pt x="30" y="194"/>
                    </a:lnTo>
                    <a:lnTo>
                      <a:pt x="4" y="206"/>
                    </a:lnTo>
                    <a:lnTo>
                      <a:pt x="4" y="206"/>
                    </a:lnTo>
                    <a:lnTo>
                      <a:pt x="0" y="208"/>
                    </a:lnTo>
                    <a:lnTo>
                      <a:pt x="0" y="212"/>
                    </a:lnTo>
                    <a:lnTo>
                      <a:pt x="0" y="212"/>
                    </a:lnTo>
                    <a:lnTo>
                      <a:pt x="0" y="218"/>
                    </a:lnTo>
                    <a:lnTo>
                      <a:pt x="4" y="220"/>
                    </a:lnTo>
                    <a:lnTo>
                      <a:pt x="148" y="270"/>
                    </a:lnTo>
                    <a:lnTo>
                      <a:pt x="148" y="270"/>
                    </a:lnTo>
                    <a:lnTo>
                      <a:pt x="150" y="270"/>
                    </a:lnTo>
                    <a:lnTo>
                      <a:pt x="150" y="270"/>
                    </a:lnTo>
                    <a:lnTo>
                      <a:pt x="154" y="270"/>
                    </a:lnTo>
                    <a:lnTo>
                      <a:pt x="198" y="250"/>
                    </a:lnTo>
                    <a:lnTo>
                      <a:pt x="198" y="250"/>
                    </a:lnTo>
                    <a:lnTo>
                      <a:pt x="200" y="254"/>
                    </a:lnTo>
                    <a:lnTo>
                      <a:pt x="206" y="258"/>
                    </a:lnTo>
                    <a:lnTo>
                      <a:pt x="212" y="264"/>
                    </a:lnTo>
                    <a:lnTo>
                      <a:pt x="222" y="266"/>
                    </a:lnTo>
                    <a:lnTo>
                      <a:pt x="244" y="272"/>
                    </a:lnTo>
                    <a:lnTo>
                      <a:pt x="272" y="274"/>
                    </a:lnTo>
                    <a:lnTo>
                      <a:pt x="272" y="274"/>
                    </a:lnTo>
                    <a:lnTo>
                      <a:pt x="300" y="272"/>
                    </a:lnTo>
                    <a:lnTo>
                      <a:pt x="314" y="270"/>
                    </a:lnTo>
                    <a:lnTo>
                      <a:pt x="324" y="266"/>
                    </a:lnTo>
                    <a:lnTo>
                      <a:pt x="334" y="262"/>
                    </a:lnTo>
                    <a:lnTo>
                      <a:pt x="340" y="256"/>
                    </a:lnTo>
                    <a:lnTo>
                      <a:pt x="344" y="252"/>
                    </a:lnTo>
                    <a:lnTo>
                      <a:pt x="346" y="246"/>
                    </a:lnTo>
                    <a:lnTo>
                      <a:pt x="346" y="230"/>
                    </a:lnTo>
                    <a:lnTo>
                      <a:pt x="346" y="230"/>
                    </a:lnTo>
                    <a:lnTo>
                      <a:pt x="346" y="236"/>
                    </a:lnTo>
                    <a:lnTo>
                      <a:pt x="344" y="240"/>
                    </a:lnTo>
                    <a:lnTo>
                      <a:pt x="334" y="246"/>
                    </a:lnTo>
                    <a:lnTo>
                      <a:pt x="334" y="246"/>
                    </a:lnTo>
                    <a:lnTo>
                      <a:pt x="322" y="252"/>
                    </a:lnTo>
                    <a:lnTo>
                      <a:pt x="308" y="256"/>
                    </a:lnTo>
                    <a:lnTo>
                      <a:pt x="290" y="258"/>
                    </a:lnTo>
                    <a:lnTo>
                      <a:pt x="272" y="260"/>
                    </a:lnTo>
                    <a:lnTo>
                      <a:pt x="272" y="260"/>
                    </a:lnTo>
                    <a:lnTo>
                      <a:pt x="252" y="258"/>
                    </a:lnTo>
                    <a:lnTo>
                      <a:pt x="236" y="256"/>
                    </a:lnTo>
                    <a:lnTo>
                      <a:pt x="220" y="252"/>
                    </a:lnTo>
                    <a:lnTo>
                      <a:pt x="210" y="246"/>
                    </a:lnTo>
                    <a:lnTo>
                      <a:pt x="210" y="246"/>
                    </a:lnTo>
                    <a:lnTo>
                      <a:pt x="206" y="244"/>
                    </a:lnTo>
                    <a:lnTo>
                      <a:pt x="206" y="244"/>
                    </a:lnTo>
                    <a:lnTo>
                      <a:pt x="206" y="244"/>
                    </a:lnTo>
                    <a:lnTo>
                      <a:pt x="200" y="238"/>
                    </a:lnTo>
                    <a:lnTo>
                      <a:pt x="196" y="232"/>
                    </a:lnTo>
                    <a:lnTo>
                      <a:pt x="196" y="232"/>
                    </a:lnTo>
                    <a:lnTo>
                      <a:pt x="196" y="230"/>
                    </a:lnTo>
                    <a:lnTo>
                      <a:pt x="196" y="232"/>
                    </a:lnTo>
                    <a:lnTo>
                      <a:pt x="150" y="254"/>
                    </a:lnTo>
                    <a:lnTo>
                      <a:pt x="28" y="212"/>
                    </a:lnTo>
                    <a:lnTo>
                      <a:pt x="52" y="200"/>
                    </a:lnTo>
                    <a:lnTo>
                      <a:pt x="148" y="234"/>
                    </a:lnTo>
                    <a:lnTo>
                      <a:pt x="148" y="234"/>
                    </a:lnTo>
                    <a:lnTo>
                      <a:pt x="152" y="234"/>
                    </a:lnTo>
                    <a:lnTo>
                      <a:pt x="152" y="234"/>
                    </a:lnTo>
                    <a:lnTo>
                      <a:pt x="154" y="234"/>
                    </a:lnTo>
                    <a:lnTo>
                      <a:pt x="198" y="214"/>
                    </a:lnTo>
                    <a:lnTo>
                      <a:pt x="198" y="214"/>
                    </a:lnTo>
                    <a:lnTo>
                      <a:pt x="200" y="220"/>
                    </a:lnTo>
                    <a:lnTo>
                      <a:pt x="206" y="224"/>
                    </a:lnTo>
                    <a:lnTo>
                      <a:pt x="214" y="228"/>
                    </a:lnTo>
                    <a:lnTo>
                      <a:pt x="222" y="232"/>
                    </a:lnTo>
                    <a:lnTo>
                      <a:pt x="246" y="236"/>
                    </a:lnTo>
                    <a:lnTo>
                      <a:pt x="272" y="238"/>
                    </a:lnTo>
                    <a:lnTo>
                      <a:pt x="272" y="238"/>
                    </a:lnTo>
                    <a:lnTo>
                      <a:pt x="300" y="236"/>
                    </a:lnTo>
                    <a:lnTo>
                      <a:pt x="314" y="234"/>
                    </a:lnTo>
                    <a:lnTo>
                      <a:pt x="324" y="230"/>
                    </a:lnTo>
                    <a:lnTo>
                      <a:pt x="334" y="226"/>
                    </a:lnTo>
                    <a:lnTo>
                      <a:pt x="340" y="220"/>
                    </a:lnTo>
                    <a:lnTo>
                      <a:pt x="344" y="216"/>
                    </a:lnTo>
                    <a:lnTo>
                      <a:pt x="346" y="210"/>
                    </a:lnTo>
                    <a:lnTo>
                      <a:pt x="346" y="196"/>
                    </a:lnTo>
                    <a:lnTo>
                      <a:pt x="346" y="196"/>
                    </a:lnTo>
                    <a:lnTo>
                      <a:pt x="346" y="200"/>
                    </a:lnTo>
                    <a:lnTo>
                      <a:pt x="344" y="204"/>
                    </a:lnTo>
                    <a:lnTo>
                      <a:pt x="334" y="210"/>
                    </a:lnTo>
                    <a:lnTo>
                      <a:pt x="334" y="210"/>
                    </a:lnTo>
                    <a:lnTo>
                      <a:pt x="322" y="216"/>
                    </a:lnTo>
                    <a:lnTo>
                      <a:pt x="308" y="220"/>
                    </a:lnTo>
                    <a:lnTo>
                      <a:pt x="290" y="222"/>
                    </a:lnTo>
                    <a:lnTo>
                      <a:pt x="272" y="224"/>
                    </a:lnTo>
                    <a:lnTo>
                      <a:pt x="272" y="224"/>
                    </a:lnTo>
                    <a:lnTo>
                      <a:pt x="252" y="222"/>
                    </a:lnTo>
                    <a:lnTo>
                      <a:pt x="236" y="220"/>
                    </a:lnTo>
                    <a:lnTo>
                      <a:pt x="220" y="216"/>
                    </a:lnTo>
                    <a:lnTo>
                      <a:pt x="210" y="210"/>
                    </a:lnTo>
                    <a:lnTo>
                      <a:pt x="210" y="210"/>
                    </a:lnTo>
                    <a:lnTo>
                      <a:pt x="208" y="210"/>
                    </a:lnTo>
                    <a:lnTo>
                      <a:pt x="208" y="210"/>
                    </a:lnTo>
                    <a:lnTo>
                      <a:pt x="200" y="204"/>
                    </a:lnTo>
                    <a:lnTo>
                      <a:pt x="198" y="198"/>
                    </a:lnTo>
                    <a:lnTo>
                      <a:pt x="198" y="198"/>
                    </a:lnTo>
                    <a:lnTo>
                      <a:pt x="196" y="196"/>
                    </a:lnTo>
                    <a:lnTo>
                      <a:pt x="196" y="198"/>
                    </a:lnTo>
                    <a:lnTo>
                      <a:pt x="152" y="218"/>
                    </a:lnTo>
                    <a:lnTo>
                      <a:pt x="72" y="192"/>
                    </a:lnTo>
                    <a:lnTo>
                      <a:pt x="50" y="184"/>
                    </a:lnTo>
                    <a:lnTo>
                      <a:pt x="28" y="176"/>
                    </a:lnTo>
                    <a:lnTo>
                      <a:pt x="52" y="166"/>
                    </a:lnTo>
                    <a:lnTo>
                      <a:pt x="150" y="200"/>
                    </a:lnTo>
                    <a:lnTo>
                      <a:pt x="150" y="200"/>
                    </a:lnTo>
                    <a:lnTo>
                      <a:pt x="152" y="200"/>
                    </a:lnTo>
                    <a:lnTo>
                      <a:pt x="152" y="200"/>
                    </a:lnTo>
                    <a:lnTo>
                      <a:pt x="156" y="200"/>
                    </a:lnTo>
                    <a:lnTo>
                      <a:pt x="198" y="180"/>
                    </a:lnTo>
                    <a:lnTo>
                      <a:pt x="198" y="180"/>
                    </a:lnTo>
                    <a:lnTo>
                      <a:pt x="202" y="184"/>
                    </a:lnTo>
                    <a:lnTo>
                      <a:pt x="208" y="188"/>
                    </a:lnTo>
                    <a:lnTo>
                      <a:pt x="224" y="196"/>
                    </a:lnTo>
                    <a:lnTo>
                      <a:pt x="246" y="200"/>
                    </a:lnTo>
                    <a:lnTo>
                      <a:pt x="272" y="202"/>
                    </a:lnTo>
                    <a:lnTo>
                      <a:pt x="272" y="202"/>
                    </a:lnTo>
                    <a:lnTo>
                      <a:pt x="296" y="200"/>
                    </a:lnTo>
                    <a:lnTo>
                      <a:pt x="318" y="196"/>
                    </a:lnTo>
                    <a:lnTo>
                      <a:pt x="334" y="190"/>
                    </a:lnTo>
                    <a:lnTo>
                      <a:pt x="340" y="186"/>
                    </a:lnTo>
                    <a:lnTo>
                      <a:pt x="344" y="180"/>
                    </a:lnTo>
                    <a:lnTo>
                      <a:pt x="370" y="168"/>
                    </a:lnTo>
                    <a:lnTo>
                      <a:pt x="370" y="168"/>
                    </a:lnTo>
                    <a:lnTo>
                      <a:pt x="374" y="166"/>
                    </a:lnTo>
                    <a:lnTo>
                      <a:pt x="374" y="162"/>
                    </a:lnTo>
                    <a:lnTo>
                      <a:pt x="374" y="162"/>
                    </a:lnTo>
                    <a:lnTo>
                      <a:pt x="374" y="156"/>
                    </a:lnTo>
                    <a:lnTo>
                      <a:pt x="370" y="154"/>
                    </a:lnTo>
                    <a:lnTo>
                      <a:pt x="346" y="146"/>
                    </a:lnTo>
                    <a:lnTo>
                      <a:pt x="372" y="134"/>
                    </a:lnTo>
                    <a:lnTo>
                      <a:pt x="372" y="134"/>
                    </a:lnTo>
                    <a:lnTo>
                      <a:pt x="374" y="130"/>
                    </a:lnTo>
                    <a:lnTo>
                      <a:pt x="376" y="126"/>
                    </a:lnTo>
                    <a:lnTo>
                      <a:pt x="376" y="126"/>
                    </a:lnTo>
                    <a:close/>
                    <a:moveTo>
                      <a:pt x="202" y="78"/>
                    </a:moveTo>
                    <a:lnTo>
                      <a:pt x="202" y="78"/>
                    </a:lnTo>
                    <a:lnTo>
                      <a:pt x="214" y="84"/>
                    </a:lnTo>
                    <a:lnTo>
                      <a:pt x="230" y="90"/>
                    </a:lnTo>
                    <a:lnTo>
                      <a:pt x="248" y="94"/>
                    </a:lnTo>
                    <a:lnTo>
                      <a:pt x="272" y="96"/>
                    </a:lnTo>
                    <a:lnTo>
                      <a:pt x="272" y="96"/>
                    </a:lnTo>
                    <a:lnTo>
                      <a:pt x="294" y="94"/>
                    </a:lnTo>
                    <a:lnTo>
                      <a:pt x="314" y="90"/>
                    </a:lnTo>
                    <a:lnTo>
                      <a:pt x="330" y="84"/>
                    </a:lnTo>
                    <a:lnTo>
                      <a:pt x="342" y="78"/>
                    </a:lnTo>
                    <a:lnTo>
                      <a:pt x="342" y="78"/>
                    </a:lnTo>
                    <a:lnTo>
                      <a:pt x="346" y="82"/>
                    </a:lnTo>
                    <a:lnTo>
                      <a:pt x="346" y="88"/>
                    </a:lnTo>
                    <a:lnTo>
                      <a:pt x="346" y="88"/>
                    </a:lnTo>
                    <a:lnTo>
                      <a:pt x="346" y="92"/>
                    </a:lnTo>
                    <a:lnTo>
                      <a:pt x="344" y="96"/>
                    </a:lnTo>
                    <a:lnTo>
                      <a:pt x="334" y="104"/>
                    </a:lnTo>
                    <a:lnTo>
                      <a:pt x="334" y="104"/>
                    </a:lnTo>
                    <a:lnTo>
                      <a:pt x="322" y="108"/>
                    </a:lnTo>
                    <a:lnTo>
                      <a:pt x="308" y="112"/>
                    </a:lnTo>
                    <a:lnTo>
                      <a:pt x="290" y="116"/>
                    </a:lnTo>
                    <a:lnTo>
                      <a:pt x="272" y="116"/>
                    </a:lnTo>
                    <a:lnTo>
                      <a:pt x="272" y="116"/>
                    </a:lnTo>
                    <a:lnTo>
                      <a:pt x="254" y="116"/>
                    </a:lnTo>
                    <a:lnTo>
                      <a:pt x="238" y="114"/>
                    </a:lnTo>
                    <a:lnTo>
                      <a:pt x="226" y="110"/>
                    </a:lnTo>
                    <a:lnTo>
                      <a:pt x="214" y="106"/>
                    </a:lnTo>
                    <a:lnTo>
                      <a:pt x="214" y="106"/>
                    </a:lnTo>
                    <a:lnTo>
                      <a:pt x="214" y="106"/>
                    </a:lnTo>
                    <a:lnTo>
                      <a:pt x="210" y="104"/>
                    </a:lnTo>
                    <a:lnTo>
                      <a:pt x="210" y="104"/>
                    </a:lnTo>
                    <a:lnTo>
                      <a:pt x="200" y="96"/>
                    </a:lnTo>
                    <a:lnTo>
                      <a:pt x="198" y="92"/>
                    </a:lnTo>
                    <a:lnTo>
                      <a:pt x="196" y="88"/>
                    </a:lnTo>
                    <a:lnTo>
                      <a:pt x="196" y="88"/>
                    </a:lnTo>
                    <a:lnTo>
                      <a:pt x="198" y="82"/>
                    </a:lnTo>
                    <a:lnTo>
                      <a:pt x="202" y="78"/>
                    </a:lnTo>
                    <a:lnTo>
                      <a:pt x="202" y="78"/>
                    </a:lnTo>
                    <a:close/>
                    <a:moveTo>
                      <a:pt x="202" y="114"/>
                    </a:moveTo>
                    <a:lnTo>
                      <a:pt x="202" y="114"/>
                    </a:lnTo>
                    <a:lnTo>
                      <a:pt x="214" y="120"/>
                    </a:lnTo>
                    <a:lnTo>
                      <a:pt x="230" y="126"/>
                    </a:lnTo>
                    <a:lnTo>
                      <a:pt x="248" y="130"/>
                    </a:lnTo>
                    <a:lnTo>
                      <a:pt x="272" y="130"/>
                    </a:lnTo>
                    <a:lnTo>
                      <a:pt x="272" y="130"/>
                    </a:lnTo>
                    <a:lnTo>
                      <a:pt x="294" y="130"/>
                    </a:lnTo>
                    <a:lnTo>
                      <a:pt x="314" y="126"/>
                    </a:lnTo>
                    <a:lnTo>
                      <a:pt x="330" y="120"/>
                    </a:lnTo>
                    <a:lnTo>
                      <a:pt x="342" y="114"/>
                    </a:lnTo>
                    <a:lnTo>
                      <a:pt x="342" y="114"/>
                    </a:lnTo>
                    <a:lnTo>
                      <a:pt x="346" y="118"/>
                    </a:lnTo>
                    <a:lnTo>
                      <a:pt x="346" y="124"/>
                    </a:lnTo>
                    <a:lnTo>
                      <a:pt x="346" y="124"/>
                    </a:lnTo>
                    <a:lnTo>
                      <a:pt x="346" y="128"/>
                    </a:lnTo>
                    <a:lnTo>
                      <a:pt x="346" y="128"/>
                    </a:lnTo>
                    <a:lnTo>
                      <a:pt x="342" y="132"/>
                    </a:lnTo>
                    <a:lnTo>
                      <a:pt x="342" y="132"/>
                    </a:lnTo>
                    <a:lnTo>
                      <a:pt x="340" y="134"/>
                    </a:lnTo>
                    <a:lnTo>
                      <a:pt x="340" y="134"/>
                    </a:lnTo>
                    <a:lnTo>
                      <a:pt x="338" y="136"/>
                    </a:lnTo>
                    <a:lnTo>
                      <a:pt x="338" y="136"/>
                    </a:lnTo>
                    <a:lnTo>
                      <a:pt x="334" y="140"/>
                    </a:lnTo>
                    <a:lnTo>
                      <a:pt x="334" y="140"/>
                    </a:lnTo>
                    <a:lnTo>
                      <a:pt x="322" y="144"/>
                    </a:lnTo>
                    <a:lnTo>
                      <a:pt x="308" y="148"/>
                    </a:lnTo>
                    <a:lnTo>
                      <a:pt x="290" y="150"/>
                    </a:lnTo>
                    <a:lnTo>
                      <a:pt x="272" y="152"/>
                    </a:lnTo>
                    <a:lnTo>
                      <a:pt x="272" y="152"/>
                    </a:lnTo>
                    <a:lnTo>
                      <a:pt x="254" y="152"/>
                    </a:lnTo>
                    <a:lnTo>
                      <a:pt x="238" y="148"/>
                    </a:lnTo>
                    <a:lnTo>
                      <a:pt x="226" y="146"/>
                    </a:lnTo>
                    <a:lnTo>
                      <a:pt x="214" y="142"/>
                    </a:lnTo>
                    <a:lnTo>
                      <a:pt x="214" y="142"/>
                    </a:lnTo>
                    <a:lnTo>
                      <a:pt x="214" y="142"/>
                    </a:lnTo>
                    <a:lnTo>
                      <a:pt x="210" y="140"/>
                    </a:lnTo>
                    <a:lnTo>
                      <a:pt x="210" y="140"/>
                    </a:lnTo>
                    <a:lnTo>
                      <a:pt x="200" y="132"/>
                    </a:lnTo>
                    <a:lnTo>
                      <a:pt x="198" y="128"/>
                    </a:lnTo>
                    <a:lnTo>
                      <a:pt x="196" y="124"/>
                    </a:lnTo>
                    <a:lnTo>
                      <a:pt x="196" y="124"/>
                    </a:lnTo>
                    <a:lnTo>
                      <a:pt x="198" y="118"/>
                    </a:lnTo>
                    <a:lnTo>
                      <a:pt x="202" y="114"/>
                    </a:lnTo>
                    <a:lnTo>
                      <a:pt x="202" y="114"/>
                    </a:lnTo>
                    <a:close/>
                    <a:moveTo>
                      <a:pt x="162" y="144"/>
                    </a:moveTo>
                    <a:lnTo>
                      <a:pt x="162" y="144"/>
                    </a:lnTo>
                    <a:lnTo>
                      <a:pt x="150" y="150"/>
                    </a:lnTo>
                    <a:lnTo>
                      <a:pt x="134" y="150"/>
                    </a:lnTo>
                    <a:lnTo>
                      <a:pt x="134" y="150"/>
                    </a:lnTo>
                    <a:lnTo>
                      <a:pt x="116" y="150"/>
                    </a:lnTo>
                    <a:lnTo>
                      <a:pt x="104" y="144"/>
                    </a:lnTo>
                    <a:lnTo>
                      <a:pt x="104" y="144"/>
                    </a:lnTo>
                    <a:lnTo>
                      <a:pt x="100" y="142"/>
                    </a:lnTo>
                    <a:lnTo>
                      <a:pt x="98" y="138"/>
                    </a:lnTo>
                    <a:lnTo>
                      <a:pt x="98" y="138"/>
                    </a:lnTo>
                    <a:lnTo>
                      <a:pt x="100" y="136"/>
                    </a:lnTo>
                    <a:lnTo>
                      <a:pt x="102" y="132"/>
                    </a:lnTo>
                    <a:lnTo>
                      <a:pt x="110" y="128"/>
                    </a:lnTo>
                    <a:lnTo>
                      <a:pt x="120" y="126"/>
                    </a:lnTo>
                    <a:lnTo>
                      <a:pt x="134" y="124"/>
                    </a:lnTo>
                    <a:lnTo>
                      <a:pt x="134" y="124"/>
                    </a:lnTo>
                    <a:lnTo>
                      <a:pt x="148" y="126"/>
                    </a:lnTo>
                    <a:lnTo>
                      <a:pt x="158" y="128"/>
                    </a:lnTo>
                    <a:lnTo>
                      <a:pt x="166" y="132"/>
                    </a:lnTo>
                    <a:lnTo>
                      <a:pt x="168" y="136"/>
                    </a:lnTo>
                    <a:lnTo>
                      <a:pt x="168" y="138"/>
                    </a:lnTo>
                    <a:lnTo>
                      <a:pt x="168" y="138"/>
                    </a:lnTo>
                    <a:lnTo>
                      <a:pt x="166" y="142"/>
                    </a:lnTo>
                    <a:lnTo>
                      <a:pt x="162" y="144"/>
                    </a:lnTo>
                    <a:lnTo>
                      <a:pt x="162" y="144"/>
                    </a:lnTo>
                    <a:close/>
                    <a:moveTo>
                      <a:pt x="346" y="160"/>
                    </a:moveTo>
                    <a:lnTo>
                      <a:pt x="346" y="160"/>
                    </a:lnTo>
                    <a:lnTo>
                      <a:pt x="346" y="162"/>
                    </a:lnTo>
                    <a:lnTo>
                      <a:pt x="346" y="162"/>
                    </a:lnTo>
                    <a:lnTo>
                      <a:pt x="346" y="162"/>
                    </a:lnTo>
                    <a:lnTo>
                      <a:pt x="346" y="162"/>
                    </a:lnTo>
                    <a:lnTo>
                      <a:pt x="346" y="162"/>
                    </a:lnTo>
                    <a:lnTo>
                      <a:pt x="346" y="162"/>
                    </a:lnTo>
                    <a:lnTo>
                      <a:pt x="344" y="166"/>
                    </a:lnTo>
                    <a:lnTo>
                      <a:pt x="344" y="166"/>
                    </a:lnTo>
                    <a:lnTo>
                      <a:pt x="344" y="166"/>
                    </a:lnTo>
                    <a:lnTo>
                      <a:pt x="344" y="166"/>
                    </a:lnTo>
                    <a:lnTo>
                      <a:pt x="342" y="168"/>
                    </a:lnTo>
                    <a:lnTo>
                      <a:pt x="342" y="168"/>
                    </a:lnTo>
                    <a:lnTo>
                      <a:pt x="340" y="170"/>
                    </a:lnTo>
                    <a:lnTo>
                      <a:pt x="340" y="170"/>
                    </a:lnTo>
                    <a:lnTo>
                      <a:pt x="338" y="172"/>
                    </a:lnTo>
                    <a:lnTo>
                      <a:pt x="338" y="172"/>
                    </a:lnTo>
                    <a:lnTo>
                      <a:pt x="334" y="174"/>
                    </a:lnTo>
                    <a:lnTo>
                      <a:pt x="334" y="174"/>
                    </a:lnTo>
                    <a:lnTo>
                      <a:pt x="322" y="180"/>
                    </a:lnTo>
                    <a:lnTo>
                      <a:pt x="308" y="184"/>
                    </a:lnTo>
                    <a:lnTo>
                      <a:pt x="290" y="186"/>
                    </a:lnTo>
                    <a:lnTo>
                      <a:pt x="272" y="188"/>
                    </a:lnTo>
                    <a:lnTo>
                      <a:pt x="272" y="188"/>
                    </a:lnTo>
                    <a:lnTo>
                      <a:pt x="252" y="186"/>
                    </a:lnTo>
                    <a:lnTo>
                      <a:pt x="236" y="184"/>
                    </a:lnTo>
                    <a:lnTo>
                      <a:pt x="220" y="180"/>
                    </a:lnTo>
                    <a:lnTo>
                      <a:pt x="210" y="174"/>
                    </a:lnTo>
                    <a:lnTo>
                      <a:pt x="210" y="174"/>
                    </a:lnTo>
                    <a:lnTo>
                      <a:pt x="208" y="174"/>
                    </a:lnTo>
                    <a:lnTo>
                      <a:pt x="208" y="174"/>
                    </a:lnTo>
                    <a:lnTo>
                      <a:pt x="208" y="174"/>
                    </a:lnTo>
                    <a:lnTo>
                      <a:pt x="200" y="168"/>
                    </a:lnTo>
                    <a:lnTo>
                      <a:pt x="200" y="168"/>
                    </a:lnTo>
                    <a:lnTo>
                      <a:pt x="200" y="166"/>
                    </a:lnTo>
                    <a:lnTo>
                      <a:pt x="200" y="166"/>
                    </a:lnTo>
                    <a:lnTo>
                      <a:pt x="198" y="164"/>
                    </a:lnTo>
                    <a:lnTo>
                      <a:pt x="198" y="164"/>
                    </a:lnTo>
                    <a:lnTo>
                      <a:pt x="196" y="160"/>
                    </a:lnTo>
                    <a:lnTo>
                      <a:pt x="196" y="160"/>
                    </a:lnTo>
                    <a:lnTo>
                      <a:pt x="198" y="154"/>
                    </a:lnTo>
                    <a:lnTo>
                      <a:pt x="202" y="148"/>
                    </a:lnTo>
                    <a:lnTo>
                      <a:pt x="202" y="148"/>
                    </a:lnTo>
                    <a:lnTo>
                      <a:pt x="214" y="156"/>
                    </a:lnTo>
                    <a:lnTo>
                      <a:pt x="230" y="162"/>
                    </a:lnTo>
                    <a:lnTo>
                      <a:pt x="248" y="166"/>
                    </a:lnTo>
                    <a:lnTo>
                      <a:pt x="272" y="166"/>
                    </a:lnTo>
                    <a:lnTo>
                      <a:pt x="272" y="166"/>
                    </a:lnTo>
                    <a:lnTo>
                      <a:pt x="294" y="166"/>
                    </a:lnTo>
                    <a:lnTo>
                      <a:pt x="314" y="162"/>
                    </a:lnTo>
                    <a:lnTo>
                      <a:pt x="330" y="156"/>
                    </a:lnTo>
                    <a:lnTo>
                      <a:pt x="342" y="148"/>
                    </a:lnTo>
                    <a:lnTo>
                      <a:pt x="342" y="148"/>
                    </a:lnTo>
                    <a:lnTo>
                      <a:pt x="346" y="154"/>
                    </a:lnTo>
                    <a:lnTo>
                      <a:pt x="346" y="160"/>
                    </a:lnTo>
                    <a:lnTo>
                      <a:pt x="346" y="160"/>
                    </a:lnTo>
                    <a:close/>
                    <a:moveTo>
                      <a:pt x="346" y="128"/>
                    </a:moveTo>
                    <a:lnTo>
                      <a:pt x="346" y="128"/>
                    </a:lnTo>
                    <a:lnTo>
                      <a:pt x="348" y="128"/>
                    </a:lnTo>
                    <a:lnTo>
                      <a:pt x="346" y="128"/>
                    </a:lnTo>
                    <a:close/>
                    <a:moveTo>
                      <a:pt x="196" y="28"/>
                    </a:moveTo>
                    <a:lnTo>
                      <a:pt x="196" y="28"/>
                    </a:lnTo>
                    <a:lnTo>
                      <a:pt x="198" y="24"/>
                    </a:lnTo>
                    <a:lnTo>
                      <a:pt x="202" y="18"/>
                    </a:lnTo>
                    <a:lnTo>
                      <a:pt x="210" y="14"/>
                    </a:lnTo>
                    <a:lnTo>
                      <a:pt x="218" y="8"/>
                    </a:lnTo>
                    <a:lnTo>
                      <a:pt x="230" y="6"/>
                    </a:lnTo>
                    <a:lnTo>
                      <a:pt x="242" y="2"/>
                    </a:lnTo>
                    <a:lnTo>
                      <a:pt x="272" y="0"/>
                    </a:lnTo>
                    <a:lnTo>
                      <a:pt x="272" y="0"/>
                    </a:lnTo>
                    <a:lnTo>
                      <a:pt x="300" y="2"/>
                    </a:lnTo>
                    <a:lnTo>
                      <a:pt x="314" y="6"/>
                    </a:lnTo>
                    <a:lnTo>
                      <a:pt x="324" y="8"/>
                    </a:lnTo>
                    <a:lnTo>
                      <a:pt x="334" y="14"/>
                    </a:lnTo>
                    <a:lnTo>
                      <a:pt x="340" y="18"/>
                    </a:lnTo>
                    <a:lnTo>
                      <a:pt x="344" y="24"/>
                    </a:lnTo>
                    <a:lnTo>
                      <a:pt x="346" y="28"/>
                    </a:lnTo>
                    <a:lnTo>
                      <a:pt x="346" y="28"/>
                    </a:lnTo>
                    <a:lnTo>
                      <a:pt x="346" y="34"/>
                    </a:lnTo>
                    <a:lnTo>
                      <a:pt x="344" y="38"/>
                    </a:lnTo>
                    <a:lnTo>
                      <a:pt x="334" y="44"/>
                    </a:lnTo>
                    <a:lnTo>
                      <a:pt x="334" y="44"/>
                    </a:lnTo>
                    <a:lnTo>
                      <a:pt x="322" y="50"/>
                    </a:lnTo>
                    <a:lnTo>
                      <a:pt x="308" y="54"/>
                    </a:lnTo>
                    <a:lnTo>
                      <a:pt x="290" y="56"/>
                    </a:lnTo>
                    <a:lnTo>
                      <a:pt x="272" y="58"/>
                    </a:lnTo>
                    <a:lnTo>
                      <a:pt x="272" y="58"/>
                    </a:lnTo>
                    <a:lnTo>
                      <a:pt x="252" y="56"/>
                    </a:lnTo>
                    <a:lnTo>
                      <a:pt x="236" y="54"/>
                    </a:lnTo>
                    <a:lnTo>
                      <a:pt x="220" y="50"/>
                    </a:lnTo>
                    <a:lnTo>
                      <a:pt x="210" y="44"/>
                    </a:lnTo>
                    <a:lnTo>
                      <a:pt x="210" y="44"/>
                    </a:lnTo>
                    <a:lnTo>
                      <a:pt x="200" y="38"/>
                    </a:lnTo>
                    <a:lnTo>
                      <a:pt x="198" y="34"/>
                    </a:lnTo>
                    <a:lnTo>
                      <a:pt x="196" y="28"/>
                    </a:lnTo>
                    <a:lnTo>
                      <a:pt x="196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sp>
            <p:nvSpPr>
              <p:cNvPr id="32" name="Teardrop 31"/>
              <p:cNvSpPr/>
              <p:nvPr/>
            </p:nvSpPr>
            <p:spPr bwMode="ltGray">
              <a:xfrm rot="16200000">
                <a:off x="9794346" y="2617794"/>
                <a:ext cx="1583454" cy="1856875"/>
              </a:xfrm>
              <a:prstGeom prst="teardrop">
                <a:avLst/>
              </a:prstGeom>
              <a:solidFill>
                <a:srgbClr val="D11414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900" dirty="0" err="1">
                  <a:solidFill>
                    <a:schemeClr val="bg1"/>
                  </a:solidFill>
                  <a:latin typeface="Georgia" pitchFamily="18" charset="0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9816154" y="3203400"/>
                <a:ext cx="1539838" cy="8307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spcAft>
                    <a:spcPts val="675"/>
                  </a:spcAft>
                </a:pPr>
                <a:br>
                  <a:rPr lang="en-GB" sz="750" b="1" i="1" dirty="0">
                    <a:solidFill>
                      <a:schemeClr val="bg2"/>
                    </a:solidFill>
                    <a:latin typeface="Georgia" pitchFamily="18" charset="0"/>
                  </a:rPr>
                </a:br>
                <a:br>
                  <a:rPr lang="en-GB" sz="750" b="1" i="1" dirty="0">
                    <a:solidFill>
                      <a:schemeClr val="bg2"/>
                    </a:solidFill>
                    <a:latin typeface="Georgia" pitchFamily="18" charset="0"/>
                  </a:rPr>
                </a:br>
                <a:r>
                  <a:rPr lang="en-GB" sz="900" b="1" i="1" dirty="0">
                    <a:solidFill>
                      <a:schemeClr val="bg2"/>
                    </a:solidFill>
                    <a:latin typeface="Georgia" pitchFamily="18" charset="0"/>
                  </a:rPr>
                  <a:t>Brand Enhancement !</a:t>
                </a:r>
              </a:p>
            </p:txBody>
          </p:sp>
          <p:sp>
            <p:nvSpPr>
              <p:cNvPr id="31" name="Freeform 4969"/>
              <p:cNvSpPr>
                <a:spLocks noEditPoints="1"/>
              </p:cNvSpPr>
              <p:nvPr/>
            </p:nvSpPr>
            <p:spPr bwMode="auto">
              <a:xfrm>
                <a:off x="10169225" y="2911282"/>
                <a:ext cx="679295" cy="514403"/>
              </a:xfrm>
              <a:custGeom>
                <a:avLst/>
                <a:gdLst>
                  <a:gd name="T0" fmla="*/ 374 w 390"/>
                  <a:gd name="T1" fmla="*/ 118 h 352"/>
                  <a:gd name="T2" fmla="*/ 388 w 390"/>
                  <a:gd name="T3" fmla="*/ 174 h 352"/>
                  <a:gd name="T4" fmla="*/ 388 w 390"/>
                  <a:gd name="T5" fmla="*/ 218 h 352"/>
                  <a:gd name="T6" fmla="*/ 370 w 390"/>
                  <a:gd name="T7" fmla="*/ 282 h 352"/>
                  <a:gd name="T8" fmla="*/ 332 w 390"/>
                  <a:gd name="T9" fmla="*/ 336 h 352"/>
                  <a:gd name="T10" fmla="*/ 270 w 390"/>
                  <a:gd name="T11" fmla="*/ 352 h 352"/>
                  <a:gd name="T12" fmla="*/ 292 w 390"/>
                  <a:gd name="T13" fmla="*/ 314 h 352"/>
                  <a:gd name="T14" fmla="*/ 304 w 390"/>
                  <a:gd name="T15" fmla="*/ 268 h 352"/>
                  <a:gd name="T16" fmla="*/ 306 w 390"/>
                  <a:gd name="T17" fmla="*/ 236 h 352"/>
                  <a:gd name="T18" fmla="*/ 300 w 390"/>
                  <a:gd name="T19" fmla="*/ 186 h 352"/>
                  <a:gd name="T20" fmla="*/ 284 w 390"/>
                  <a:gd name="T21" fmla="*/ 144 h 352"/>
                  <a:gd name="T22" fmla="*/ 270 w 390"/>
                  <a:gd name="T23" fmla="*/ 118 h 352"/>
                  <a:gd name="T24" fmla="*/ 266 w 390"/>
                  <a:gd name="T25" fmla="*/ 310 h 352"/>
                  <a:gd name="T26" fmla="*/ 282 w 390"/>
                  <a:gd name="T27" fmla="*/ 254 h 352"/>
                  <a:gd name="T28" fmla="*/ 282 w 390"/>
                  <a:gd name="T29" fmla="*/ 214 h 352"/>
                  <a:gd name="T30" fmla="*/ 264 w 390"/>
                  <a:gd name="T31" fmla="*/ 156 h 352"/>
                  <a:gd name="T32" fmla="*/ 216 w 390"/>
                  <a:gd name="T33" fmla="*/ 146 h 352"/>
                  <a:gd name="T34" fmla="*/ 174 w 390"/>
                  <a:gd name="T35" fmla="*/ 104 h 352"/>
                  <a:gd name="T36" fmla="*/ 150 w 390"/>
                  <a:gd name="T37" fmla="*/ 48 h 352"/>
                  <a:gd name="T38" fmla="*/ 146 w 390"/>
                  <a:gd name="T39" fmla="*/ 22 h 352"/>
                  <a:gd name="T40" fmla="*/ 128 w 390"/>
                  <a:gd name="T41" fmla="*/ 2 h 352"/>
                  <a:gd name="T42" fmla="*/ 116 w 390"/>
                  <a:gd name="T43" fmla="*/ 0 h 352"/>
                  <a:gd name="T44" fmla="*/ 96 w 390"/>
                  <a:gd name="T45" fmla="*/ 10 h 352"/>
                  <a:gd name="T46" fmla="*/ 88 w 390"/>
                  <a:gd name="T47" fmla="*/ 32 h 352"/>
                  <a:gd name="T48" fmla="*/ 96 w 390"/>
                  <a:gd name="T49" fmla="*/ 80 h 352"/>
                  <a:gd name="T50" fmla="*/ 114 w 390"/>
                  <a:gd name="T51" fmla="*/ 124 h 352"/>
                  <a:gd name="T52" fmla="*/ 114 w 390"/>
                  <a:gd name="T53" fmla="*/ 130 h 352"/>
                  <a:gd name="T54" fmla="*/ 102 w 390"/>
                  <a:gd name="T55" fmla="*/ 144 h 352"/>
                  <a:gd name="T56" fmla="*/ 16 w 390"/>
                  <a:gd name="T57" fmla="*/ 146 h 352"/>
                  <a:gd name="T58" fmla="*/ 0 w 390"/>
                  <a:gd name="T59" fmla="*/ 170 h 352"/>
                  <a:gd name="T60" fmla="*/ 8 w 390"/>
                  <a:gd name="T61" fmla="*/ 190 h 352"/>
                  <a:gd name="T62" fmla="*/ 24 w 390"/>
                  <a:gd name="T63" fmla="*/ 198 h 352"/>
                  <a:gd name="T64" fmla="*/ 2 w 390"/>
                  <a:gd name="T65" fmla="*/ 214 h 352"/>
                  <a:gd name="T66" fmla="*/ 2 w 390"/>
                  <a:gd name="T67" fmla="*/ 236 h 352"/>
                  <a:gd name="T68" fmla="*/ 26 w 390"/>
                  <a:gd name="T69" fmla="*/ 252 h 352"/>
                  <a:gd name="T70" fmla="*/ 20 w 390"/>
                  <a:gd name="T71" fmla="*/ 256 h 352"/>
                  <a:gd name="T72" fmla="*/ 6 w 390"/>
                  <a:gd name="T73" fmla="*/ 280 h 352"/>
                  <a:gd name="T74" fmla="*/ 14 w 390"/>
                  <a:gd name="T75" fmla="*/ 298 h 352"/>
                  <a:gd name="T76" fmla="*/ 44 w 390"/>
                  <a:gd name="T77" fmla="*/ 306 h 352"/>
                  <a:gd name="T78" fmla="*/ 34 w 390"/>
                  <a:gd name="T79" fmla="*/ 320 h 352"/>
                  <a:gd name="T80" fmla="*/ 36 w 390"/>
                  <a:gd name="T81" fmla="*/ 334 h 352"/>
                  <a:gd name="T82" fmla="*/ 58 w 390"/>
                  <a:gd name="T83" fmla="*/ 350 h 352"/>
                  <a:gd name="T84" fmla="*/ 144 w 390"/>
                  <a:gd name="T85" fmla="*/ 350 h 352"/>
                  <a:gd name="T86" fmla="*/ 148 w 390"/>
                  <a:gd name="T87" fmla="*/ 350 h 352"/>
                  <a:gd name="T88" fmla="*/ 182 w 390"/>
                  <a:gd name="T89" fmla="*/ 344 h 352"/>
                  <a:gd name="T90" fmla="*/ 212 w 390"/>
                  <a:gd name="T91" fmla="*/ 326 h 352"/>
                  <a:gd name="T92" fmla="*/ 228 w 390"/>
                  <a:gd name="T93" fmla="*/ 310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390" h="352">
                    <a:moveTo>
                      <a:pt x="270" y="118"/>
                    </a:moveTo>
                    <a:lnTo>
                      <a:pt x="374" y="118"/>
                    </a:lnTo>
                    <a:lnTo>
                      <a:pt x="374" y="118"/>
                    </a:lnTo>
                    <a:lnTo>
                      <a:pt x="380" y="136"/>
                    </a:lnTo>
                    <a:lnTo>
                      <a:pt x="386" y="156"/>
                    </a:lnTo>
                    <a:lnTo>
                      <a:pt x="388" y="174"/>
                    </a:lnTo>
                    <a:lnTo>
                      <a:pt x="390" y="194"/>
                    </a:lnTo>
                    <a:lnTo>
                      <a:pt x="390" y="194"/>
                    </a:lnTo>
                    <a:lnTo>
                      <a:pt x="388" y="218"/>
                    </a:lnTo>
                    <a:lnTo>
                      <a:pt x="384" y="240"/>
                    </a:lnTo>
                    <a:lnTo>
                      <a:pt x="378" y="262"/>
                    </a:lnTo>
                    <a:lnTo>
                      <a:pt x="370" y="282"/>
                    </a:lnTo>
                    <a:lnTo>
                      <a:pt x="358" y="302"/>
                    </a:lnTo>
                    <a:lnTo>
                      <a:pt x="346" y="320"/>
                    </a:lnTo>
                    <a:lnTo>
                      <a:pt x="332" y="336"/>
                    </a:lnTo>
                    <a:lnTo>
                      <a:pt x="316" y="352"/>
                    </a:lnTo>
                    <a:lnTo>
                      <a:pt x="270" y="352"/>
                    </a:lnTo>
                    <a:lnTo>
                      <a:pt x="270" y="352"/>
                    </a:lnTo>
                    <a:lnTo>
                      <a:pt x="278" y="340"/>
                    </a:lnTo>
                    <a:lnTo>
                      <a:pt x="284" y="326"/>
                    </a:lnTo>
                    <a:lnTo>
                      <a:pt x="292" y="314"/>
                    </a:lnTo>
                    <a:lnTo>
                      <a:pt x="296" y="298"/>
                    </a:lnTo>
                    <a:lnTo>
                      <a:pt x="300" y="284"/>
                    </a:lnTo>
                    <a:lnTo>
                      <a:pt x="304" y="268"/>
                    </a:lnTo>
                    <a:lnTo>
                      <a:pt x="306" y="252"/>
                    </a:lnTo>
                    <a:lnTo>
                      <a:pt x="306" y="236"/>
                    </a:lnTo>
                    <a:lnTo>
                      <a:pt x="306" y="236"/>
                    </a:lnTo>
                    <a:lnTo>
                      <a:pt x="306" y="218"/>
                    </a:lnTo>
                    <a:lnTo>
                      <a:pt x="304" y="202"/>
                    </a:lnTo>
                    <a:lnTo>
                      <a:pt x="300" y="186"/>
                    </a:lnTo>
                    <a:lnTo>
                      <a:pt x="296" y="172"/>
                    </a:lnTo>
                    <a:lnTo>
                      <a:pt x="292" y="158"/>
                    </a:lnTo>
                    <a:lnTo>
                      <a:pt x="284" y="144"/>
                    </a:lnTo>
                    <a:lnTo>
                      <a:pt x="278" y="130"/>
                    </a:lnTo>
                    <a:lnTo>
                      <a:pt x="270" y="118"/>
                    </a:lnTo>
                    <a:lnTo>
                      <a:pt x="270" y="118"/>
                    </a:lnTo>
                    <a:close/>
                    <a:moveTo>
                      <a:pt x="228" y="310"/>
                    </a:moveTo>
                    <a:lnTo>
                      <a:pt x="266" y="310"/>
                    </a:lnTo>
                    <a:lnTo>
                      <a:pt x="266" y="310"/>
                    </a:lnTo>
                    <a:lnTo>
                      <a:pt x="274" y="292"/>
                    </a:lnTo>
                    <a:lnTo>
                      <a:pt x="278" y="274"/>
                    </a:lnTo>
                    <a:lnTo>
                      <a:pt x="282" y="254"/>
                    </a:lnTo>
                    <a:lnTo>
                      <a:pt x="282" y="236"/>
                    </a:lnTo>
                    <a:lnTo>
                      <a:pt x="282" y="236"/>
                    </a:lnTo>
                    <a:lnTo>
                      <a:pt x="282" y="214"/>
                    </a:lnTo>
                    <a:lnTo>
                      <a:pt x="278" y="194"/>
                    </a:lnTo>
                    <a:lnTo>
                      <a:pt x="272" y="174"/>
                    </a:lnTo>
                    <a:lnTo>
                      <a:pt x="264" y="156"/>
                    </a:lnTo>
                    <a:lnTo>
                      <a:pt x="236" y="156"/>
                    </a:lnTo>
                    <a:lnTo>
                      <a:pt x="236" y="156"/>
                    </a:lnTo>
                    <a:lnTo>
                      <a:pt x="216" y="146"/>
                    </a:lnTo>
                    <a:lnTo>
                      <a:pt x="200" y="134"/>
                    </a:lnTo>
                    <a:lnTo>
                      <a:pt x="186" y="120"/>
                    </a:lnTo>
                    <a:lnTo>
                      <a:pt x="174" y="104"/>
                    </a:lnTo>
                    <a:lnTo>
                      <a:pt x="164" y="88"/>
                    </a:lnTo>
                    <a:lnTo>
                      <a:pt x="156" y="68"/>
                    </a:lnTo>
                    <a:lnTo>
                      <a:pt x="150" y="48"/>
                    </a:lnTo>
                    <a:lnTo>
                      <a:pt x="148" y="28"/>
                    </a:lnTo>
                    <a:lnTo>
                      <a:pt x="148" y="28"/>
                    </a:lnTo>
                    <a:lnTo>
                      <a:pt x="146" y="22"/>
                    </a:lnTo>
                    <a:lnTo>
                      <a:pt x="144" y="16"/>
                    </a:lnTo>
                    <a:lnTo>
                      <a:pt x="138" y="8"/>
                    </a:lnTo>
                    <a:lnTo>
                      <a:pt x="128" y="2"/>
                    </a:lnTo>
                    <a:lnTo>
                      <a:pt x="122" y="0"/>
                    </a:lnTo>
                    <a:lnTo>
                      <a:pt x="116" y="0"/>
                    </a:lnTo>
                    <a:lnTo>
                      <a:pt x="116" y="0"/>
                    </a:lnTo>
                    <a:lnTo>
                      <a:pt x="110" y="0"/>
                    </a:lnTo>
                    <a:lnTo>
                      <a:pt x="104" y="2"/>
                    </a:lnTo>
                    <a:lnTo>
                      <a:pt x="96" y="10"/>
                    </a:lnTo>
                    <a:lnTo>
                      <a:pt x="90" y="20"/>
                    </a:lnTo>
                    <a:lnTo>
                      <a:pt x="88" y="24"/>
                    </a:lnTo>
                    <a:lnTo>
                      <a:pt x="88" y="32"/>
                    </a:lnTo>
                    <a:lnTo>
                      <a:pt x="88" y="32"/>
                    </a:lnTo>
                    <a:lnTo>
                      <a:pt x="90" y="56"/>
                    </a:lnTo>
                    <a:lnTo>
                      <a:pt x="96" y="80"/>
                    </a:lnTo>
                    <a:lnTo>
                      <a:pt x="104" y="102"/>
                    </a:lnTo>
                    <a:lnTo>
                      <a:pt x="114" y="124"/>
                    </a:lnTo>
                    <a:lnTo>
                      <a:pt x="114" y="124"/>
                    </a:lnTo>
                    <a:lnTo>
                      <a:pt x="114" y="124"/>
                    </a:lnTo>
                    <a:lnTo>
                      <a:pt x="114" y="124"/>
                    </a:lnTo>
                    <a:lnTo>
                      <a:pt x="114" y="130"/>
                    </a:lnTo>
                    <a:lnTo>
                      <a:pt x="112" y="136"/>
                    </a:lnTo>
                    <a:lnTo>
                      <a:pt x="108" y="140"/>
                    </a:lnTo>
                    <a:lnTo>
                      <a:pt x="102" y="144"/>
                    </a:lnTo>
                    <a:lnTo>
                      <a:pt x="28" y="144"/>
                    </a:lnTo>
                    <a:lnTo>
                      <a:pt x="28" y="144"/>
                    </a:lnTo>
                    <a:lnTo>
                      <a:pt x="16" y="146"/>
                    </a:lnTo>
                    <a:lnTo>
                      <a:pt x="8" y="152"/>
                    </a:lnTo>
                    <a:lnTo>
                      <a:pt x="2" y="160"/>
                    </a:lnTo>
                    <a:lnTo>
                      <a:pt x="0" y="170"/>
                    </a:lnTo>
                    <a:lnTo>
                      <a:pt x="0" y="170"/>
                    </a:lnTo>
                    <a:lnTo>
                      <a:pt x="2" y="180"/>
                    </a:lnTo>
                    <a:lnTo>
                      <a:pt x="8" y="190"/>
                    </a:lnTo>
                    <a:lnTo>
                      <a:pt x="16" y="194"/>
                    </a:lnTo>
                    <a:lnTo>
                      <a:pt x="24" y="198"/>
                    </a:lnTo>
                    <a:lnTo>
                      <a:pt x="24" y="198"/>
                    </a:lnTo>
                    <a:lnTo>
                      <a:pt x="14" y="200"/>
                    </a:lnTo>
                    <a:lnTo>
                      <a:pt x="6" y="206"/>
                    </a:lnTo>
                    <a:lnTo>
                      <a:pt x="2" y="214"/>
                    </a:lnTo>
                    <a:lnTo>
                      <a:pt x="0" y="224"/>
                    </a:lnTo>
                    <a:lnTo>
                      <a:pt x="0" y="224"/>
                    </a:lnTo>
                    <a:lnTo>
                      <a:pt x="2" y="236"/>
                    </a:lnTo>
                    <a:lnTo>
                      <a:pt x="8" y="244"/>
                    </a:lnTo>
                    <a:lnTo>
                      <a:pt x="16" y="250"/>
                    </a:lnTo>
                    <a:lnTo>
                      <a:pt x="26" y="252"/>
                    </a:lnTo>
                    <a:lnTo>
                      <a:pt x="28" y="252"/>
                    </a:lnTo>
                    <a:lnTo>
                      <a:pt x="28" y="252"/>
                    </a:lnTo>
                    <a:lnTo>
                      <a:pt x="20" y="256"/>
                    </a:lnTo>
                    <a:lnTo>
                      <a:pt x="12" y="262"/>
                    </a:lnTo>
                    <a:lnTo>
                      <a:pt x="8" y="270"/>
                    </a:lnTo>
                    <a:lnTo>
                      <a:pt x="6" y="280"/>
                    </a:lnTo>
                    <a:lnTo>
                      <a:pt x="6" y="280"/>
                    </a:lnTo>
                    <a:lnTo>
                      <a:pt x="8" y="290"/>
                    </a:lnTo>
                    <a:lnTo>
                      <a:pt x="14" y="298"/>
                    </a:lnTo>
                    <a:lnTo>
                      <a:pt x="22" y="304"/>
                    </a:lnTo>
                    <a:lnTo>
                      <a:pt x="32" y="306"/>
                    </a:lnTo>
                    <a:lnTo>
                      <a:pt x="44" y="306"/>
                    </a:lnTo>
                    <a:lnTo>
                      <a:pt x="44" y="306"/>
                    </a:lnTo>
                    <a:lnTo>
                      <a:pt x="36" y="314"/>
                    </a:lnTo>
                    <a:lnTo>
                      <a:pt x="34" y="320"/>
                    </a:lnTo>
                    <a:lnTo>
                      <a:pt x="34" y="326"/>
                    </a:lnTo>
                    <a:lnTo>
                      <a:pt x="34" y="326"/>
                    </a:lnTo>
                    <a:lnTo>
                      <a:pt x="36" y="334"/>
                    </a:lnTo>
                    <a:lnTo>
                      <a:pt x="42" y="342"/>
                    </a:lnTo>
                    <a:lnTo>
                      <a:pt x="48" y="348"/>
                    </a:lnTo>
                    <a:lnTo>
                      <a:pt x="58" y="350"/>
                    </a:lnTo>
                    <a:lnTo>
                      <a:pt x="142" y="350"/>
                    </a:lnTo>
                    <a:lnTo>
                      <a:pt x="142" y="350"/>
                    </a:lnTo>
                    <a:lnTo>
                      <a:pt x="144" y="350"/>
                    </a:lnTo>
                    <a:lnTo>
                      <a:pt x="144" y="350"/>
                    </a:lnTo>
                    <a:lnTo>
                      <a:pt x="148" y="350"/>
                    </a:lnTo>
                    <a:lnTo>
                      <a:pt x="148" y="350"/>
                    </a:lnTo>
                    <a:lnTo>
                      <a:pt x="160" y="348"/>
                    </a:lnTo>
                    <a:lnTo>
                      <a:pt x="172" y="346"/>
                    </a:lnTo>
                    <a:lnTo>
                      <a:pt x="182" y="344"/>
                    </a:lnTo>
                    <a:lnTo>
                      <a:pt x="194" y="338"/>
                    </a:lnTo>
                    <a:lnTo>
                      <a:pt x="204" y="332"/>
                    </a:lnTo>
                    <a:lnTo>
                      <a:pt x="212" y="326"/>
                    </a:lnTo>
                    <a:lnTo>
                      <a:pt x="220" y="318"/>
                    </a:lnTo>
                    <a:lnTo>
                      <a:pt x="228" y="310"/>
                    </a:lnTo>
                    <a:lnTo>
                      <a:pt x="228" y="31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51435" tIns="25718" rIns="51435" bIns="2571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013" dirty="0"/>
              </a:p>
            </p:txBody>
          </p:sp>
        </p:grpSp>
      </p:grpSp>
      <p:sp>
        <p:nvSpPr>
          <p:cNvPr id="64" name="Teardrop 63"/>
          <p:cNvSpPr/>
          <p:nvPr/>
        </p:nvSpPr>
        <p:spPr bwMode="ltGray">
          <a:xfrm rot="16200000">
            <a:off x="5844906" y="2434575"/>
            <a:ext cx="1051427" cy="1079193"/>
          </a:xfrm>
          <a:prstGeom prst="teardrop">
            <a:avLst/>
          </a:prstGeom>
          <a:solidFill>
            <a:srgbClr val="D1141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 err="1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915499" y="2716636"/>
            <a:ext cx="904377" cy="534192"/>
          </a:xfrm>
          <a:prstGeom prst="rect">
            <a:avLst/>
          </a:prstGeom>
          <a:noFill/>
          <a:ln>
            <a:solidFill>
              <a:srgbClr val="CF1316"/>
            </a:solidFill>
          </a:ln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75"/>
              </a:spcAft>
            </a:pPr>
            <a:br>
              <a:rPr lang="en-GB" sz="750" b="1" i="1" dirty="0">
                <a:solidFill>
                  <a:schemeClr val="bg2"/>
                </a:solidFill>
                <a:latin typeface="Georgia" pitchFamily="18" charset="0"/>
              </a:rPr>
            </a:br>
            <a:br>
              <a:rPr lang="en-GB" sz="750" b="1" i="1" dirty="0">
                <a:solidFill>
                  <a:schemeClr val="bg2"/>
                </a:solidFill>
                <a:latin typeface="Georgia" pitchFamily="18" charset="0"/>
              </a:rPr>
            </a:br>
            <a:r>
              <a:rPr lang="en-GB" sz="900" b="1" i="1" dirty="0">
                <a:solidFill>
                  <a:schemeClr val="bg2"/>
                </a:solidFill>
                <a:latin typeface="Georgia" pitchFamily="18" charset="0"/>
              </a:rPr>
              <a:t>Integrated compliance framework</a:t>
            </a:r>
          </a:p>
        </p:txBody>
      </p:sp>
      <p:sp>
        <p:nvSpPr>
          <p:cNvPr id="80" name="Oval 79"/>
          <p:cNvSpPr/>
          <p:nvPr/>
        </p:nvSpPr>
        <p:spPr bwMode="ltGray">
          <a:xfrm rot="10800000">
            <a:off x="5864416" y="2478888"/>
            <a:ext cx="126875" cy="138903"/>
          </a:xfrm>
          <a:prstGeom prst="ellipse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 err="1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81" name="Oval 80"/>
          <p:cNvSpPr/>
          <p:nvPr/>
        </p:nvSpPr>
        <p:spPr bwMode="ltGray">
          <a:xfrm rot="10800000">
            <a:off x="5847363" y="1333045"/>
            <a:ext cx="126875" cy="138903"/>
          </a:xfrm>
          <a:prstGeom prst="ellipse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 err="1">
              <a:solidFill>
                <a:schemeClr val="bg1"/>
              </a:solidFill>
              <a:latin typeface="Georgia" pitchFamily="18" charset="0"/>
            </a:endParaRPr>
          </a:p>
        </p:txBody>
      </p:sp>
      <p:grpSp>
        <p:nvGrpSpPr>
          <p:cNvPr id="84" name="Group 99"/>
          <p:cNvGrpSpPr>
            <a:grpSpLocks noChangeAspect="1"/>
          </p:cNvGrpSpPr>
          <p:nvPr/>
        </p:nvGrpSpPr>
        <p:grpSpPr bwMode="auto">
          <a:xfrm>
            <a:off x="6155735" y="2557925"/>
            <a:ext cx="372847" cy="416247"/>
            <a:chOff x="1749" y="923"/>
            <a:chExt cx="2540" cy="2894"/>
          </a:xfrm>
          <a:solidFill>
            <a:schemeClr val="bg1"/>
          </a:solidFill>
        </p:grpSpPr>
        <p:sp>
          <p:nvSpPr>
            <p:cNvPr id="85" name="Freeform 100"/>
            <p:cNvSpPr>
              <a:spLocks noChangeAspect="1"/>
            </p:cNvSpPr>
            <p:nvPr/>
          </p:nvSpPr>
          <p:spPr bwMode="auto">
            <a:xfrm>
              <a:off x="3323" y="1158"/>
              <a:ext cx="966" cy="1430"/>
            </a:xfrm>
            <a:custGeom>
              <a:avLst/>
              <a:gdLst>
                <a:gd name="T0" fmla="*/ 90 w 965"/>
                <a:gd name="T1" fmla="*/ 0 h 1430"/>
                <a:gd name="T2" fmla="*/ 214 w 965"/>
                <a:gd name="T3" fmla="*/ 215 h 1430"/>
                <a:gd name="T4" fmla="*/ 0 w 965"/>
                <a:gd name="T5" fmla="*/ 375 h 1430"/>
                <a:gd name="T6" fmla="*/ 510 w 965"/>
                <a:gd name="T7" fmla="*/ 1277 h 1430"/>
                <a:gd name="T8" fmla="*/ 662 w 965"/>
                <a:gd name="T9" fmla="*/ 1430 h 1430"/>
                <a:gd name="T10" fmla="*/ 864 w 965"/>
                <a:gd name="T11" fmla="*/ 1249 h 1430"/>
                <a:gd name="T12" fmla="*/ 90 w 965"/>
                <a:gd name="T13" fmla="*/ 0 h 14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5"/>
                <a:gd name="T22" fmla="*/ 0 h 1430"/>
                <a:gd name="T23" fmla="*/ 965 w 965"/>
                <a:gd name="T24" fmla="*/ 1430 h 143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5" h="1430">
                  <a:moveTo>
                    <a:pt x="90" y="0"/>
                  </a:moveTo>
                  <a:lnTo>
                    <a:pt x="214" y="215"/>
                  </a:lnTo>
                  <a:cubicBezTo>
                    <a:pt x="214" y="215"/>
                    <a:pt x="107" y="295"/>
                    <a:pt x="0" y="375"/>
                  </a:cubicBezTo>
                  <a:cubicBezTo>
                    <a:pt x="576" y="583"/>
                    <a:pt x="507" y="1277"/>
                    <a:pt x="507" y="1277"/>
                  </a:cubicBezTo>
                  <a:lnTo>
                    <a:pt x="659" y="1430"/>
                  </a:lnTo>
                  <a:cubicBezTo>
                    <a:pt x="659" y="1430"/>
                    <a:pt x="760" y="1339"/>
                    <a:pt x="861" y="1249"/>
                  </a:cubicBezTo>
                  <a:cubicBezTo>
                    <a:pt x="965" y="326"/>
                    <a:pt x="90" y="0"/>
                    <a:pt x="90" y="0"/>
                  </a:cubicBezTo>
                  <a:close/>
                </a:path>
              </a:pathLst>
            </a:custGeom>
            <a:grpFill/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lIns="0" tIns="0" rIns="0" bIns="0" anchor="ctr" anchorCtr="1"/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6" name="Freeform 101"/>
            <p:cNvSpPr>
              <a:spLocks noChangeAspect="1"/>
            </p:cNvSpPr>
            <p:nvPr/>
          </p:nvSpPr>
          <p:spPr bwMode="auto">
            <a:xfrm>
              <a:off x="2422" y="2471"/>
              <a:ext cx="1756" cy="1346"/>
            </a:xfrm>
            <a:custGeom>
              <a:avLst/>
              <a:gdLst>
                <a:gd name="T0" fmla="*/ 243 w 1756"/>
                <a:gd name="T1" fmla="*/ 478 h 1346"/>
                <a:gd name="T2" fmla="*/ 0 w 1756"/>
                <a:gd name="T3" fmla="*/ 569 h 1346"/>
                <a:gd name="T4" fmla="*/ 83 w 1756"/>
                <a:gd name="T5" fmla="*/ 798 h 1346"/>
                <a:gd name="T6" fmla="*/ 1756 w 1756"/>
                <a:gd name="T7" fmla="*/ 27 h 1346"/>
                <a:gd name="T8" fmla="*/ 1568 w 1756"/>
                <a:gd name="T9" fmla="*/ 201 h 1346"/>
                <a:gd name="T10" fmla="*/ 1367 w 1756"/>
                <a:gd name="T11" fmla="*/ 0 h 1346"/>
                <a:gd name="T12" fmla="*/ 243 w 1756"/>
                <a:gd name="T13" fmla="*/ 478 h 13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56"/>
                <a:gd name="T22" fmla="*/ 0 h 1346"/>
                <a:gd name="T23" fmla="*/ 1756 w 1756"/>
                <a:gd name="T24" fmla="*/ 1346 h 134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56" h="1346">
                  <a:moveTo>
                    <a:pt x="243" y="478"/>
                  </a:moveTo>
                  <a:lnTo>
                    <a:pt x="0" y="569"/>
                  </a:lnTo>
                  <a:cubicBezTo>
                    <a:pt x="0" y="569"/>
                    <a:pt x="41" y="683"/>
                    <a:pt x="83" y="798"/>
                  </a:cubicBezTo>
                  <a:cubicBezTo>
                    <a:pt x="1381" y="1346"/>
                    <a:pt x="1756" y="27"/>
                    <a:pt x="1756" y="27"/>
                  </a:cubicBezTo>
                  <a:lnTo>
                    <a:pt x="1568" y="201"/>
                  </a:lnTo>
                  <a:cubicBezTo>
                    <a:pt x="1568" y="201"/>
                    <a:pt x="1467" y="100"/>
                    <a:pt x="1367" y="0"/>
                  </a:cubicBezTo>
                  <a:cubicBezTo>
                    <a:pt x="1048" y="881"/>
                    <a:pt x="243" y="478"/>
                    <a:pt x="243" y="478"/>
                  </a:cubicBezTo>
                  <a:close/>
                </a:path>
              </a:pathLst>
            </a:custGeom>
            <a:grpFill/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lIns="0" tIns="0" rIns="0" bIns="0" anchor="ctr" anchorCtr="1"/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Freeform 102"/>
            <p:cNvSpPr>
              <a:spLocks noChangeAspect="1"/>
            </p:cNvSpPr>
            <p:nvPr/>
          </p:nvSpPr>
          <p:spPr bwMode="auto">
            <a:xfrm>
              <a:off x="1749" y="1790"/>
              <a:ext cx="860" cy="1465"/>
            </a:xfrm>
            <a:custGeom>
              <a:avLst/>
              <a:gdLst>
                <a:gd name="T0" fmla="*/ 375 w 860"/>
                <a:gd name="T1" fmla="*/ 0 h 1465"/>
                <a:gd name="T2" fmla="*/ 555 w 860"/>
                <a:gd name="T3" fmla="*/ 188 h 1465"/>
                <a:gd name="T4" fmla="*/ 860 w 860"/>
                <a:gd name="T5" fmla="*/ 1125 h 1465"/>
                <a:gd name="T6" fmla="*/ 617 w 860"/>
                <a:gd name="T7" fmla="*/ 1229 h 1465"/>
                <a:gd name="T8" fmla="*/ 701 w 860"/>
                <a:gd name="T9" fmla="*/ 1465 h 1465"/>
                <a:gd name="T10" fmla="*/ 180 w 860"/>
                <a:gd name="T11" fmla="*/ 153 h 1465"/>
                <a:gd name="T12" fmla="*/ 375 w 860"/>
                <a:gd name="T13" fmla="*/ 0 h 14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0"/>
                <a:gd name="T22" fmla="*/ 0 h 1465"/>
                <a:gd name="T23" fmla="*/ 860 w 860"/>
                <a:gd name="T24" fmla="*/ 1465 h 146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0" h="1465">
                  <a:moveTo>
                    <a:pt x="375" y="0"/>
                  </a:moveTo>
                  <a:lnTo>
                    <a:pt x="555" y="188"/>
                  </a:lnTo>
                  <a:cubicBezTo>
                    <a:pt x="555" y="188"/>
                    <a:pt x="347" y="785"/>
                    <a:pt x="860" y="1125"/>
                  </a:cubicBezTo>
                  <a:cubicBezTo>
                    <a:pt x="738" y="1177"/>
                    <a:pt x="617" y="1229"/>
                    <a:pt x="617" y="1229"/>
                  </a:cubicBezTo>
                  <a:lnTo>
                    <a:pt x="701" y="1465"/>
                  </a:lnTo>
                  <a:cubicBezTo>
                    <a:pt x="701" y="1465"/>
                    <a:pt x="0" y="1097"/>
                    <a:pt x="180" y="153"/>
                  </a:cubicBezTo>
                  <a:cubicBezTo>
                    <a:pt x="277" y="76"/>
                    <a:pt x="375" y="0"/>
                    <a:pt x="375" y="0"/>
                  </a:cubicBezTo>
                  <a:close/>
                </a:path>
              </a:pathLst>
            </a:custGeom>
            <a:grpFill/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lIns="0" tIns="0" rIns="0" bIns="0" anchor="ctr" anchorCtr="1"/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350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Freeform 103"/>
            <p:cNvSpPr>
              <a:spLocks noChangeAspect="1"/>
            </p:cNvSpPr>
            <p:nvPr/>
          </p:nvSpPr>
          <p:spPr bwMode="auto">
            <a:xfrm>
              <a:off x="1936" y="923"/>
              <a:ext cx="1534" cy="1006"/>
            </a:xfrm>
            <a:custGeom>
              <a:avLst/>
              <a:gdLst>
                <a:gd name="T0" fmla="*/ 0 w 1534"/>
                <a:gd name="T1" fmla="*/ 944 h 1006"/>
                <a:gd name="T2" fmla="*/ 195 w 1534"/>
                <a:gd name="T3" fmla="*/ 805 h 1006"/>
                <a:gd name="T4" fmla="*/ 396 w 1534"/>
                <a:gd name="T5" fmla="*/ 1006 h 1006"/>
                <a:gd name="T6" fmla="*/ 1347 w 1534"/>
                <a:gd name="T7" fmla="*/ 569 h 1006"/>
                <a:gd name="T8" fmla="*/ 1534 w 1534"/>
                <a:gd name="T9" fmla="*/ 430 h 1006"/>
                <a:gd name="T10" fmla="*/ 1402 w 1534"/>
                <a:gd name="T11" fmla="*/ 222 h 1006"/>
                <a:gd name="T12" fmla="*/ 0 w 1534"/>
                <a:gd name="T13" fmla="*/ 944 h 10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34"/>
                <a:gd name="T22" fmla="*/ 0 h 1006"/>
                <a:gd name="T23" fmla="*/ 1534 w 1534"/>
                <a:gd name="T24" fmla="*/ 1006 h 100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34" h="1006">
                  <a:moveTo>
                    <a:pt x="0" y="944"/>
                  </a:moveTo>
                  <a:lnTo>
                    <a:pt x="195" y="805"/>
                  </a:lnTo>
                  <a:cubicBezTo>
                    <a:pt x="195" y="805"/>
                    <a:pt x="295" y="905"/>
                    <a:pt x="396" y="1006"/>
                  </a:cubicBezTo>
                  <a:cubicBezTo>
                    <a:pt x="680" y="396"/>
                    <a:pt x="1347" y="569"/>
                    <a:pt x="1347" y="569"/>
                  </a:cubicBezTo>
                  <a:lnTo>
                    <a:pt x="1534" y="430"/>
                  </a:lnTo>
                  <a:cubicBezTo>
                    <a:pt x="1534" y="430"/>
                    <a:pt x="1468" y="326"/>
                    <a:pt x="1402" y="222"/>
                  </a:cubicBezTo>
                  <a:cubicBezTo>
                    <a:pt x="375" y="0"/>
                    <a:pt x="0" y="944"/>
                    <a:pt x="0" y="944"/>
                  </a:cubicBezTo>
                  <a:close/>
                </a:path>
              </a:pathLst>
            </a:custGeom>
            <a:grpFill/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lIns="0" tIns="0" rIns="0" bIns="0" anchor="ctr" anchorCtr="1"/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1350" kern="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65" name="Straight Connector 64"/>
          <p:cNvCxnSpPr/>
          <p:nvPr/>
        </p:nvCxnSpPr>
        <p:spPr>
          <a:xfrm flipV="1">
            <a:off x="3416579" y="1132449"/>
            <a:ext cx="614060" cy="445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033737" y="1130674"/>
            <a:ext cx="15501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V="1">
            <a:off x="4153117" y="2341749"/>
            <a:ext cx="1378973" cy="10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177938" y="3457860"/>
            <a:ext cx="1498745" cy="172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3416579" y="4259650"/>
            <a:ext cx="299080" cy="7132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3716121" y="4966382"/>
            <a:ext cx="19999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358497" y="4565273"/>
            <a:ext cx="16769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V="1">
            <a:off x="2024688" y="4259651"/>
            <a:ext cx="247877" cy="312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238240" y="3469318"/>
            <a:ext cx="1242021" cy="1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200882" y="2341749"/>
            <a:ext cx="1275928" cy="194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flipV="1">
            <a:off x="250182" y="996074"/>
            <a:ext cx="1676987" cy="25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>
            <a:endCxn id="57" idx="37"/>
          </p:cNvCxnSpPr>
          <p:nvPr/>
        </p:nvCxnSpPr>
        <p:spPr>
          <a:xfrm>
            <a:off x="1927169" y="996769"/>
            <a:ext cx="362362" cy="585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997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9EBD5762-3BDC-484D-9503-7EA6D5A9A8CE}" type="slidenum">
              <a:rPr lang="en-CA" smtClean="0">
                <a:solidFill>
                  <a:srgbClr val="000000"/>
                </a:solidFill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6</a:t>
            </a:fld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7" name="Shape 315"/>
          <p:cNvSpPr/>
          <p:nvPr/>
        </p:nvSpPr>
        <p:spPr>
          <a:xfrm>
            <a:off x="2575775" y="428931"/>
            <a:ext cx="3537122" cy="479934"/>
          </a:xfrm>
          <a:prstGeom prst="rect">
            <a:avLst/>
          </a:prstGeom>
          <a:noFill/>
          <a:ln>
            <a:noFill/>
          </a:ln>
        </p:spPr>
        <p:txBody>
          <a:bodyPr lIns="68457" tIns="34229" rIns="68457" bIns="34229" anchor="ctr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</a:pPr>
            <a:r>
              <a:rPr lang="en-US" sz="1100" dirty="0">
                <a:solidFill>
                  <a:srgbClr val="000000"/>
                </a:solidFill>
                <a:latin typeface="+mj-lt"/>
                <a:ea typeface="Georgia"/>
                <a:cs typeface="Georgia"/>
                <a:sym typeface="Georgia"/>
              </a:rPr>
              <a:t>The GRC roadmap development will be collaborative …</a:t>
            </a:r>
          </a:p>
        </p:txBody>
      </p:sp>
      <p:sp>
        <p:nvSpPr>
          <p:cNvPr id="8" name="Shape 298"/>
          <p:cNvSpPr txBox="1"/>
          <p:nvPr/>
        </p:nvSpPr>
        <p:spPr>
          <a:xfrm>
            <a:off x="689360" y="906003"/>
            <a:ext cx="1575524" cy="479605"/>
          </a:xfrm>
          <a:prstGeom prst="rect">
            <a:avLst/>
          </a:prstGeom>
          <a:solidFill>
            <a:srgbClr val="D11414"/>
          </a:solidFill>
          <a:ln>
            <a:solidFill>
              <a:srgbClr val="CF1316"/>
            </a:solidFill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</a:pPr>
            <a:r>
              <a:rPr lang="en-US" sz="9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Development of Governance Roadmap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3400" y="514350"/>
            <a:ext cx="2042375" cy="309096"/>
          </a:xfrm>
        </p:spPr>
        <p:txBody>
          <a:bodyPr/>
          <a:lstStyle/>
          <a:p>
            <a:r>
              <a:rPr lang="en-US" sz="1600" dirty="0"/>
              <a:t>Operating as ONE</a:t>
            </a:r>
          </a:p>
        </p:txBody>
      </p:sp>
      <p:sp>
        <p:nvSpPr>
          <p:cNvPr id="10" name="Shape 298"/>
          <p:cNvSpPr txBox="1"/>
          <p:nvPr/>
        </p:nvSpPr>
        <p:spPr>
          <a:xfrm>
            <a:off x="2338667" y="906003"/>
            <a:ext cx="1575524" cy="479605"/>
          </a:xfrm>
          <a:prstGeom prst="rect">
            <a:avLst/>
          </a:prstGeom>
          <a:solidFill>
            <a:srgbClr val="D11414"/>
          </a:solidFill>
          <a:ln>
            <a:solidFill>
              <a:srgbClr val="CF1316"/>
            </a:solidFill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</a:pPr>
            <a:r>
              <a:rPr lang="en-US" sz="9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UIMS Risk &amp; Controls Assessment and Gaps Analysis</a:t>
            </a:r>
          </a:p>
        </p:txBody>
      </p:sp>
      <p:sp>
        <p:nvSpPr>
          <p:cNvPr id="11" name="Shape 298"/>
          <p:cNvSpPr txBox="1"/>
          <p:nvPr/>
        </p:nvSpPr>
        <p:spPr>
          <a:xfrm>
            <a:off x="3986556" y="905971"/>
            <a:ext cx="1575524" cy="479638"/>
          </a:xfrm>
          <a:prstGeom prst="rect">
            <a:avLst/>
          </a:prstGeom>
          <a:solidFill>
            <a:srgbClr val="D11414"/>
          </a:solidFill>
          <a:ln>
            <a:solidFill>
              <a:srgbClr val="CF1316"/>
            </a:solidFill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</a:pPr>
            <a:r>
              <a:rPr lang="en-US" sz="9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UIMS Technology Needs Assessment and Deployment</a:t>
            </a:r>
          </a:p>
        </p:txBody>
      </p:sp>
      <p:sp>
        <p:nvSpPr>
          <p:cNvPr id="12" name="Shape 298"/>
          <p:cNvSpPr txBox="1"/>
          <p:nvPr/>
        </p:nvSpPr>
        <p:spPr>
          <a:xfrm>
            <a:off x="5606295" y="905971"/>
            <a:ext cx="1575524" cy="479637"/>
          </a:xfrm>
          <a:prstGeom prst="rect">
            <a:avLst/>
          </a:prstGeom>
          <a:solidFill>
            <a:srgbClr val="D11414"/>
          </a:solidFill>
          <a:ln>
            <a:solidFill>
              <a:srgbClr val="CF1316"/>
            </a:solidFill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</a:pPr>
            <a:r>
              <a:rPr lang="en-US" sz="9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UIMS Continuous Controls Monitoring Program Development</a:t>
            </a:r>
          </a:p>
        </p:txBody>
      </p:sp>
      <p:sp>
        <p:nvSpPr>
          <p:cNvPr id="13" name="Shape 298"/>
          <p:cNvSpPr txBox="1"/>
          <p:nvPr/>
        </p:nvSpPr>
        <p:spPr>
          <a:xfrm>
            <a:off x="7266733" y="905971"/>
            <a:ext cx="1575524" cy="479637"/>
          </a:xfrm>
          <a:prstGeom prst="rect">
            <a:avLst/>
          </a:prstGeom>
          <a:solidFill>
            <a:srgbClr val="D11414"/>
          </a:solidFill>
          <a:ln>
            <a:solidFill>
              <a:srgbClr val="CF1316"/>
            </a:solidFill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</a:pPr>
            <a:r>
              <a:rPr lang="en-US" sz="9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Service Organization Controls Audit</a:t>
            </a:r>
          </a:p>
        </p:txBody>
      </p:sp>
      <p:sp>
        <p:nvSpPr>
          <p:cNvPr id="14" name="Shape 302"/>
          <p:cNvSpPr txBox="1"/>
          <p:nvPr/>
        </p:nvSpPr>
        <p:spPr>
          <a:xfrm>
            <a:off x="689360" y="1417449"/>
            <a:ext cx="1575524" cy="130643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Identify the certification /compliance frameworks to be in scope.</a:t>
            </a:r>
          </a:p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Identify services and related systems to be included in the UIMS.</a:t>
            </a:r>
          </a:p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Develop the communications and awareness strategy for the UIMS program.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sz="800" dirty="0">
              <a:solidFill>
                <a:schemeClr val="tx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" name="Shape 317"/>
          <p:cNvSpPr/>
          <p:nvPr/>
        </p:nvSpPr>
        <p:spPr>
          <a:xfrm rot="-5400000">
            <a:off x="-1551792" y="2653065"/>
            <a:ext cx="3832286" cy="338098"/>
          </a:xfrm>
          <a:prstGeom prst="leftRightArrow">
            <a:avLst>
              <a:gd name="adj1" fmla="val 63226"/>
              <a:gd name="adj2" fmla="val 50000"/>
            </a:avLst>
          </a:prstGeom>
          <a:solidFill>
            <a:srgbClr val="D11414"/>
          </a:solidFill>
          <a:ln w="9525" cap="flat" cmpd="sng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8551" tIns="34266" rIns="68551" bIns="34266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</a:pPr>
            <a:r>
              <a:rPr lang="en-US" sz="1000" b="1" dirty="0">
                <a:solidFill>
                  <a:schemeClr val="bg2"/>
                </a:solidFill>
                <a:latin typeface="Georgia"/>
                <a:ea typeface="Georgia"/>
                <a:cs typeface="Georgia"/>
                <a:sym typeface="Georgia"/>
              </a:rPr>
              <a:t>PwC                                	      Acme Telco</a:t>
            </a:r>
          </a:p>
        </p:txBody>
      </p:sp>
      <p:sp>
        <p:nvSpPr>
          <p:cNvPr id="17" name="Shape 302"/>
          <p:cNvSpPr txBox="1"/>
          <p:nvPr/>
        </p:nvSpPr>
        <p:spPr>
          <a:xfrm>
            <a:off x="664849" y="3059628"/>
            <a:ext cx="1575524" cy="190934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Provide advice on other certification and compliance frameworks used in industry applicable for the UIMS.</a:t>
            </a:r>
          </a:p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Discuss and agree with the EBU team on the services and related systems to be included in the UIMS.</a:t>
            </a:r>
          </a:p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Support the development of the overall communications and awareness strategy to be developed and rolled out by the EBU team.</a:t>
            </a:r>
          </a:p>
        </p:txBody>
      </p:sp>
      <p:sp>
        <p:nvSpPr>
          <p:cNvPr id="18" name="Shape 302"/>
          <p:cNvSpPr txBox="1"/>
          <p:nvPr/>
        </p:nvSpPr>
        <p:spPr>
          <a:xfrm>
            <a:off x="2338667" y="1436766"/>
            <a:ext cx="1575524" cy="46362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Identify the current processes and controls that would support the UIMS.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</a:pPr>
            <a:endParaRPr lang="en-US" sz="800" dirty="0">
              <a:solidFill>
                <a:schemeClr val="tx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" name="Shape 302"/>
          <p:cNvSpPr txBox="1"/>
          <p:nvPr/>
        </p:nvSpPr>
        <p:spPr>
          <a:xfrm>
            <a:off x="3986556" y="1447665"/>
            <a:ext cx="1575524" cy="55178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Implement a GRC solution to support the UIMS.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Implement  automation and analytics tool.</a:t>
            </a:r>
          </a:p>
        </p:txBody>
      </p:sp>
      <p:sp>
        <p:nvSpPr>
          <p:cNvPr id="20" name="Shape 302"/>
          <p:cNvSpPr txBox="1"/>
          <p:nvPr/>
        </p:nvSpPr>
        <p:spPr>
          <a:xfrm>
            <a:off x="5615128" y="1447665"/>
            <a:ext cx="1575524" cy="119694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Implement UIMS Continuous Controls Monitoring program.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Develop program design for sustainable integrated third party audit program.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Update the communications and awareness strategy for the UIMS program.</a:t>
            </a:r>
          </a:p>
        </p:txBody>
      </p:sp>
      <p:sp>
        <p:nvSpPr>
          <p:cNvPr id="21" name="Shape 302"/>
          <p:cNvSpPr txBox="1"/>
          <p:nvPr/>
        </p:nvSpPr>
        <p:spPr>
          <a:xfrm>
            <a:off x="7263325" y="1436765"/>
            <a:ext cx="1575524" cy="112127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Specify the controls from the UIMS to support the Managed Services/COE, and Wireless/Wireline Services.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Select the Assurance Framework- Trust Services principles and criteria to be used.</a:t>
            </a:r>
          </a:p>
        </p:txBody>
      </p:sp>
      <p:sp>
        <p:nvSpPr>
          <p:cNvPr id="22" name="Shape 302"/>
          <p:cNvSpPr txBox="1"/>
          <p:nvPr/>
        </p:nvSpPr>
        <p:spPr>
          <a:xfrm>
            <a:off x="2335266" y="3042386"/>
            <a:ext cx="1575524" cy="192658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Perform detailed process walkthroughs in order to understand the current state of processes and controls that would support the UIMS.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Document “as-is” existing policies and procedures aligned to the UIMS.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Identify risks and control gaps in meeting the UIMS requirements and advise on remediation plans to prepare for readiness against compliance and audit requirements.</a:t>
            </a:r>
          </a:p>
        </p:txBody>
      </p:sp>
      <p:sp>
        <p:nvSpPr>
          <p:cNvPr id="23" name="Shape 302"/>
          <p:cNvSpPr txBox="1"/>
          <p:nvPr/>
        </p:nvSpPr>
        <p:spPr>
          <a:xfrm>
            <a:off x="3944154" y="3042386"/>
            <a:ext cx="1575524" cy="192658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Provide support on requirements analysis for a GRC solution in considerations for UIMS drivers.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Provide advice on requirements analysis for automation and analytics tool (machine learning capabilities) to be deployed in EBU contract analysis.</a:t>
            </a:r>
          </a:p>
        </p:txBody>
      </p:sp>
      <p:sp>
        <p:nvSpPr>
          <p:cNvPr id="24" name="Shape 302"/>
          <p:cNvSpPr txBox="1"/>
          <p:nvPr/>
        </p:nvSpPr>
        <p:spPr>
          <a:xfrm>
            <a:off x="5647935" y="3042386"/>
            <a:ext cx="1575524" cy="192658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Provide support and advice on the organization design, process, technology solutions development to roll out a sustainable UIMS Continuous Controls Monitoring program.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Support the updating of the communications and training strategy.</a:t>
            </a:r>
          </a:p>
        </p:txBody>
      </p:sp>
      <p:sp>
        <p:nvSpPr>
          <p:cNvPr id="25" name="Shape 302"/>
          <p:cNvSpPr txBox="1"/>
          <p:nvPr/>
        </p:nvSpPr>
        <p:spPr>
          <a:xfrm>
            <a:off x="7351716" y="3045315"/>
            <a:ext cx="1575524" cy="169294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Perform SOC 2 audit on the controls supporting Acme’ Managed Services/ COE  and wireless/ wireline services provided to Acme’ customers.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Perform SOC 2 integrated (multi customer) audit on the security and availability controls supporting Acme’ Wireless/Wireline Services provided to Acme’ customers.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endParaRPr lang="en-US" sz="800" dirty="0">
              <a:solidFill>
                <a:schemeClr val="tx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endParaRPr lang="en-US" sz="800" dirty="0">
              <a:solidFill>
                <a:schemeClr val="tx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" name="Left-Right Arrow 1"/>
          <p:cNvSpPr/>
          <p:nvPr/>
        </p:nvSpPr>
        <p:spPr bwMode="ltGray">
          <a:xfrm>
            <a:off x="689360" y="2750032"/>
            <a:ext cx="8186879" cy="292354"/>
          </a:xfrm>
          <a:prstGeom prst="leftRightArrow">
            <a:avLst/>
          </a:prstGeom>
          <a:solidFill>
            <a:srgbClr val="D11414"/>
          </a:solidFill>
          <a:ln w="3175">
            <a:solidFill>
              <a:srgbClr val="CF13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ln w="0"/>
                <a:solidFill>
                  <a:schemeClr val="bg1"/>
                </a:solidFill>
                <a:latin typeface="Georgia" pitchFamily="18" charset="0"/>
              </a:rPr>
              <a:t>RACI Definition and Ownership</a:t>
            </a:r>
            <a:endParaRPr lang="en-US" sz="1000" b="1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27" name="Title 2"/>
          <p:cNvSpPr txBox="1">
            <a:spLocks/>
          </p:cNvSpPr>
          <p:nvPr/>
        </p:nvSpPr>
        <p:spPr>
          <a:xfrm>
            <a:off x="-114862" y="4937975"/>
            <a:ext cx="958425" cy="18969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CA" sz="800" dirty="0">
                <a:latin typeface="Calibri" panose="020F050202020403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65709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9EBD5762-3BDC-484D-9503-7EA6D5A9A8CE}" type="slidenum">
              <a:rPr lang="en-CA" smtClean="0">
                <a:solidFill>
                  <a:srgbClr val="000000"/>
                </a:solidFill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7</a:t>
            </a:fld>
            <a:endParaRPr lang="en-CA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7" name="Shape 315"/>
          <p:cNvSpPr/>
          <p:nvPr/>
        </p:nvSpPr>
        <p:spPr>
          <a:xfrm>
            <a:off x="2575775" y="428931"/>
            <a:ext cx="3537122" cy="479934"/>
          </a:xfrm>
          <a:prstGeom prst="rect">
            <a:avLst/>
          </a:prstGeom>
          <a:noFill/>
          <a:ln>
            <a:noFill/>
          </a:ln>
        </p:spPr>
        <p:txBody>
          <a:bodyPr lIns="68457" tIns="34229" rIns="68457" bIns="34229" anchor="ctr" anchorCtr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</a:pPr>
            <a:r>
              <a:rPr lang="en-US" sz="1100" dirty="0">
                <a:solidFill>
                  <a:srgbClr val="000000"/>
                </a:solidFill>
                <a:latin typeface="+mj-lt"/>
                <a:ea typeface="Georgia"/>
                <a:cs typeface="Georgia"/>
                <a:sym typeface="Georgia"/>
              </a:rPr>
              <a:t>The GRC roadmap development will be collaborative …</a:t>
            </a:r>
          </a:p>
        </p:txBody>
      </p:sp>
      <p:sp>
        <p:nvSpPr>
          <p:cNvPr id="8" name="Shape 298"/>
          <p:cNvSpPr txBox="1"/>
          <p:nvPr/>
        </p:nvSpPr>
        <p:spPr>
          <a:xfrm>
            <a:off x="689360" y="906003"/>
            <a:ext cx="1575524" cy="479605"/>
          </a:xfrm>
          <a:prstGeom prst="rect">
            <a:avLst/>
          </a:prstGeom>
          <a:solidFill>
            <a:srgbClr val="D11414"/>
          </a:solidFill>
          <a:ln>
            <a:solidFill>
              <a:srgbClr val="CF1316"/>
            </a:solidFill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</a:pPr>
            <a:r>
              <a:rPr lang="en-US" sz="9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Development of Governance Roadmap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3400" y="514350"/>
            <a:ext cx="2042375" cy="309096"/>
          </a:xfrm>
        </p:spPr>
        <p:txBody>
          <a:bodyPr/>
          <a:lstStyle/>
          <a:p>
            <a:r>
              <a:rPr lang="en-US" sz="1600" dirty="0"/>
              <a:t>Operating as ONE</a:t>
            </a:r>
          </a:p>
        </p:txBody>
      </p:sp>
      <p:sp>
        <p:nvSpPr>
          <p:cNvPr id="10" name="Shape 298"/>
          <p:cNvSpPr txBox="1"/>
          <p:nvPr/>
        </p:nvSpPr>
        <p:spPr>
          <a:xfrm>
            <a:off x="2338667" y="906003"/>
            <a:ext cx="1575524" cy="479605"/>
          </a:xfrm>
          <a:prstGeom prst="rect">
            <a:avLst/>
          </a:prstGeom>
          <a:solidFill>
            <a:srgbClr val="D11414"/>
          </a:solidFill>
          <a:ln>
            <a:solidFill>
              <a:srgbClr val="CF1316"/>
            </a:solidFill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</a:pPr>
            <a:r>
              <a:rPr lang="en-US" sz="9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UIMS Risk &amp; Controls Assessment and Gaps Analysis</a:t>
            </a:r>
          </a:p>
        </p:txBody>
      </p:sp>
      <p:sp>
        <p:nvSpPr>
          <p:cNvPr id="11" name="Shape 298"/>
          <p:cNvSpPr txBox="1"/>
          <p:nvPr/>
        </p:nvSpPr>
        <p:spPr>
          <a:xfrm>
            <a:off x="3986556" y="905971"/>
            <a:ext cx="1575524" cy="479638"/>
          </a:xfrm>
          <a:prstGeom prst="rect">
            <a:avLst/>
          </a:prstGeom>
          <a:solidFill>
            <a:srgbClr val="D11414"/>
          </a:solidFill>
          <a:ln>
            <a:solidFill>
              <a:srgbClr val="CF1316"/>
            </a:solidFill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</a:pPr>
            <a:r>
              <a:rPr lang="en-US" sz="9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UIMS Technology Needs Assessment and Deployment</a:t>
            </a:r>
          </a:p>
        </p:txBody>
      </p:sp>
      <p:sp>
        <p:nvSpPr>
          <p:cNvPr id="12" name="Shape 298"/>
          <p:cNvSpPr txBox="1"/>
          <p:nvPr/>
        </p:nvSpPr>
        <p:spPr>
          <a:xfrm>
            <a:off x="5606295" y="905971"/>
            <a:ext cx="1575524" cy="479637"/>
          </a:xfrm>
          <a:prstGeom prst="rect">
            <a:avLst/>
          </a:prstGeom>
          <a:solidFill>
            <a:srgbClr val="D11414"/>
          </a:solidFill>
          <a:ln>
            <a:solidFill>
              <a:srgbClr val="CF1316"/>
            </a:solidFill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</a:pPr>
            <a:r>
              <a:rPr lang="en-US" sz="9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UIMS Continuous Controls Monitoring Program Development</a:t>
            </a:r>
          </a:p>
        </p:txBody>
      </p:sp>
      <p:sp>
        <p:nvSpPr>
          <p:cNvPr id="13" name="Shape 298"/>
          <p:cNvSpPr txBox="1"/>
          <p:nvPr/>
        </p:nvSpPr>
        <p:spPr>
          <a:xfrm>
            <a:off x="7266733" y="905971"/>
            <a:ext cx="1575524" cy="479637"/>
          </a:xfrm>
          <a:prstGeom prst="rect">
            <a:avLst/>
          </a:prstGeom>
          <a:solidFill>
            <a:srgbClr val="D11414"/>
          </a:solidFill>
          <a:ln>
            <a:solidFill>
              <a:srgbClr val="CF1316"/>
            </a:solidFill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</a:pPr>
            <a:r>
              <a:rPr lang="en-US" sz="9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Service Organization Controls Audit</a:t>
            </a:r>
          </a:p>
        </p:txBody>
      </p:sp>
      <p:sp>
        <p:nvSpPr>
          <p:cNvPr id="14" name="Shape 302"/>
          <p:cNvSpPr txBox="1"/>
          <p:nvPr/>
        </p:nvSpPr>
        <p:spPr>
          <a:xfrm>
            <a:off x="689360" y="1417449"/>
            <a:ext cx="1575524" cy="130643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Identify the certification /compliance frameworks to be in scope.</a:t>
            </a:r>
          </a:p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Identify services and related systems to be included in the UIMS.</a:t>
            </a:r>
          </a:p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Develop the communications and awareness strategy for the UIMS program.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sz="800" dirty="0">
              <a:solidFill>
                <a:schemeClr val="tx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Shape 302"/>
          <p:cNvSpPr txBox="1"/>
          <p:nvPr/>
        </p:nvSpPr>
        <p:spPr>
          <a:xfrm>
            <a:off x="664849" y="3059628"/>
            <a:ext cx="1575524" cy="190934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Provide advice on other certification and compliance frameworks used in industry applicable for the UIMS.</a:t>
            </a:r>
          </a:p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Discuss and agree with the EBU team on the services and related systems to be included in the UIMS.</a:t>
            </a:r>
          </a:p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Support the development of the overall communications and awareness strategy to be developed and rolled out by the EBU team.</a:t>
            </a:r>
          </a:p>
        </p:txBody>
      </p:sp>
      <p:sp>
        <p:nvSpPr>
          <p:cNvPr id="18" name="Shape 302"/>
          <p:cNvSpPr txBox="1"/>
          <p:nvPr/>
        </p:nvSpPr>
        <p:spPr>
          <a:xfrm>
            <a:off x="2338667" y="1436766"/>
            <a:ext cx="1575524" cy="46362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Identify the current processes and controls that would support the UIMS.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</a:pPr>
            <a:endParaRPr lang="en-US" sz="800" dirty="0">
              <a:solidFill>
                <a:schemeClr val="tx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" name="Shape 302"/>
          <p:cNvSpPr txBox="1"/>
          <p:nvPr/>
        </p:nvSpPr>
        <p:spPr>
          <a:xfrm>
            <a:off x="3986556" y="1447665"/>
            <a:ext cx="1575524" cy="55178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Implement a GRC solution to support the UIMS.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Implement  automation and analytics tool.</a:t>
            </a:r>
          </a:p>
        </p:txBody>
      </p:sp>
      <p:sp>
        <p:nvSpPr>
          <p:cNvPr id="20" name="Shape 302"/>
          <p:cNvSpPr txBox="1"/>
          <p:nvPr/>
        </p:nvSpPr>
        <p:spPr>
          <a:xfrm>
            <a:off x="5615128" y="1447665"/>
            <a:ext cx="1575524" cy="119694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Implement UIMS Continuous Controls Monitoring program.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Develop program design for sustainable integrated third party audit program.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Update the communications and awareness strategy for the UIMS program.</a:t>
            </a:r>
          </a:p>
        </p:txBody>
      </p:sp>
      <p:sp>
        <p:nvSpPr>
          <p:cNvPr id="21" name="Shape 302"/>
          <p:cNvSpPr txBox="1"/>
          <p:nvPr/>
        </p:nvSpPr>
        <p:spPr>
          <a:xfrm>
            <a:off x="7263325" y="1436765"/>
            <a:ext cx="1575524" cy="112127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Specify the controls from the UIMS to support the Managed Services/COE, and Wireless/Wireline Services.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Select the Assurance Framework- Trust Services principles and criteria to be used.</a:t>
            </a:r>
          </a:p>
        </p:txBody>
      </p:sp>
      <p:sp>
        <p:nvSpPr>
          <p:cNvPr id="22" name="Shape 302"/>
          <p:cNvSpPr txBox="1"/>
          <p:nvPr/>
        </p:nvSpPr>
        <p:spPr>
          <a:xfrm>
            <a:off x="2335266" y="3042386"/>
            <a:ext cx="1575524" cy="192658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Perform detailed process walkthroughs in order to understand the current state of processes and controls that would support the UIMS.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Document “as-is” existing policies and procedures aligned to the UIMS.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Identify risks and control gaps in meeting the UIMS requirements and advise on remediation plans to prepare for readiness against compliance and audit requirements.</a:t>
            </a:r>
          </a:p>
        </p:txBody>
      </p:sp>
      <p:sp>
        <p:nvSpPr>
          <p:cNvPr id="23" name="Shape 302"/>
          <p:cNvSpPr txBox="1"/>
          <p:nvPr/>
        </p:nvSpPr>
        <p:spPr>
          <a:xfrm>
            <a:off x="3944154" y="3042386"/>
            <a:ext cx="1575524" cy="192658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Provide support on requirements analysis for a GRC solution in considerations for UIMS drivers.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Provide advice on requirements analysis for automation and analytics tool (machine learning capabilities) to be deployed in EBU contract analysis.</a:t>
            </a:r>
          </a:p>
        </p:txBody>
      </p:sp>
      <p:sp>
        <p:nvSpPr>
          <p:cNvPr id="24" name="Shape 302"/>
          <p:cNvSpPr txBox="1"/>
          <p:nvPr/>
        </p:nvSpPr>
        <p:spPr>
          <a:xfrm>
            <a:off x="5647935" y="3042386"/>
            <a:ext cx="1575524" cy="192658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Provide support and advice on the organization design, process, technology solutions development to roll out a sustainable UIMS Continuous Controls Monitoring program.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Support the updating of the communications and training strategy.</a:t>
            </a:r>
          </a:p>
        </p:txBody>
      </p:sp>
      <p:sp>
        <p:nvSpPr>
          <p:cNvPr id="25" name="Shape 302"/>
          <p:cNvSpPr txBox="1"/>
          <p:nvPr/>
        </p:nvSpPr>
        <p:spPr>
          <a:xfrm>
            <a:off x="7351716" y="3045315"/>
            <a:ext cx="1575524" cy="169294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CF131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  <p:txBody>
          <a:bodyPr lIns="68551" tIns="34266" rIns="68551" bIns="34266" anchor="t" anchorCtr="0">
            <a:noAutofit/>
          </a:bodyPr>
          <a:lstStyle/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Perform SOC 2 audit on the controls supporting Acme’ Managed Services/ COE  and wireless/ wireline services provided to Acme’ customers.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r>
              <a:rPr lang="en-US" sz="800" dirty="0">
                <a:solidFill>
                  <a:schemeClr val="tx1"/>
                </a:solidFill>
                <a:latin typeface="Georgia"/>
                <a:ea typeface="Georgia"/>
                <a:cs typeface="Georgia"/>
                <a:sym typeface="Georgia"/>
              </a:rPr>
              <a:t>Perform SOC 2 integrated (multi customer) audit on the security and availability controls supporting Acme’ Wireless/Wireline Services provided to Acme’ customers.</a:t>
            </a: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endParaRPr lang="en-US" sz="800" dirty="0">
              <a:solidFill>
                <a:schemeClr val="tx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84512" indent="-84512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Char char="•"/>
            </a:pPr>
            <a:endParaRPr lang="en-US" sz="800" dirty="0">
              <a:solidFill>
                <a:schemeClr val="tx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" name="Left-Right Arrow 1"/>
          <p:cNvSpPr/>
          <p:nvPr/>
        </p:nvSpPr>
        <p:spPr bwMode="ltGray">
          <a:xfrm>
            <a:off x="689360" y="2750032"/>
            <a:ext cx="8186879" cy="292354"/>
          </a:xfrm>
          <a:prstGeom prst="leftRightArrow">
            <a:avLst/>
          </a:prstGeom>
          <a:solidFill>
            <a:srgbClr val="D11414"/>
          </a:solidFill>
          <a:ln w="3175">
            <a:solidFill>
              <a:srgbClr val="CF131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ln w="0"/>
                <a:solidFill>
                  <a:schemeClr val="bg1"/>
                </a:solidFill>
                <a:latin typeface="Georgia" pitchFamily="18" charset="0"/>
              </a:rPr>
              <a:t>RACI Definition and Ownership</a:t>
            </a:r>
            <a:endParaRPr lang="en-US" sz="1000" b="1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27" name="Title 2"/>
          <p:cNvSpPr txBox="1">
            <a:spLocks/>
          </p:cNvSpPr>
          <p:nvPr/>
        </p:nvSpPr>
        <p:spPr>
          <a:xfrm>
            <a:off x="-114862" y="4937975"/>
            <a:ext cx="958425" cy="18969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CA" sz="800" dirty="0"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3" name="Shape 317">
            <a:extLst>
              <a:ext uri="{FF2B5EF4-FFF2-40B4-BE49-F238E27FC236}">
                <a16:creationId xmlns:a16="http://schemas.microsoft.com/office/drawing/2014/main" id="{55046116-1CDF-2899-ADBC-88AEDB9F4E0C}"/>
              </a:ext>
            </a:extLst>
          </p:cNvPr>
          <p:cNvSpPr/>
          <p:nvPr/>
        </p:nvSpPr>
        <p:spPr>
          <a:xfrm rot="-5400000">
            <a:off x="-1551792" y="2653065"/>
            <a:ext cx="3832286" cy="338098"/>
          </a:xfrm>
          <a:prstGeom prst="leftRightArrow">
            <a:avLst>
              <a:gd name="adj1" fmla="val 63226"/>
              <a:gd name="adj2" fmla="val 50000"/>
            </a:avLst>
          </a:prstGeom>
          <a:solidFill>
            <a:srgbClr val="D11414"/>
          </a:solidFill>
          <a:ln w="9525" cap="flat" cmpd="sng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8551" tIns="34266" rIns="68551" bIns="34266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</a:pPr>
            <a:r>
              <a:rPr lang="en-US" sz="1000" b="1" dirty="0">
                <a:solidFill>
                  <a:schemeClr val="bg2"/>
                </a:solidFill>
                <a:latin typeface="Georgia"/>
                <a:ea typeface="Georgia"/>
                <a:cs typeface="Georgia"/>
                <a:sym typeface="Georgia"/>
              </a:rPr>
              <a:t>PwC                                	      Acme Telco</a:t>
            </a:r>
          </a:p>
        </p:txBody>
      </p:sp>
    </p:spTree>
    <p:extLst>
      <p:ext uri="{BB962C8B-B14F-4D97-AF65-F5344CB8AC3E}">
        <p14:creationId xmlns:p14="http://schemas.microsoft.com/office/powerpoint/2010/main" val="508120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3B651-AD01-E97F-65CC-9BCBD703A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9C08F-AF70-B539-6284-A6EBB9BFA2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94872" y="1942816"/>
            <a:ext cx="3582126" cy="2772456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Georgia" panose="02040502050405020303" pitchFamily="18" charset="0"/>
              </a:rPr>
              <a:t>Thank you!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8AEF4B-A858-DB40-E5ED-CB88630F0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92" y="2053525"/>
            <a:ext cx="1284398" cy="8399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E7DC80-8DBF-CCC5-188B-67C1E93C9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68" y="333676"/>
            <a:ext cx="740440" cy="6427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E02662B-49CC-770A-BE4B-F4BDEB5D7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36" y="3146156"/>
            <a:ext cx="649463" cy="5834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7FB4A6-5C9E-E600-6188-6B720FC0C3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9902" y="1942816"/>
            <a:ext cx="1319228" cy="12578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BE6840-58C7-9282-CEBE-D83333229F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034" y="3853143"/>
            <a:ext cx="1234547" cy="121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057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21047&quot;&gt;&lt;version val=&quot;2324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/m_precDefaultPercent&gt;&lt;m_precDefaultDate/&gt;&lt;m_precDefaultYear/&gt;&lt;m_precDefaultQuarter/&gt;&lt;m_precDefaultMonth/&gt;&lt;m_precDefaultWeek/&gt;&lt;m_precDefaultDay/&gt;&lt;m_mruColor&gt;&lt;m_vecMRU length=&quot;10&quot;&gt;&lt;elem m_fUsage=&quot;2.43900000000000010000E+000&quot;&gt;&lt;m_msothmcolidx val=&quot;0&quot;/&gt;&lt;m_rgb r=&quot;da&quot; g=&quot;29&quot; b=&quot;1c&quot;/&gt;&lt;m_ppcolschidx tagver0=&quot;23004&quot; tagname0=&quot;m_ppcolschidxUNRECOGNIZED&quot; val=&quot;0&quot;/&gt;&lt;m_nBrightness val=&quot;0&quot;/&gt;&lt;/elem&gt;&lt;elem m_fUsage=&quot;2.24659000000000030000E+000&quot;&gt;&lt;m_msothmcolidx val=&quot;0&quot;/&gt;&lt;m_rgb r=&quot;ff&quot; g=&quot;99&quot; b=&quot;0&quot;/&gt;&lt;m_ppcolschidx tagver0=&quot;23004&quot; tagname0=&quot;m_ppcolschidxUNRECOGNIZED&quot; val=&quot;0&quot;/&gt;&lt;m_nBrightness val=&quot;0&quot;/&gt;&lt;/elem&gt;&lt;elem m_fUsage=&quot;1.00973790000000000000E+000&quot;&gt;&lt;m_msothmcolidx val=&quot;0&quot;/&gt;&lt;m_rgb r=&quot;0&quot; g=&quot;33&quot; b=&quot;cc&quot;/&gt;&lt;m_ppcolschidx tagver0=&quot;23004&quot; tagname0=&quot;m_ppcolschidxUNRECOGNIZED&quot; val=&quot;0&quot;/&gt;&lt;m_nBrightness val=&quot;0&quot;/&gt;&lt;/elem&gt;&lt;elem m_fUsage=&quot;8.17887699000000020000E-001&quot;&gt;&lt;m_msothmcolidx val=&quot;0&quot;/&gt;&lt;m_rgb r=&quot;77&quot; g=&quot;77&quot; b=&quot;77&quot;/&gt;&lt;m_ppcolschidx tagver0=&quot;23004&quot; tagname0=&quot;m_ppcolschidxUNRECOGNIZED&quot; val=&quot;0&quot;/&gt;&lt;m_nBrightness val=&quot;0&quot;/&gt;&lt;/elem&gt;&lt;elem m_fUsage=&quot;5.96240132571000060000E-001&quot;&gt;&lt;m_msothmcolidx val=&quot;0&quot;/&gt;&lt;m_rgb r=&quot;0&quot; g=&quot;99&quot; b=&quot;0&quot;/&gt;&lt;m_ppcolschidx tagver0=&quot;23004&quot; tagname0=&quot;m_ppcolschidxUNRECOGNIZED&quot; val=&quot;0&quot;/&gt;&lt;m_nBrightness val=&quot;0&quot;/&gt;&lt;/elem&gt;&lt;elem m_fUsage=&quot;4.82954507382510060000E-001&quot;&gt;&lt;m_msothmcolidx val=&quot;0&quot;/&gt;&lt;m_rgb r=&quot;cc&quot; g=&quot;0&quot; b=&quot;0&quot;/&gt;&lt;m_ppcolschidx tagver0=&quot;23004&quot; tagname0=&quot;m_ppcolschidxUNRECOGNIZED&quot; val=&quot;0&quot;/&gt;&lt;m_nBrightness val=&quot;0&quot;/&gt;&lt;/elem&gt;&lt;elem m_fUsage=&quot;3.91193150979833200000E-001&quot;&gt;&lt;m_msothmcolidx val=&quot;0&quot;/&gt;&lt;m_rgb r=&quot;7f&quot; g=&quot;7f&quot; b=&quot;7f&quot;/&gt;&lt;m_ppcolschidx tagver0=&quot;23004&quot; tagname0=&quot;m_ppcolschidxUNRECOGNIZED&quot; val=&quot;0&quot;/&gt;&lt;m_nBrightness val=&quot;0&quot;/&gt;&lt;/elem&gt;&lt;elem m_fUsage=&quot;3.48678440100000150000E-001&quot;&gt;&lt;m_msothmcolidx val=&quot;0&quot;/&gt;&lt;m_rgb r=&quot;dd&quot; g=&quot;dd&quot; b=&quot;dd&quot;/&gt;&lt;m_ppcolschidx tagver0=&quot;23004&quot; tagname0=&quot;m_ppcolschidxUNRECOGNIZED&quot; val=&quot;0&quot;/&gt;&lt;m_nBrightness val=&quot;0&quot;/&gt;&lt;/elem&gt;&lt;elem m_fUsage=&quot;2.88348471587235030000E-001&quot;&gt;&lt;m_msothmcolidx val=&quot;0&quot;/&gt;&lt;m_rgb r=&quot;be&quot; g=&quot;0&quot; b=&quot;0&quot;/&gt;&lt;m_ppcolschidx tagver0=&quot;23004&quot; tagname0=&quot;m_ppcolschidxUNRECOGNIZED&quot; val=&quot;0&quot;/&gt;&lt;m_nBrightness val=&quot;0&quot;/&gt;&lt;/elem&gt;&lt;elem m_fUsage=&quot;2.85179807064298410000E-001&quot;&gt;&lt;m_msothmcolidx val=&quot;0&quot;/&gt;&lt;m_rgb r=&quot;0&quot; g=&quot;95&quot; b=&quot;0&quot;/&gt;&lt;m_ppcolschidx tagver0=&quot;23004&quot; tagname0=&quot;m_ppcolschidxUNRECOGNIZED&quot; val=&quot;0&quot;/&gt;&lt;m_nBrightness val=&quot;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PwC Red">
      <a:dk1>
        <a:srgbClr val="000000"/>
      </a:dk1>
      <a:lt1>
        <a:srgbClr val="FFFFFF"/>
      </a:lt1>
      <a:dk2>
        <a:srgbClr val="E0301E"/>
      </a:dk2>
      <a:lt2>
        <a:srgbClr val="FFFFFF"/>
      </a:lt2>
      <a:accent1>
        <a:srgbClr val="E0301E"/>
      </a:accent1>
      <a:accent2>
        <a:srgbClr val="A32020"/>
      </a:accent2>
      <a:accent3>
        <a:srgbClr val="DB536A"/>
      </a:accent3>
      <a:accent4>
        <a:srgbClr val="602320"/>
      </a:accent4>
      <a:accent5>
        <a:srgbClr val="FFB600"/>
      </a:accent5>
      <a:accent6>
        <a:srgbClr val="DC6900"/>
      </a:accent6>
      <a:hlink>
        <a:srgbClr val="E0301E"/>
      </a:hlink>
      <a:folHlink>
        <a:srgbClr val="E0301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Theme">
  <a:themeElements>
    <a:clrScheme name="PwC Burgundy">
      <a:dk1>
        <a:srgbClr val="000000"/>
      </a:dk1>
      <a:lt1>
        <a:srgbClr val="FFFFFF"/>
      </a:lt1>
      <a:dk2>
        <a:srgbClr val="A32020"/>
      </a:dk2>
      <a:lt2>
        <a:srgbClr val="FFFFFF"/>
      </a:lt2>
      <a:accent1>
        <a:srgbClr val="A32020"/>
      </a:accent1>
      <a:accent2>
        <a:srgbClr val="E0301E"/>
      </a:accent2>
      <a:accent3>
        <a:srgbClr val="602320"/>
      </a:accent3>
      <a:accent4>
        <a:srgbClr val="DB536A"/>
      </a:accent4>
      <a:accent5>
        <a:srgbClr val="DC6900"/>
      </a:accent5>
      <a:accent6>
        <a:srgbClr val="FFB600"/>
      </a:accent6>
      <a:hlink>
        <a:srgbClr val="A32020"/>
      </a:hlink>
      <a:folHlink>
        <a:srgbClr val="A32020"/>
      </a:folHlink>
    </a:clrScheme>
    <a:fontScheme name="PwC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ltGray">
        <a:solidFill>
          <a:schemeClr val="tx2"/>
        </a:solidFill>
        <a:ln w="3175"/>
      </a:spPr>
      <a:bodyPr rtlCol="0" anchor="ctr"/>
      <a:lstStyle>
        <a:defPPr algn="ctr">
          <a:defRPr dirty="0" err="1" smtClean="0">
            <a:solidFill>
              <a:schemeClr val="bg1"/>
            </a:solidFill>
            <a:latin typeface="Georgia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square" lIns="0" tIns="0" rIns="0" bIns="0" rtlCol="0">
        <a:noAutofit/>
      </a:bodyPr>
      <a:lstStyle>
        <a:defPPr indent="-274320">
          <a:spcAft>
            <a:spcPts val="900"/>
          </a:spcAft>
          <a:defRPr sz="2000" dirty="0" err="1" smtClean="0">
            <a:latin typeface="Georgia" pitchFamily="18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33F53D2C7EC64AA86F1BFD44BB67B8" ma:contentTypeVersion="1" ma:contentTypeDescription="Create a new document." ma:contentTypeScope="" ma:versionID="12163278723a469570668b742e54ebf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a447206dab0015f8b9f8924535193e8c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1F15FE3-E457-4A03-B7E0-735C19197E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DAE701-FFDB-446B-A65E-C7E137D8B4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683437-1997-4AA1-8FE7-151741838680}">
  <ds:schemaRefs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69953</TotalTime>
  <Words>1141</Words>
  <Application>Microsoft Office PowerPoint</Application>
  <PresentationFormat>On-screen Show (16:9)</PresentationFormat>
  <Paragraphs>137</Paragraphs>
  <Slides>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Georgia</vt:lpstr>
      <vt:lpstr>Office Theme</vt:lpstr>
      <vt:lpstr>Default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Value of the Unified Integrated Management System framework </vt:lpstr>
      <vt:lpstr>Operating as ONE</vt:lpstr>
      <vt:lpstr>Operating as ONE</vt:lpstr>
      <vt:lpstr>PowerPoint Presentation</vt:lpstr>
    </vt:vector>
  </TitlesOfParts>
  <Company>Rogers Communications Partnership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Jordan Shapiro</dc:creator>
  <cp:lastModifiedBy>Yousaf Riaz</cp:lastModifiedBy>
  <cp:revision>525</cp:revision>
  <cp:lastPrinted>2017-04-28T12:10:48Z</cp:lastPrinted>
  <dcterms:created xsi:type="dcterms:W3CDTF">2015-03-09T18:16:30Z</dcterms:created>
  <dcterms:modified xsi:type="dcterms:W3CDTF">2025-07-03T12:09:53Z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0x0101008533F53D2C7EC64AA86F1BFD44BB67B8</vt:lpwstr>
  </property>
</Properties>
</file>