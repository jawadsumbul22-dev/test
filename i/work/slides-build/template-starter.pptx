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wmf" ContentType="image/x-w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b4441f0da94ea1" /><Relationship Type="http://schemas.openxmlformats.org/officeDocument/2006/relationships/extended-properties" Target="/docProps/app.xml" Id="R6163cfaf91604741" /><Relationship Type="http://schemas.openxmlformats.org/officeDocument/2006/relationships/officeDocument" Target="/ppt/presentation.xml" Id="R727de6ff124f4a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918114a50e453c"/>
    <p:sldMasterId xmlns:r="http://schemas.openxmlformats.org/officeDocument/2006/relationships" id="2147483661" r:id="R1f50e4358bc04d89"/>
  </p:sldMasterIdLst>
  <p:notesMasterIdLst>
    <p:notesMasterId xmlns:r="http://schemas.openxmlformats.org/officeDocument/2006/relationships" r:id="R74938c0f050440ce"/>
  </p:notesMasterIdLst>
  <p:sldIdLst>
    <p:sldId xmlns:r="http://schemas.openxmlformats.org/officeDocument/2006/relationships" id="256" r:id="R45728caa56744ca0"/>
    <p:sldId xmlns:r="http://schemas.openxmlformats.org/officeDocument/2006/relationships" id="257" r:id="R8b597c73fd3e4022"/>
    <p:sldId xmlns:r="http://schemas.openxmlformats.org/officeDocument/2006/relationships" id="258" r:id="R3c4573fc15974dfa"/>
    <p:sldId xmlns:r="http://schemas.openxmlformats.org/officeDocument/2006/relationships" id="259" r:id="Rff2404feefc840da"/>
    <p:sldId xmlns:r="http://schemas.openxmlformats.org/officeDocument/2006/relationships" id="260" r:id="R8b1c6b4a85314e58"/>
    <p:sldId xmlns:r="http://schemas.openxmlformats.org/officeDocument/2006/relationships" id="261" r:id="R4e3f19713a6d4887"/>
    <p:sldId xmlns:r="http://schemas.openxmlformats.org/officeDocument/2006/relationships" id="262" r:id="R3a8ef299c2554025"/>
    <p:sldId xmlns:r="http://schemas.openxmlformats.org/officeDocument/2006/relationships" id="263" r:id="R0491f1dc87b04a85"/>
    <p:sldId xmlns:r="http://schemas.openxmlformats.org/officeDocument/2006/relationships" id="264" r:id="R5828eb56098f4c68"/>
    <p:sldId xmlns:r="http://schemas.openxmlformats.org/officeDocument/2006/relationships" id="265" r:id="Rafa48714d6994506"/>
    <p:sldId xmlns:r="http://schemas.openxmlformats.org/officeDocument/2006/relationships" id="266" r:id="R5bdfed5eed514ed8"/>
    <p:sldId xmlns:r="http://schemas.openxmlformats.org/officeDocument/2006/relationships" id="267" r:id="R0f04ee5b5ce342a7"/>
    <p:sldId xmlns:r="http://schemas.openxmlformats.org/officeDocument/2006/relationships" id="268" r:id="Rc6f2d1c23299427d"/>
    <p:sldId xmlns:r="http://schemas.openxmlformats.org/officeDocument/2006/relationships" id="269" r:id="R8068ade53e274563"/>
    <p:sldId xmlns:r="http://schemas.openxmlformats.org/officeDocument/2006/relationships" id="270" r:id="R2d8609b3204249d2"/>
    <p:sldId xmlns:r="http://schemas.openxmlformats.org/officeDocument/2006/relationships" id="271" r:id="R3a4abad72543413e"/>
    <p:sldId xmlns:r="http://schemas.openxmlformats.org/officeDocument/2006/relationships" id="272" r:id="R47b85b850e584c04"/>
    <p:sldId xmlns:r="http://schemas.openxmlformats.org/officeDocument/2006/relationships" id="273" r:id="R1f822e0eb9d848f4"/>
    <p:sldId xmlns:r="http://schemas.openxmlformats.org/officeDocument/2006/relationships" id="274" r:id="Rd5d2e5ddd591468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0fce124354db9" /><Relationship Type="http://schemas.openxmlformats.org/officeDocument/2006/relationships/slideMaster" Target="/ppt/slideMasters/slideMaster1.xml" Id="R14918114a50e453c" /><Relationship Type="http://schemas.openxmlformats.org/officeDocument/2006/relationships/slideMaster" Target="/ppt/slideMasters/slideMaster2.xml" Id="R1f50e4358bc04d89" /><Relationship Type="http://schemas.openxmlformats.org/officeDocument/2006/relationships/notesMaster" Target="/ppt/notesMasters/notesMaster1.xml" Id="R74938c0f050440ce" /><Relationship Type="http://schemas.openxmlformats.org/officeDocument/2006/relationships/presProps" Target="/ppt/presProps.xml" Id="R8273f82c5ec84fef" /><Relationship Type="http://schemas.openxmlformats.org/officeDocument/2006/relationships/viewProps" Target="/ppt/viewProps.xml" Id="R88309b71233549ae" /><Relationship Type="http://schemas.openxmlformats.org/officeDocument/2006/relationships/tableStyles" Target="/ppt/tableStyles.xml" Id="R8010ce8c0d6a4c37" /><Relationship Type="http://schemas.openxmlformats.org/officeDocument/2006/relationships/slide" Target="/ppt/slides/slide1.xml" Id="R45728caa56744ca0" /><Relationship Type="http://schemas.openxmlformats.org/officeDocument/2006/relationships/slide" Target="/ppt/slides/slide2.xml" Id="R8b597c73fd3e4022" /><Relationship Type="http://schemas.openxmlformats.org/officeDocument/2006/relationships/slide" Target="/ppt/slides/slide3.xml" Id="R3c4573fc15974dfa" /><Relationship Type="http://schemas.openxmlformats.org/officeDocument/2006/relationships/slide" Target="/ppt/slides/slide4.xml" Id="Rff2404feefc840da" /><Relationship Type="http://schemas.openxmlformats.org/officeDocument/2006/relationships/slide" Target="/ppt/slides/slide5.xml" Id="R8b1c6b4a85314e58" /><Relationship Type="http://schemas.openxmlformats.org/officeDocument/2006/relationships/slide" Target="/ppt/slides/slide6.xml" Id="R4e3f19713a6d4887" /><Relationship Type="http://schemas.openxmlformats.org/officeDocument/2006/relationships/slide" Target="/ppt/slides/slide7.xml" Id="R3a8ef299c2554025" /><Relationship Type="http://schemas.openxmlformats.org/officeDocument/2006/relationships/slide" Target="/ppt/slides/slide8.xml" Id="R0491f1dc87b04a85" /><Relationship Type="http://schemas.openxmlformats.org/officeDocument/2006/relationships/slide" Target="/ppt/slides/slide9.xml" Id="R5828eb56098f4c68" /><Relationship Type="http://schemas.openxmlformats.org/officeDocument/2006/relationships/slide" Target="/ppt/slides/slide10.xml" Id="Rafa48714d6994506" /><Relationship Type="http://schemas.openxmlformats.org/officeDocument/2006/relationships/slide" Target="/ppt/slides/slide11.xml" Id="R5bdfed5eed514ed8" /><Relationship Type="http://schemas.openxmlformats.org/officeDocument/2006/relationships/slide" Target="/ppt/slides/slide12.xml" Id="R0f04ee5b5ce342a7" /><Relationship Type="http://schemas.openxmlformats.org/officeDocument/2006/relationships/slide" Target="/ppt/slides/slide13.xml" Id="Rc6f2d1c23299427d" /><Relationship Type="http://schemas.openxmlformats.org/officeDocument/2006/relationships/slide" Target="/ppt/slides/slide14.xml" Id="R8068ade53e274563" /><Relationship Type="http://schemas.openxmlformats.org/officeDocument/2006/relationships/slide" Target="/ppt/slides/slide15.xml" Id="R2d8609b3204249d2" /><Relationship Type="http://schemas.openxmlformats.org/officeDocument/2006/relationships/slide" Target="/ppt/slides/slide16.xml" Id="R3a4abad72543413e" /><Relationship Type="http://schemas.openxmlformats.org/officeDocument/2006/relationships/slide" Target="/ppt/slides/slide17.xml" Id="R47b85b850e584c04" /><Relationship Type="http://schemas.openxmlformats.org/officeDocument/2006/relationships/slide" Target="/ppt/slides/slide18.xml" Id="R1f822e0eb9d848f4" /><Relationship Type="http://schemas.openxmlformats.org/officeDocument/2006/relationships/slide" Target="/ppt/slides/slide19.xml" Id="Rd5d2e5ddd591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09a0a757159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PwC Red">
      <a:dk1>
        <a:srgbClr val="000000"/>
      </a:dk1>
      <a:lt1>
        <a:srgbClr val="FFFFFF"/>
      </a:lt1>
      <a:dk2>
        <a:srgbClr val="E0301E"/>
      </a:dk2>
      <a:lt2>
        <a:srgbClr val="FFFFFF"/>
      </a:lt2>
      <a:accent1>
        <a:srgbClr val="E0301E"/>
      </a:accent1>
      <a:accent2>
        <a:srgbClr val="A32020"/>
      </a:accent2>
      <a:accent3>
        <a:srgbClr val="DB536A"/>
      </a:accent3>
      <a:accent4>
        <a:srgbClr val="602320"/>
      </a:accent4>
      <a:accent5>
        <a:srgbClr val="FFB600"/>
      </a:accent5>
      <a:accent6>
        <a:srgbClr val="DC6900"/>
      </a:accent6>
      <a:hlink>
        <a:srgbClr val="E0301E"/>
      </a:hlink>
      <a:folHlink>
        <a:srgbClr val="E0301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wC R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0a3988ee5e43dd" /><Relationship Type="http://schemas.openxmlformats.org/officeDocument/2006/relationships/notesMaster" Target="/ppt/notesMasters/notesMaster1.xml" Id="R63c98ddec048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7d3bd5d6994e4c" /><Relationship Type="http://schemas.openxmlformats.org/officeDocument/2006/relationships/notesMaster" Target="/ppt/notesMasters/notesMaster1.xml" Id="R21fe98534e3140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dc7769eca4ace" /><Relationship Type="http://schemas.openxmlformats.org/officeDocument/2006/relationships/notesMaster" Target="/ppt/notesMasters/notesMaster1.xml" Id="Re58e1baed6e1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ec97481e64025" /><Relationship Type="http://schemas.openxmlformats.org/officeDocument/2006/relationships/notesMaster" Target="/ppt/notesMasters/notesMaster1.xml" Id="Red080e406a93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c4cacf3cc84e8d" /><Relationship Type="http://schemas.openxmlformats.org/officeDocument/2006/relationships/notesMaster" Target="/ppt/notesMasters/notesMaster1.xml" Id="R006e60c509dc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159686bcc4b0a" /><Relationship Type="http://schemas.openxmlformats.org/officeDocument/2006/relationships/notesMaster" Target="/ppt/notesMasters/notesMaster1.xml" Id="R6571062723d942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db972302ae4171" /><Relationship Type="http://schemas.openxmlformats.org/officeDocument/2006/relationships/notesMaster" Target="/ppt/notesMasters/notesMaster1.xml" Id="R0c59e7690ca9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bb93ade7ae4338" /><Relationship Type="http://schemas.openxmlformats.org/officeDocument/2006/relationships/notesMaster" Target="/ppt/notesMasters/notesMaster1.xml" Id="Raa9d3ce541b741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57dc4a5934ab7" /><Relationship Type="http://schemas.openxmlformats.org/officeDocument/2006/relationships/notesMaster" Target="/ppt/notesMasters/notesMaster1.xml" Id="R479d0948c77646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23045e1eb4c02" /><Relationship Type="http://schemas.openxmlformats.org/officeDocument/2006/relationships/notesMaster" Target="/ppt/notesMasters/notesMaster1.xml" Id="Re291c0e40b184c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3d7e7e411e4d6d" /><Relationship Type="http://schemas.openxmlformats.org/officeDocument/2006/relationships/notesMaster" Target="/ppt/notesMasters/notesMaster1.xml" Id="Rb4e95259a5a8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c228a6b9f44b31" /><Relationship Type="http://schemas.openxmlformats.org/officeDocument/2006/relationships/notesMaster" Target="/ppt/notesMasters/notesMaster1.xml" Id="Rada8b73472364c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16985598b54406" /><Relationship Type="http://schemas.openxmlformats.org/officeDocument/2006/relationships/notesMaster" Target="/ppt/notesMasters/notesMaster1.xml" Id="Rfeaf438db5cf46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b880931d154f39" /><Relationship Type="http://schemas.openxmlformats.org/officeDocument/2006/relationships/notesMaster" Target="/ppt/notesMasters/notesMaster1.xml" Id="Raaf767280d324d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1543eb588342da" /><Relationship Type="http://schemas.openxmlformats.org/officeDocument/2006/relationships/notesMaster" Target="/ppt/notesMasters/notesMaster1.xml" Id="Reaf72b7e17c44d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34ca2d090d44ab" /><Relationship Type="http://schemas.openxmlformats.org/officeDocument/2006/relationships/notesMaster" Target="/ppt/notesMasters/notesMaster1.xml" Id="Rdb0b31b9bdc84e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2db76f0f09428c" /><Relationship Type="http://schemas.openxmlformats.org/officeDocument/2006/relationships/notesMaster" Target="/ppt/notesMasters/notesMaster1.xml" Id="R110d3a37993946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c21d7b90a84406" /><Relationship Type="http://schemas.openxmlformats.org/officeDocument/2006/relationships/notesMaster" Target="/ppt/notesMasters/notesMaster1.xml" Id="R1abffd11a0a940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84477bb3924049" /><Relationship Type="http://schemas.openxmlformats.org/officeDocument/2006/relationships/notesMaster" Target="/ppt/notesMasters/notesMaster1.xml" Id="R49146349053542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2c194f78f48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3d0cd1e7142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c97e705e84e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c5f76bfe347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3c4163b6841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553f57ec941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e57c1e3464b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cfcb6185e46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10d5674a84b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aadd66faf4e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91abb73d34f8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5fd1260f140d9" /><Relationship Type="http://schemas.openxmlformats.org/officeDocument/2006/relationships/image" Target="/ppt/media/image.emf" Id="Rd693763d88d140cd" /><Relationship Type="http://schemas.openxmlformats.org/officeDocument/2006/relationships/image" Target="/ppt/media/image2.emf" Id="R5149905fdc2c4fc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74bb4922364f3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56e1be7dca4e4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97134234fb433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7aa98111964e1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4004257e714e9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a454bb2f434d0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f23f532e2f465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f4c4ff2c9d463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56d7692dc8446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f9e45393de45e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310df89afc419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9dcd39bfc74a3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0aa94ffae6432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a6959c9c634cc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76e1eac0e34a3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643cf2570b472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ef37f6a7234b1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f7e039a87c4c2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f9ef91e7b147db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0c0a9c7a05430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547e2b7bfd464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55a966cf134a5d" /><Relationship Type="http://schemas.openxmlformats.org/officeDocument/2006/relationships/image" Target="/ppt/media/image.emf" Id="Rc17833722ba747b9" /><Relationship Type="http://schemas.openxmlformats.org/officeDocument/2006/relationships/image" Target="/ppt/media/image2.emf" Id="R69815a1d746d49b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954205-5EAD-4719-B003-E9D766F74CB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0D9CD32-35EA-4A47-9134-56A1632895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969763-CE62-47F4-AFE3-9C30F4BBDB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5ED07A-2D20-4154-93DD-D30692B245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D620F-ADF7-4937-802A-B45F6C8977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0254EA-EE69-4448-B66A-34C68E85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DAC34F-E0AB-436E-B3E8-D3C6A57CC9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754F36-11B4-483B-9828-1461781116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1F423-F1D9-441F-A4B2-FE1138C37D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FD0F2-7545-49A6-83A5-55C47F137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222CE-18E6-4281-9135-F5FADA4F6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9C64A0-DFA0-45F3-BBCB-D43AAF7BD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8"/>
            <a:ext cx="7886700" cy="112514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8BC92E-51E1-45AA-81AE-4ACA26C6A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1C9B3-880E-4AF1-99CE-E7343424B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BB8779-F45E-488F-8C53-E5FAAE4FF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AF1971-6BA6-4D28-A328-4B00335D5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A6F83A-A0DF-4503-BE52-EE1015AE87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369219"/>
            <a:ext cx="3886200" cy="32635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B84CAC-6917-467F-86EA-74721C0AF4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369219"/>
            <a:ext cx="3886200" cy="32635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32D8A9-DD7B-4263-9B0C-35270044B2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C4C896-53DF-4D03-A392-864BE09F1B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31F6AEA-F206-41ED-8433-203233F2B8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22F409-F5AD-4D3F-97D1-6183859C0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D3A6BE-D62C-4046-9600-93EA074F2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260872"/>
            <a:ext cx="3868340" cy="61793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ADA2045-8339-44D5-8D00-3B41E47FAD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1878806"/>
            <a:ext cx="3868340" cy="2763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50B00BA-5500-4859-9AC2-A76881EAB77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159599C-1E38-43D0-9E3F-583347A073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1878806"/>
            <a:ext cx="3887391" cy="2763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2E863EA-7B47-4952-8A7E-9D1BA262D9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E12CEC2-AEB3-4C5B-BA17-C45A77ABBC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DE4B81B-ABCB-4842-A88A-5B93EC7B7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35C0A1-31A9-4071-B627-EE4CAB719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006C5B1-B150-4B7D-A720-EFBD0B3B44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EADA653-F279-43CB-9C3D-D37B69F00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AB39ADF-B895-4193-BBD0-BBA87559BB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5B17D4F-50D8-4ECB-B4D6-1B445A3687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4DA97C-65DB-4160-B469-1C7DB4F5A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4FB927E-9ADC-4E75-9665-6CECF137E5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740569"/>
            <a:ext cx="4629150" cy="36552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26C1AC-A22E-4BE1-82F8-E4BC40BF23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F4C056A-37D3-4187-B5D0-E0D124E702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604E49B-D7F0-4F33-B3A7-A0D1B4A6D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54543F-299C-4C62-9C82-4447CEC1D7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AB42A6-52E4-4CC6-94FF-3F95A5451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948051B-EB17-4BD8-8B6C-B259FE4BFC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740569"/>
            <a:ext cx="4629150" cy="365521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F5EFEB-D564-46F8-BBAA-6A25ACF414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E18252-2F11-4782-987E-4F3A169243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0CAC13F-4B6C-4EF0-9A02-7CA8BC2DAB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124FA9-D269-4612-9C24-4BFD65938F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8E3F84-59C7-4FA1-8F22-2813D487F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80C2A6-D2EA-41E8-A071-5AE2111F7E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E9B3DE-3070-4ACB-B8D9-D8D7A39D8F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D56E4D-785E-47F8-9826-8CEF58800E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6EE967-0A4A-45A2-84B8-D7C9F3050E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AB71A90-E1CB-4734-8095-7C0388F91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273844"/>
            <a:ext cx="1971675" cy="435887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F289BF-7523-4EBB-ABF4-60D411B26C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273844"/>
            <a:ext cx="5800725" cy="435887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168B0A-8293-4A1C-BA44-01FA90F384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EBA867-75CE-452C-BF16-4B2BF0E2C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Confidential | Alignment, Accountability, Urgency | Presentation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921C07-3A8B-4CF4-8158-848B7CEA62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514600" y="4832420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Cover Pag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222BB8-33BB-420F-929B-E547D8E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2" y="1134"/>
            <a:ext cx="4343081" cy="5904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1630" tIns="40816" rIns="81630" bIns="40816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3763d88d140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5616" y="299482"/>
            <a:ext cx="5072017" cy="4643999"/>
          </a:xfrm>
          <a:prstGeom xmlns:a="http://schemas.openxmlformats.org/drawingml/2006/main" prst="rect">
            <a:avLst/>
          </a:prstGeom>
        </p:spPr>
      </p:pic>
      <p:pic>
        <p:nvPicPr>
          <p:cNvPr id="3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9905fdc2c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0832" y="2211117"/>
            <a:ext cx="1012168" cy="298621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956691B-9D86-4E78-9750-8E2750B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521029"/>
            <a:ext cx="4343081" cy="5904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1630" tIns="40816" rIns="81630" bIns="40816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 Box">
            <a:extLst xmlns:a="http://schemas.openxmlformats.org/drawingml/2006/main">
              <a:ext uri="{FF2B5EF4-FFF2-40B4-BE49-F238E27FC236}">
                <a16:creationId xmlns:a16="http://schemas.microsoft.com/office/drawing/2014/main" id="{40FC0EF3-A18B-4BF2-8877-B25A19E167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264152" y="1923323"/>
            <a:ext cx="3328988" cy="27736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81623" tIns="40811" rIns="81623" bIns="40811"/>
          <a:lstStyle xmlns:a="http://schemas.openxmlformats.org/drawingml/2006/main">
            <a:lvl1pPr marL="0" indent="0">
              <a:spcBef>
                <a:spcPts val="507"/>
              </a:spcBef>
              <a:buFont typeface="Arial"/>
              <a:buNone/>
              <a:defRPr sz="14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>
              <a:spcBef>
                <a:spcPts val="600"/>
              </a:spcBef>
              <a:buNone/>
            </a:pPr>
            <a:r>
              <a:rPr sz="1400">
                <a:solidFill>
                  <a:srgbClr val="413F41"/>
                </a:solidFill>
                <a:latin typeface="Arial"/>
                <a:ea typeface="Arial"/>
                <a:cs typeface="Arial"/>
              </a:rPr>
              <a:t>Committee Name</a:t>
            </a:r>
            <a:br/>
            <a:r>
              <a:rPr sz="2100">
                <a:solidFill>
                  <a:srgbClr val="DA291C"/>
                </a:solidFill>
                <a:latin typeface="Arial"/>
                <a:ea typeface="Arial"/>
                <a:cs typeface="Arial"/>
              </a:rPr>
              <a:t>Cover page</a:t>
            </a: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Presenter Name(s)</a:t>
            </a: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Month </a:t>
            </a:r>
            <a:r>
              <a:rPr sz="1400">
                <a:latin typeface="Arial"/>
                <a:ea typeface="Arial"/>
                <a:cs typeface="Arial"/>
              </a:rPr>
              <a:t>DDth</a:t>
            </a:r>
            <a:r>
              <a:rPr sz="1400">
                <a:latin typeface="Arial"/>
                <a:ea typeface="Arial"/>
                <a:cs typeface="Arial"/>
              </a:rPr>
              <a:t>, YY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3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AA02E4E-96D6-4F22-AB6D-2B786C20F4F3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25455" y="1950885"/>
            <a:ext cx="1618850" cy="1032540"/>
          </a:xfrm>
          <a:prstGeom xmlns:a="http://schemas.openxmlformats.org/drawingml/2006/main" prst="roundRect">
            <a:avLst>
              <a:gd name="adj" fmla="val 3941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700" b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24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6E3E8C2-0DCA-4303-BA29-D1A64748D94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98964" y="2843893"/>
            <a:ext cx="665390" cy="868629"/>
          </a:xfrm>
          <a:prstGeom xmlns:a="http://schemas.openxmlformats.org/drawingml/2006/main" prst="roundRect">
            <a:avLst>
              <a:gd name="adj" fmla="val 7545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600" b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25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70D440A-D8BC-4554-AF9B-459C69736CB7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48783" y="303644"/>
            <a:ext cx="798881" cy="696314"/>
          </a:xfrm>
          <a:prstGeom xmlns:a="http://schemas.openxmlformats.org/drawingml/2006/main" prst="roundRect">
            <a:avLst>
              <a:gd name="adj" fmla="val 10948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700" b="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F2B26C6-A54A-4AEC-A265-FF068540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33" y="1038711"/>
            <a:ext cx="1204782" cy="850012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350680E-287D-47E1-97AD-8A4ADB9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53" y="1945852"/>
            <a:ext cx="672939" cy="1043183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E4A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         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737F992-3362-46BC-801B-B229EFE6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146723"/>
            <a:ext cx="2286000" cy="1485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170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F19625-BC67-4FBC-A2E6-F0B2432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3028735"/>
            <a:ext cx="914400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E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CB079E8-DBD7-4A08-B74E-6852DF3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2174983"/>
            <a:ext cx="72952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C8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7E0D8F-20D3-4012-B5E7-BBA487E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3028735"/>
            <a:ext cx="729521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C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8F2DA1-318A-4ADE-9A71-8CF267A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522071"/>
            <a:ext cx="473687" cy="1706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9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D9C5CCA-F3B6-4BA0-B51A-E88B9A75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2174984"/>
            <a:ext cx="473687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4D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4A40E08-4479-4CFD-B9E9-D09F7CFC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3028735"/>
            <a:ext cx="473687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A0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32340C6-FF8B-4CFC-85B9-1F7FFB8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494607"/>
            <a:ext cx="5622752" cy="1733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02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89332A-04CA-44AB-8788-F3D4926A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2174984"/>
            <a:ext cx="562275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2F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6064E5B-1BB7-45D5-972F-829516F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028735"/>
            <a:ext cx="5622752" cy="1603272"/>
          </a:xfrm>
          <a:custGeom xmlns:a="http://schemas.openxmlformats.org/drawingml/2006/main">
            <a:rect l="0" t="0" r="r" b="b"/>
            <a:pathLst>
              <a:path w="3567" h="1340">
                <a:moveTo>
                  <a:pt x="0" y="0"/>
                </a:moveTo>
                <a:lnTo>
                  <a:pt x="3567" y="0"/>
                </a:lnTo>
                <a:lnTo>
                  <a:pt x="3567" y="1340"/>
                </a:lnTo>
                <a:lnTo>
                  <a:pt x="1372" y="1340"/>
                </a:lnTo>
                <a:lnTo>
                  <a:pt x="1372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230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B024C0D-6A42-420F-BBDF-88FFBB3D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1"/>
            <a:ext cx="5622752" cy="522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C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F05AC22C-1060-45B2-840F-9D92847115D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95476" y="628650"/>
            <a:ext cx="5343525" cy="685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="1" i="1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Use the PwC Toolbox to create all </a:t>
            </a:r>
            <a:br/>
            <a:r>
              <a:t>internal and external PwC presentations.</a:t>
            </a:r>
          </a:p>
        </p:txBody>
      </p:sp>
      <p:sp>
        <p:nvSpPr>
          <p:cNvPr id="18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16E0AA-0378-472D-8B1F-2DD5F3D5A3C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95476" y="2171700"/>
            <a:ext cx="5343525" cy="6858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Utilisez</a:t>
            </a:r>
            <a:r>
              <a:t> le PwC Toolbox pour </a:t>
            </a:r>
            <a:r>
              <a:t>créer</a:t>
            </a:r>
            <a:r>
              <a:t> </a:t>
            </a:r>
            <a:r>
              <a:t>toutes</a:t>
            </a:r>
            <a:r>
              <a:t> les </a:t>
            </a:r>
            <a:r>
              <a:t>présentations</a:t>
            </a:r>
            <a:r>
              <a:t> PwC </a:t>
            </a:r>
            <a:r>
              <a:t>internes</a:t>
            </a:r>
            <a:r>
              <a:t> et </a:t>
            </a:r>
            <a:r>
              <a:t>externes</a:t>
            </a:r>
            <a:r>
              <a:t>.</a:t>
            </a:r>
          </a:p>
        </p:txBody>
      </p:sp>
      <p:sp>
        <p:nvSpPr>
          <p:cNvPr id="21" name="Text Placeholder 31">
            <a:extLst xmlns:a="http://schemas.openxmlformats.org/drawingml/2006/main">
              <a:ext uri="{FF2B5EF4-FFF2-40B4-BE49-F238E27FC236}">
                <a16:creationId xmlns:a16="http://schemas.microsoft.com/office/drawing/2014/main" id="{BE8E687E-5DF9-49B7-87F9-E024BA12C89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95475" y="281178"/>
            <a:ext cx="4105656" cy="10972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25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www.pwc.com/ca</a:t>
            </a:r>
          </a:p>
        </p:txBody>
      </p:sp>
      <p:sp>
        <p:nvSpPr>
          <p:cNvPr id="1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342B543-6C69-418F-AE65-751FDEA6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116" y="4628244"/>
            <a:ext cx="228600" cy="394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7">
            <a:extLst xmlns:a="http://schemas.openxmlformats.org/drawingml/2006/main">
              <a:ext uri="{FF2B5EF4-FFF2-40B4-BE49-F238E27FC236}">
                <a16:creationId xmlns:a16="http://schemas.microsoft.com/office/drawing/2014/main" id="{C29AACFE-7774-453F-A56A-4AE4CC2F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92" y="4769861"/>
            <a:ext cx="914400" cy="258492"/>
          </a:xfrm>
          <a:custGeom xmlns:a="http://schemas.openxmlformats.org/drawingml/2006/main">
            <a:rect l="0" t="0" r="r" b="b"/>
            <a:pathLst>
              <a:path w="4127" h="1544">
                <a:moveTo>
                  <a:pt x="640" y="229"/>
                </a:moveTo>
                <a:lnTo>
                  <a:pt x="622" y="229"/>
                </a:lnTo>
                <a:lnTo>
                  <a:pt x="603" y="230"/>
                </a:lnTo>
                <a:lnTo>
                  <a:pt x="581" y="233"/>
                </a:lnTo>
                <a:lnTo>
                  <a:pt x="553" y="235"/>
                </a:lnTo>
                <a:lnTo>
                  <a:pt x="521" y="241"/>
                </a:lnTo>
                <a:lnTo>
                  <a:pt x="521" y="947"/>
                </a:lnTo>
                <a:lnTo>
                  <a:pt x="538" y="949"/>
                </a:lnTo>
                <a:lnTo>
                  <a:pt x="553" y="949"/>
                </a:lnTo>
                <a:lnTo>
                  <a:pt x="566" y="949"/>
                </a:lnTo>
                <a:lnTo>
                  <a:pt x="578" y="949"/>
                </a:lnTo>
                <a:lnTo>
                  <a:pt x="630" y="946"/>
                </a:lnTo>
                <a:lnTo>
                  <a:pt x="677" y="937"/>
                </a:lnTo>
                <a:lnTo>
                  <a:pt x="720" y="924"/>
                </a:lnTo>
                <a:lnTo>
                  <a:pt x="758" y="905"/>
                </a:lnTo>
                <a:lnTo>
                  <a:pt x="793" y="880"/>
                </a:lnTo>
                <a:lnTo>
                  <a:pt x="824" y="850"/>
                </a:lnTo>
                <a:lnTo>
                  <a:pt x="849" y="815"/>
                </a:lnTo>
                <a:lnTo>
                  <a:pt x="870" y="775"/>
                </a:lnTo>
                <a:lnTo>
                  <a:pt x="886" y="728"/>
                </a:lnTo>
                <a:lnTo>
                  <a:pt x="897" y="678"/>
                </a:lnTo>
                <a:lnTo>
                  <a:pt x="905" y="622"/>
                </a:lnTo>
                <a:lnTo>
                  <a:pt x="907" y="561"/>
                </a:lnTo>
                <a:lnTo>
                  <a:pt x="905" y="505"/>
                </a:lnTo>
                <a:lnTo>
                  <a:pt x="897" y="452"/>
                </a:lnTo>
                <a:lnTo>
                  <a:pt x="886" y="407"/>
                </a:lnTo>
                <a:lnTo>
                  <a:pt x="870" y="366"/>
                </a:lnTo>
                <a:lnTo>
                  <a:pt x="850" y="329"/>
                </a:lnTo>
                <a:lnTo>
                  <a:pt x="826" y="299"/>
                </a:lnTo>
                <a:lnTo>
                  <a:pt x="797" y="274"/>
                </a:lnTo>
                <a:lnTo>
                  <a:pt x="763" y="254"/>
                </a:lnTo>
                <a:lnTo>
                  <a:pt x="727" y="241"/>
                </a:lnTo>
                <a:lnTo>
                  <a:pt x="686" y="232"/>
                </a:lnTo>
                <a:lnTo>
                  <a:pt x="640" y="229"/>
                </a:lnTo>
                <a:close/>
                <a:moveTo>
                  <a:pt x="413" y="3"/>
                </a:moveTo>
                <a:lnTo>
                  <a:pt x="521" y="3"/>
                </a:lnTo>
                <a:lnTo>
                  <a:pt x="521" y="143"/>
                </a:lnTo>
                <a:lnTo>
                  <a:pt x="566" y="117"/>
                </a:lnTo>
                <a:lnTo>
                  <a:pt x="607" y="93"/>
                </a:lnTo>
                <a:lnTo>
                  <a:pt x="643" y="74"/>
                </a:lnTo>
                <a:lnTo>
                  <a:pt x="677" y="57"/>
                </a:lnTo>
                <a:lnTo>
                  <a:pt x="707" y="44"/>
                </a:lnTo>
                <a:lnTo>
                  <a:pt x="735" y="33"/>
                </a:lnTo>
                <a:lnTo>
                  <a:pt x="761" y="24"/>
                </a:lnTo>
                <a:lnTo>
                  <a:pt x="785" y="18"/>
                </a:lnTo>
                <a:lnTo>
                  <a:pt x="809" y="13"/>
                </a:lnTo>
                <a:lnTo>
                  <a:pt x="831" y="10"/>
                </a:lnTo>
                <a:lnTo>
                  <a:pt x="855" y="9"/>
                </a:lnTo>
                <a:lnTo>
                  <a:pt x="879" y="8"/>
                </a:lnTo>
                <a:lnTo>
                  <a:pt x="931" y="12"/>
                </a:lnTo>
                <a:lnTo>
                  <a:pt x="980" y="23"/>
                </a:lnTo>
                <a:lnTo>
                  <a:pt x="1026" y="40"/>
                </a:lnTo>
                <a:lnTo>
                  <a:pt x="1070" y="64"/>
                </a:lnTo>
                <a:lnTo>
                  <a:pt x="1110" y="94"/>
                </a:lnTo>
                <a:lnTo>
                  <a:pt x="1148" y="130"/>
                </a:lnTo>
                <a:lnTo>
                  <a:pt x="1180" y="172"/>
                </a:lnTo>
                <a:lnTo>
                  <a:pt x="1209" y="218"/>
                </a:lnTo>
                <a:lnTo>
                  <a:pt x="1233" y="268"/>
                </a:lnTo>
                <a:lnTo>
                  <a:pt x="1252" y="324"/>
                </a:lnTo>
                <a:lnTo>
                  <a:pt x="1265" y="383"/>
                </a:lnTo>
                <a:lnTo>
                  <a:pt x="1274" y="446"/>
                </a:lnTo>
                <a:lnTo>
                  <a:pt x="1278" y="512"/>
                </a:lnTo>
                <a:lnTo>
                  <a:pt x="1274" y="578"/>
                </a:lnTo>
                <a:lnTo>
                  <a:pt x="1265" y="641"/>
                </a:lnTo>
                <a:lnTo>
                  <a:pt x="1252" y="701"/>
                </a:lnTo>
                <a:lnTo>
                  <a:pt x="1232" y="756"/>
                </a:lnTo>
                <a:lnTo>
                  <a:pt x="1205" y="809"/>
                </a:lnTo>
                <a:lnTo>
                  <a:pt x="1175" y="857"/>
                </a:lnTo>
                <a:lnTo>
                  <a:pt x="1140" y="901"/>
                </a:lnTo>
                <a:lnTo>
                  <a:pt x="1099" y="941"/>
                </a:lnTo>
                <a:lnTo>
                  <a:pt x="1054" y="976"/>
                </a:lnTo>
                <a:lnTo>
                  <a:pt x="1005" y="1006"/>
                </a:lnTo>
                <a:lnTo>
                  <a:pt x="951" y="1031"/>
                </a:lnTo>
                <a:lnTo>
                  <a:pt x="894" y="1051"/>
                </a:lnTo>
                <a:lnTo>
                  <a:pt x="831" y="1065"/>
                </a:lnTo>
                <a:lnTo>
                  <a:pt x="766" y="1074"/>
                </a:lnTo>
                <a:lnTo>
                  <a:pt x="696" y="1078"/>
                </a:lnTo>
                <a:lnTo>
                  <a:pt x="670" y="1078"/>
                </a:lnTo>
                <a:lnTo>
                  <a:pt x="637" y="1076"/>
                </a:lnTo>
                <a:lnTo>
                  <a:pt x="601" y="1074"/>
                </a:lnTo>
                <a:lnTo>
                  <a:pt x="561" y="1071"/>
                </a:lnTo>
                <a:lnTo>
                  <a:pt x="521" y="1068"/>
                </a:lnTo>
                <a:lnTo>
                  <a:pt x="521" y="1408"/>
                </a:lnTo>
                <a:lnTo>
                  <a:pt x="692" y="1447"/>
                </a:lnTo>
                <a:lnTo>
                  <a:pt x="692" y="1544"/>
                </a:lnTo>
                <a:lnTo>
                  <a:pt x="18" y="1544"/>
                </a:lnTo>
                <a:lnTo>
                  <a:pt x="18" y="1447"/>
                </a:lnTo>
                <a:lnTo>
                  <a:pt x="171" y="1408"/>
                </a:lnTo>
                <a:lnTo>
                  <a:pt x="171" y="229"/>
                </a:lnTo>
                <a:lnTo>
                  <a:pt x="0" y="229"/>
                </a:lnTo>
                <a:lnTo>
                  <a:pt x="0" y="128"/>
                </a:lnTo>
                <a:lnTo>
                  <a:pt x="413" y="3"/>
                </a:lnTo>
                <a:close/>
                <a:moveTo>
                  <a:pt x="3711" y="0"/>
                </a:moveTo>
                <a:lnTo>
                  <a:pt x="3770" y="3"/>
                </a:lnTo>
                <a:lnTo>
                  <a:pt x="3825" y="9"/>
                </a:lnTo>
                <a:lnTo>
                  <a:pt x="3876" y="20"/>
                </a:lnTo>
                <a:lnTo>
                  <a:pt x="3923" y="34"/>
                </a:lnTo>
                <a:lnTo>
                  <a:pt x="3965" y="53"/>
                </a:lnTo>
                <a:lnTo>
                  <a:pt x="4004" y="75"/>
                </a:lnTo>
                <a:lnTo>
                  <a:pt x="4036" y="100"/>
                </a:lnTo>
                <a:lnTo>
                  <a:pt x="4064" y="129"/>
                </a:lnTo>
                <a:lnTo>
                  <a:pt x="4086" y="160"/>
                </a:lnTo>
                <a:lnTo>
                  <a:pt x="4103" y="194"/>
                </a:lnTo>
                <a:lnTo>
                  <a:pt x="4113" y="232"/>
                </a:lnTo>
                <a:lnTo>
                  <a:pt x="4117" y="271"/>
                </a:lnTo>
                <a:lnTo>
                  <a:pt x="4114" y="304"/>
                </a:lnTo>
                <a:lnTo>
                  <a:pt x="4105" y="334"/>
                </a:lnTo>
                <a:lnTo>
                  <a:pt x="4091" y="362"/>
                </a:lnTo>
                <a:lnTo>
                  <a:pt x="4074" y="387"/>
                </a:lnTo>
                <a:lnTo>
                  <a:pt x="4051" y="407"/>
                </a:lnTo>
                <a:lnTo>
                  <a:pt x="4025" y="423"/>
                </a:lnTo>
                <a:lnTo>
                  <a:pt x="3995" y="436"/>
                </a:lnTo>
                <a:lnTo>
                  <a:pt x="3961" y="443"/>
                </a:lnTo>
                <a:lnTo>
                  <a:pt x="3925" y="446"/>
                </a:lnTo>
                <a:lnTo>
                  <a:pt x="3891" y="444"/>
                </a:lnTo>
                <a:lnTo>
                  <a:pt x="3859" y="438"/>
                </a:lnTo>
                <a:lnTo>
                  <a:pt x="3826" y="428"/>
                </a:lnTo>
                <a:lnTo>
                  <a:pt x="3792" y="413"/>
                </a:lnTo>
                <a:lnTo>
                  <a:pt x="3757" y="394"/>
                </a:lnTo>
                <a:lnTo>
                  <a:pt x="3757" y="114"/>
                </a:lnTo>
                <a:lnTo>
                  <a:pt x="3711" y="125"/>
                </a:lnTo>
                <a:lnTo>
                  <a:pt x="3668" y="140"/>
                </a:lnTo>
                <a:lnTo>
                  <a:pt x="3631" y="162"/>
                </a:lnTo>
                <a:lnTo>
                  <a:pt x="3597" y="187"/>
                </a:lnTo>
                <a:lnTo>
                  <a:pt x="3568" y="218"/>
                </a:lnTo>
                <a:lnTo>
                  <a:pt x="3543" y="253"/>
                </a:lnTo>
                <a:lnTo>
                  <a:pt x="3523" y="294"/>
                </a:lnTo>
                <a:lnTo>
                  <a:pt x="3508" y="339"/>
                </a:lnTo>
                <a:lnTo>
                  <a:pt x="3497" y="391"/>
                </a:lnTo>
                <a:lnTo>
                  <a:pt x="3489" y="447"/>
                </a:lnTo>
                <a:lnTo>
                  <a:pt x="3487" y="507"/>
                </a:lnTo>
                <a:lnTo>
                  <a:pt x="3489" y="565"/>
                </a:lnTo>
                <a:lnTo>
                  <a:pt x="3497" y="617"/>
                </a:lnTo>
                <a:lnTo>
                  <a:pt x="3509" y="667"/>
                </a:lnTo>
                <a:lnTo>
                  <a:pt x="3526" y="712"/>
                </a:lnTo>
                <a:lnTo>
                  <a:pt x="3547" y="753"/>
                </a:lnTo>
                <a:lnTo>
                  <a:pt x="3571" y="790"/>
                </a:lnTo>
                <a:lnTo>
                  <a:pt x="3600" y="821"/>
                </a:lnTo>
                <a:lnTo>
                  <a:pt x="3632" y="847"/>
                </a:lnTo>
                <a:lnTo>
                  <a:pt x="3668" y="869"/>
                </a:lnTo>
                <a:lnTo>
                  <a:pt x="3707" y="885"/>
                </a:lnTo>
                <a:lnTo>
                  <a:pt x="3750" y="894"/>
                </a:lnTo>
                <a:lnTo>
                  <a:pt x="3795" y="897"/>
                </a:lnTo>
                <a:lnTo>
                  <a:pt x="3821" y="896"/>
                </a:lnTo>
                <a:lnTo>
                  <a:pt x="3847" y="894"/>
                </a:lnTo>
                <a:lnTo>
                  <a:pt x="3874" y="889"/>
                </a:lnTo>
                <a:lnTo>
                  <a:pt x="3901" y="881"/>
                </a:lnTo>
                <a:lnTo>
                  <a:pt x="3931" y="872"/>
                </a:lnTo>
                <a:lnTo>
                  <a:pt x="3964" y="861"/>
                </a:lnTo>
                <a:lnTo>
                  <a:pt x="3999" y="846"/>
                </a:lnTo>
                <a:lnTo>
                  <a:pt x="4036" y="830"/>
                </a:lnTo>
                <a:lnTo>
                  <a:pt x="4079" y="810"/>
                </a:lnTo>
                <a:lnTo>
                  <a:pt x="4127" y="787"/>
                </a:lnTo>
                <a:lnTo>
                  <a:pt x="4127" y="976"/>
                </a:lnTo>
                <a:lnTo>
                  <a:pt x="4069" y="1001"/>
                </a:lnTo>
                <a:lnTo>
                  <a:pt x="4016" y="1024"/>
                </a:lnTo>
                <a:lnTo>
                  <a:pt x="3966" y="1041"/>
                </a:lnTo>
                <a:lnTo>
                  <a:pt x="3919" y="1058"/>
                </a:lnTo>
                <a:lnTo>
                  <a:pt x="3874" y="1070"/>
                </a:lnTo>
                <a:lnTo>
                  <a:pt x="3830" y="1080"/>
                </a:lnTo>
                <a:lnTo>
                  <a:pt x="3786" y="1086"/>
                </a:lnTo>
                <a:lnTo>
                  <a:pt x="3742" y="1091"/>
                </a:lnTo>
                <a:lnTo>
                  <a:pt x="3697" y="1094"/>
                </a:lnTo>
                <a:lnTo>
                  <a:pt x="3651" y="1095"/>
                </a:lnTo>
                <a:lnTo>
                  <a:pt x="3588" y="1093"/>
                </a:lnTo>
                <a:lnTo>
                  <a:pt x="3530" y="1086"/>
                </a:lnTo>
                <a:lnTo>
                  <a:pt x="3476" y="1075"/>
                </a:lnTo>
                <a:lnTo>
                  <a:pt x="3426" y="1060"/>
                </a:lnTo>
                <a:lnTo>
                  <a:pt x="3378" y="1039"/>
                </a:lnTo>
                <a:lnTo>
                  <a:pt x="3334" y="1014"/>
                </a:lnTo>
                <a:lnTo>
                  <a:pt x="3294" y="984"/>
                </a:lnTo>
                <a:lnTo>
                  <a:pt x="3255" y="947"/>
                </a:lnTo>
                <a:lnTo>
                  <a:pt x="3219" y="907"/>
                </a:lnTo>
                <a:lnTo>
                  <a:pt x="3188" y="865"/>
                </a:lnTo>
                <a:lnTo>
                  <a:pt x="3162" y="820"/>
                </a:lnTo>
                <a:lnTo>
                  <a:pt x="3140" y="772"/>
                </a:lnTo>
                <a:lnTo>
                  <a:pt x="3124" y="722"/>
                </a:lnTo>
                <a:lnTo>
                  <a:pt x="3111" y="670"/>
                </a:lnTo>
                <a:lnTo>
                  <a:pt x="3104" y="616"/>
                </a:lnTo>
                <a:lnTo>
                  <a:pt x="3101" y="561"/>
                </a:lnTo>
                <a:lnTo>
                  <a:pt x="3105" y="494"/>
                </a:lnTo>
                <a:lnTo>
                  <a:pt x="3115" y="433"/>
                </a:lnTo>
                <a:lnTo>
                  <a:pt x="3130" y="373"/>
                </a:lnTo>
                <a:lnTo>
                  <a:pt x="3153" y="318"/>
                </a:lnTo>
                <a:lnTo>
                  <a:pt x="3179" y="267"/>
                </a:lnTo>
                <a:lnTo>
                  <a:pt x="3213" y="219"/>
                </a:lnTo>
                <a:lnTo>
                  <a:pt x="3250" y="175"/>
                </a:lnTo>
                <a:lnTo>
                  <a:pt x="3293" y="135"/>
                </a:lnTo>
                <a:lnTo>
                  <a:pt x="3341" y="102"/>
                </a:lnTo>
                <a:lnTo>
                  <a:pt x="3392" y="72"/>
                </a:lnTo>
                <a:lnTo>
                  <a:pt x="3448" y="47"/>
                </a:lnTo>
                <a:lnTo>
                  <a:pt x="3508" y="27"/>
                </a:lnTo>
                <a:lnTo>
                  <a:pt x="3573" y="12"/>
                </a:lnTo>
                <a:lnTo>
                  <a:pt x="3640" y="3"/>
                </a:lnTo>
                <a:lnTo>
                  <a:pt x="3711" y="0"/>
                </a:lnTo>
                <a:close/>
                <a:moveTo>
                  <a:pt x="2910" y="0"/>
                </a:moveTo>
                <a:lnTo>
                  <a:pt x="2948" y="4"/>
                </a:lnTo>
                <a:lnTo>
                  <a:pt x="2983" y="14"/>
                </a:lnTo>
                <a:lnTo>
                  <a:pt x="3014" y="30"/>
                </a:lnTo>
                <a:lnTo>
                  <a:pt x="3040" y="52"/>
                </a:lnTo>
                <a:lnTo>
                  <a:pt x="3063" y="78"/>
                </a:lnTo>
                <a:lnTo>
                  <a:pt x="3079" y="109"/>
                </a:lnTo>
                <a:lnTo>
                  <a:pt x="3089" y="142"/>
                </a:lnTo>
                <a:lnTo>
                  <a:pt x="3093" y="178"/>
                </a:lnTo>
                <a:lnTo>
                  <a:pt x="3091" y="203"/>
                </a:lnTo>
                <a:lnTo>
                  <a:pt x="3088" y="227"/>
                </a:lnTo>
                <a:lnTo>
                  <a:pt x="3081" y="252"/>
                </a:lnTo>
                <a:lnTo>
                  <a:pt x="3071" y="277"/>
                </a:lnTo>
                <a:lnTo>
                  <a:pt x="3060" y="303"/>
                </a:lnTo>
                <a:lnTo>
                  <a:pt x="3044" y="331"/>
                </a:lnTo>
                <a:lnTo>
                  <a:pt x="3025" y="361"/>
                </a:lnTo>
                <a:lnTo>
                  <a:pt x="3004" y="393"/>
                </a:lnTo>
                <a:lnTo>
                  <a:pt x="2978" y="429"/>
                </a:lnTo>
                <a:lnTo>
                  <a:pt x="2948" y="468"/>
                </a:lnTo>
                <a:lnTo>
                  <a:pt x="2914" y="512"/>
                </a:lnTo>
                <a:lnTo>
                  <a:pt x="2876" y="561"/>
                </a:lnTo>
                <a:lnTo>
                  <a:pt x="2472" y="1078"/>
                </a:lnTo>
                <a:lnTo>
                  <a:pt x="2182" y="1078"/>
                </a:lnTo>
                <a:lnTo>
                  <a:pt x="2182" y="424"/>
                </a:lnTo>
                <a:lnTo>
                  <a:pt x="1784" y="1078"/>
                </a:lnTo>
                <a:lnTo>
                  <a:pt x="1518" y="1078"/>
                </a:lnTo>
                <a:lnTo>
                  <a:pt x="1518" y="234"/>
                </a:lnTo>
                <a:lnTo>
                  <a:pt x="1313" y="214"/>
                </a:lnTo>
                <a:lnTo>
                  <a:pt x="1313" y="118"/>
                </a:lnTo>
                <a:lnTo>
                  <a:pt x="1690" y="25"/>
                </a:lnTo>
                <a:lnTo>
                  <a:pt x="1832" y="25"/>
                </a:lnTo>
                <a:lnTo>
                  <a:pt x="1832" y="713"/>
                </a:lnTo>
                <a:lnTo>
                  <a:pt x="2247" y="25"/>
                </a:lnTo>
                <a:lnTo>
                  <a:pt x="2497" y="25"/>
                </a:lnTo>
                <a:lnTo>
                  <a:pt x="2497" y="822"/>
                </a:lnTo>
                <a:lnTo>
                  <a:pt x="2759" y="473"/>
                </a:lnTo>
                <a:lnTo>
                  <a:pt x="2759" y="62"/>
                </a:lnTo>
                <a:lnTo>
                  <a:pt x="2779" y="44"/>
                </a:lnTo>
                <a:lnTo>
                  <a:pt x="2806" y="27"/>
                </a:lnTo>
                <a:lnTo>
                  <a:pt x="2837" y="13"/>
                </a:lnTo>
                <a:lnTo>
                  <a:pt x="2872" y="4"/>
                </a:lnTo>
                <a:lnTo>
                  <a:pt x="29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BFD24F-30F7-4FAC-9458-2A73275A3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7CBCBF50-9D02-46BA-A5A0-F58C555F3B9D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33400" y="1314450"/>
            <a:ext cx="8077200" cy="33147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9DFCFB-0E19-4E34-B441-E1460BE005D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35" name="Shape 14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EFDD8B-987B-448D-A60D-8DA628E0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39671C-3E65-4A66-A3F9-440F353564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0F787-4354-4137-85D4-F016602F8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8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2CC3D2EB-73F3-422E-8E4A-58D6C903C00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33400" y="1314451"/>
            <a:ext cx="3962400" cy="33146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F7B0E3E0-3B73-4EBD-810A-2EC362657FC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648202" y="1314450"/>
            <a:ext cx="3962399" cy="3314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1FC105-66D9-41D9-94EC-95C5B2842E0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67" name="Shape 61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1172B7-E834-4B65-8065-B42C9044467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916024-85D0-4F2C-94AA-9E2FC9E514B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2" name="PwCFirm">
            <a:extLst xmlns:a="http://schemas.openxmlformats.org/drawingml/2006/main">
              <a:ext uri="{FF2B5EF4-FFF2-40B4-BE49-F238E27FC236}">
                <a16:creationId xmlns:a16="http://schemas.microsoft.com/office/drawing/2014/main" id="{29750168-A382-48BB-AFEB-E7E5688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35DD29-1D41-41BB-A465-9120FC318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1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7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0AAE00FD-C061-4A82-B81C-A5887CF9B71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33400" y="1314451"/>
            <a:ext cx="2590800" cy="33146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8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0DB22460-0F4C-4D79-8625-41B8E21122E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3276602" y="1314451"/>
            <a:ext cx="2590799" cy="33146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0A6A4F2E-69D2-4472-A3DF-FFA2DA3E47CE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019800" y="1314451"/>
            <a:ext cx="2590800" cy="33146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663287-2B9D-442B-9DD3-746687FD05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42" name="Shape 18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DDE191-D71E-471B-9079-3C226A704E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7896DB-F628-4C27-B022-FA9C42EB147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3" name="PwCFirm">
            <a:extLst xmlns:a="http://schemas.openxmlformats.org/drawingml/2006/main">
              <a:ext uri="{FF2B5EF4-FFF2-40B4-BE49-F238E27FC236}">
                <a16:creationId xmlns:a16="http://schemas.microsoft.com/office/drawing/2014/main" id="{B7F9D562-6ECB-4296-8985-35F0C5E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19D274-2EC4-46C4-AFC4-9379F2CA11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8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674BFFD0-8F00-4CC7-BA9A-785723FD25C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33400" y="2514600"/>
            <a:ext cx="3962400" cy="2114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170EAD51-1827-4D24-A5EF-A3F0E456FAEF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648200" y="2514600"/>
            <a:ext cx="3962401" cy="2114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35D1E4-9311-4C77-85F4-54040B0A78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BA083FD-5CDC-4739-9633-B31E520FC6F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33400" y="1314450"/>
            <a:ext cx="8077200" cy="108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cxnSp>
        <p:nvCxnSpPr>
          <p:cNvPr id="38" name="Shape 13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C3A4-4506-4228-9DBF-6D54F333F65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B12238-D420-4300-99F3-1EF56F0B76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5" name="PwCFirm">
            <a:extLst xmlns:a="http://schemas.openxmlformats.org/drawingml/2006/main">
              <a:ext uri="{FF2B5EF4-FFF2-40B4-BE49-F238E27FC236}">
                <a16:creationId xmlns:a16="http://schemas.microsoft.com/office/drawing/2014/main" id="{1E383F94-9923-42A2-B514-FAD7EB2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DBB5EB-9B8F-4EDB-9FA6-9A79DAEF1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8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996FCEA4-D464-48F4-97C6-3EBA7AD045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19800" y="1314450"/>
            <a:ext cx="2590800" cy="1600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FBDC5482-89F3-49AD-8D66-80E92F7437B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019800" y="3028950"/>
            <a:ext cx="2590800" cy="1600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9983A16-ED1E-43BC-B4D1-128A60BAF0C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33400" y="1314450"/>
            <a:ext cx="5334000" cy="3314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1271AC-C60A-4F8D-A2F7-50D97AE786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37" name="Shape 13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46A730-AD45-434C-A5C2-A5B99B538E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338C9C-8120-43EC-ABA7-3F579F61BDA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5" name="PwCFirm">
            <a:extLst xmlns:a="http://schemas.openxmlformats.org/drawingml/2006/main">
              <a:ext uri="{FF2B5EF4-FFF2-40B4-BE49-F238E27FC236}">
                <a16:creationId xmlns:a16="http://schemas.microsoft.com/office/drawing/2014/main" id="{B3F95E1C-A1C7-4DC0-962C-9E60D8D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8CF6A3AB-95C9-487D-A8C0-A9B87B4E439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33400" y="1314450"/>
            <a:ext cx="2590800" cy="1600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8197E2-3014-4F89-A45C-90DD75959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E0BB78EF-7C67-4059-AA67-CF4EACF180F2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33400" y="3028950"/>
            <a:ext cx="2590800" cy="1600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61BE78D-8C64-4025-93BB-F2D2209105CB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3276600" y="1314450"/>
            <a:ext cx="5334000" cy="3314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836A95-B653-4C62-844E-6F1939CC8F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37" name="Shape 13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05627F-394C-4A2F-9A96-472408D6D6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D29B38-A857-4FBE-B614-C49B2B3CEC9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5" name="PwCFirm">
            <a:extLst xmlns:a="http://schemas.openxmlformats.org/drawingml/2006/main">
              <a:ext uri="{FF2B5EF4-FFF2-40B4-BE49-F238E27FC236}">
                <a16:creationId xmlns:a16="http://schemas.microsoft.com/office/drawing/2014/main" id="{32DECA75-CEBE-4576-9B9C-AAF19B1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FD9508-D661-46B7-B6BF-27BBBCCD5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76600" y="514350"/>
            <a:ext cx="5334000" cy="685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1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6AC9AA43-826D-4463-8D8C-3693DA4A604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276600" y="1314450"/>
            <a:ext cx="5334000" cy="33147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E419DBC-EF57-40CC-ADEE-0916D9EC1AE5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33400" y="1314450"/>
            <a:ext cx="2590800" cy="159791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 b="1" i="1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4F3B02-6DFF-4230-BEDD-B4ACDA7BD0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36" name="Shape 29"/>
          <p:cNvCxnSpPr/>
          <p:nvPr/>
        </p:nvCxnSpPr>
        <p:spPr>
          <a:xfrm xmlns:a="http://schemas.openxmlformats.org/drawingml/2006/main" rot="5400000" flipH="1" flipV="1">
            <a:off x="5810252" y="-2228850"/>
            <a:ext cx="114299" cy="54864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A1F902-7278-4E01-8582-4DDCDF8525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76CEB8-B254-4FE9-AFB0-87168C9E615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3" name="PwCFirm">
            <a:extLst xmlns:a="http://schemas.openxmlformats.org/drawingml/2006/main">
              <a:ext uri="{FF2B5EF4-FFF2-40B4-BE49-F238E27FC236}">
                <a16:creationId xmlns:a16="http://schemas.microsoft.com/office/drawing/2014/main" id="{05ACCC0D-31A8-4775-ADB0-D9A7782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Cov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73C65B-CEFB-456E-A956-032D7699C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B19C4D-734F-4A1C-AACC-D2B59B0AF46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15" name="Shape 9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29204B-9CAA-4CD1-B98B-F28DB583B3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4944B1-E5EE-42F4-BB30-20D680C4C2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1" name="PwCFirm">
            <a:extLst xmlns:a="http://schemas.openxmlformats.org/drawingml/2006/main">
              <a:ext uri="{FF2B5EF4-FFF2-40B4-BE49-F238E27FC236}">
                <a16:creationId xmlns:a16="http://schemas.microsoft.com/office/drawing/2014/main" id="{08DED0E5-4851-4A3D-B09D-D902038C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BFCF4A-EAD2-4043-B72F-393D94BC38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65F9E3-EB6B-4F42-906C-3DC4368EC8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E54F3B-15D3-4AED-8D46-C14798D5937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7" name="PwCFirm">
            <a:extLst xmlns:a="http://schemas.openxmlformats.org/drawingml/2006/main">
              <a:ext uri="{FF2B5EF4-FFF2-40B4-BE49-F238E27FC236}">
                <a16:creationId xmlns:a16="http://schemas.microsoft.com/office/drawing/2014/main" id="{4B020B39-8222-4E63-881E-B4427A9A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>
  <p:cSld name="Key poi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18B609-DD8C-4E88-8C64-29DF2FCB8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cxnSp>
        <p:nvCxnSpPr>
          <p:cNvPr id="18" name="Shape 10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05456A-57AA-4A49-A8E7-C1BEA1E182B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sp>
        <p:nvSpPr>
          <p:cNvPr id="15" name="Content Placeholder 26">
            <a:extLst xmlns:a="http://schemas.openxmlformats.org/drawingml/2006/main">
              <a:ext uri="{FF2B5EF4-FFF2-40B4-BE49-F238E27FC236}">
                <a16:creationId xmlns:a16="http://schemas.microsoft.com/office/drawing/2014/main" id="{44A4CC13-68C4-42D5-99EF-D93FC9C8974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33400" y="1314450"/>
            <a:ext cx="8077200" cy="33147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buNone/>
              <a:defRPr sz="24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24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8pPr>
            <a:lvl9pPr>
              <a:buNone/>
              <a:defRPr sz="2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A622A-5B8E-4A61-948D-E083D5322F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8D996B-D5BD-41C2-9E0B-16B6F234B2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9" name="PwCFirm">
            <a:extLst xmlns:a="http://schemas.openxmlformats.org/drawingml/2006/main">
              <a:ext uri="{FF2B5EF4-FFF2-40B4-BE49-F238E27FC236}">
                <a16:creationId xmlns:a16="http://schemas.microsoft.com/office/drawing/2014/main" id="{8437E547-84DB-411E-9436-377B547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Key point: Colour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2B638F-9ACF-49C7-8FD0-AECFBCF9B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27251C-B9DC-4778-BFDB-2064D0AAFF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3400" y="1314450"/>
            <a:ext cx="8077200" cy="3314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None/>
              <a:defRPr sz="2400" baseline="0">
                <a:solidFill>
                  <a:schemeClr val="bg1"/>
                </a:solidFill>
              </a:defRPr>
            </a:lvl1pPr>
            <a:lvl2pPr marL="333375" indent="-197644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None/>
              <a:defRPr sz="2400">
                <a:solidFill>
                  <a:schemeClr val="bg1"/>
                </a:solidFill>
              </a:defRPr>
            </a:lvl2pPr>
            <a:lvl3pPr marL="535781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None/>
              <a:defRPr sz="2400">
                <a:solidFill>
                  <a:schemeClr val="bg1"/>
                </a:solidFill>
              </a:defRPr>
            </a:lvl3pPr>
            <a:lvl4pPr marL="738188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None/>
              <a:defRPr sz="2400">
                <a:solidFill>
                  <a:schemeClr val="bg1"/>
                </a:solidFill>
              </a:defRPr>
            </a:lvl4pPr>
            <a:lvl5pPr marL="1006079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None/>
              <a:defRPr sz="2400">
                <a:solidFill>
                  <a:schemeClr val="bg1"/>
                </a:solidFill>
              </a:defRPr>
            </a:lvl5pPr>
            <a:lvl6pPr marL="1208485" indent="-203597">
              <a:lnSpc>
                <a:spcPts val="2700"/>
              </a:lnSpc>
              <a:spcBef>
                <a:spcPts val="0"/>
              </a:spcBef>
              <a:spcAft>
                <a:spcPts val="45"/>
              </a:spcAft>
              <a:buClr>
                <a:schemeClr val="bg1"/>
              </a:buClr>
              <a:buFont typeface="Arial"/>
              <a:buNone/>
              <a:defRPr sz="2100">
                <a:solidFill>
                  <a:schemeClr val="bg1"/>
                </a:solidFill>
              </a:defRPr>
            </a:lvl6pPr>
            <a:lvl7pPr>
              <a:buNone/>
              <a:defRPr sz="2100">
                <a:solidFill>
                  <a:schemeClr val="bg1"/>
                </a:solidFill>
              </a:defRPr>
            </a:lvl7pPr>
            <a:lvl8pPr>
              <a:lnSpc>
                <a:spcPts val="2700"/>
              </a:lnSpc>
              <a:buNone/>
              <a:defRPr sz="2100">
                <a:solidFill>
                  <a:schemeClr val="bg1"/>
                </a:solidFill>
              </a:defRPr>
            </a:lvl8pPr>
            <a:lvl9pPr>
              <a:buNone/>
              <a:defRPr sz="21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91C3B3-F483-4D01-AD56-167AAE4DBA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FFFFFF"/>
              </a:solidFill>
            </a:endParaRPr>
          </a:p>
        </p:txBody>
      </p:sp>
      <p:cxnSp>
        <p:nvCxnSpPr>
          <p:cNvPr id="32" name="Shape 10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FFC1B6-620A-49B5-89AD-FFA6F39B90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614B4A-9D26-4DD6-852A-E4089B08FA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2" name="PwCFirm">
            <a:extLst xmlns:a="http://schemas.openxmlformats.org/drawingml/2006/main">
              <a:ext uri="{FF2B5EF4-FFF2-40B4-BE49-F238E27FC236}">
                <a16:creationId xmlns:a16="http://schemas.microsoft.com/office/drawing/2014/main" id="{DF193A82-EF94-464F-8050-BAA6BEF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FFFFFF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 1">
            <a:extLst xmlns:a="http://schemas.openxmlformats.org/drawingml/2006/main">
              <a:ext uri="{FF2B5EF4-FFF2-40B4-BE49-F238E27FC236}">
                <a16:creationId xmlns:a16="http://schemas.microsoft.com/office/drawing/2014/main" id="{3B60A7DC-8C1F-467C-92BE-B67F487C18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33400" y="514351"/>
            <a:ext cx="8077200" cy="80009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58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CD26D2-BC68-4159-AE01-E4438C900C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3400" y="1428751"/>
            <a:ext cx="8077200" cy="102869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558BE3-BCB9-4C8E-8E53-EBB6D59E73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000000"/>
              </a:solidFill>
            </a:endParaRPr>
          </a:p>
        </p:txBody>
      </p:sp>
      <p:cxnSp>
        <p:nvCxnSpPr>
          <p:cNvPr id="62" name="Shape 11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490B3D-B83F-431D-8E5C-2FE8062890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0AB801-AE2A-470B-8988-95831B8668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1" name="PwCFirm">
            <a:extLst xmlns:a="http://schemas.openxmlformats.org/drawingml/2006/main">
              <a:ext uri="{FF2B5EF4-FFF2-40B4-BE49-F238E27FC236}">
                <a16:creationId xmlns:a16="http://schemas.microsoft.com/office/drawing/2014/main" id="{9F10BD09-24B1-40B8-B510-735B4B9B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000000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>
  <p:cSld name="Section Divider: Colour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 1">
            <a:extLst xmlns:a="http://schemas.openxmlformats.org/drawingml/2006/main">
              <a:ext uri="{FF2B5EF4-FFF2-40B4-BE49-F238E27FC236}">
                <a16:creationId xmlns:a16="http://schemas.microsoft.com/office/drawing/2014/main" id="{A9BBCF8F-1E21-46C4-8C54-3A93957EEF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33400" y="514350"/>
            <a:ext cx="8077200" cy="8001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86629A-1EB5-4548-AEB3-9CB2EA3CC1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3400" y="1428750"/>
            <a:ext cx="8077200" cy="1028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buNone/>
              <a:defRPr sz="240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133551-C8F5-43CF-BAF3-6269D5D1F8D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FFFFFF"/>
              </a:solidFill>
            </a:endParaRPr>
          </a:p>
        </p:txBody>
      </p:sp>
      <p:cxnSp>
        <p:nvCxnSpPr>
          <p:cNvPr id="61" name="Shape 10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637899-AB54-4A29-9DFC-6A05D0AACA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12D347-32E4-4E2E-ADC5-806AC728CD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2" name="PwCFirm">
            <a:extLst xmlns:a="http://schemas.openxmlformats.org/drawingml/2006/main">
              <a:ext uri="{FF2B5EF4-FFF2-40B4-BE49-F238E27FC236}">
                <a16:creationId xmlns:a16="http://schemas.microsoft.com/office/drawing/2014/main" id="{F860832B-FD87-425D-BA7A-E968598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FFFFFF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>
  <p:cSld name="Section Divider: Conten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 1">
            <a:extLst xmlns:a="http://schemas.openxmlformats.org/drawingml/2006/main">
              <a:ext uri="{FF2B5EF4-FFF2-40B4-BE49-F238E27FC236}">
                <a16:creationId xmlns:a16="http://schemas.microsoft.com/office/drawing/2014/main" id="{CB521258-8A53-4B4A-B2BC-0D452288ED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33400" y="514350"/>
            <a:ext cx="8077200" cy="8001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0" name="Content Placeholder 19">
            <a:extLst xmlns:a="http://schemas.openxmlformats.org/drawingml/2006/main">
              <a:ext uri="{FF2B5EF4-FFF2-40B4-BE49-F238E27FC236}">
                <a16:creationId xmlns:a16="http://schemas.microsoft.com/office/drawing/2014/main" id="{E80004CD-E45E-4F32-9A85-79F4E44B3CB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33402" y="2114550"/>
            <a:ext cx="3962399" cy="2514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6pPr>
            <a:lvl7pPr>
              <a:buNone/>
              <a:defRPr>
                <a:solidFill>
                  <a:schemeClr val="bg1"/>
                </a:solidFill>
              </a:defRPr>
            </a:lvl7pPr>
            <a:lvl8pPr>
              <a:buNone/>
              <a:defRPr>
                <a:solidFill>
                  <a:schemeClr val="bg1"/>
                </a:solidFill>
              </a:defRPr>
            </a:lvl8pPr>
            <a:lvl9pPr>
              <a:buNone/>
              <a:defRPr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3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022BD8D-4A0D-4571-8DE5-BCD2861429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3400" y="1428751"/>
            <a:ext cx="8077200" cy="571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612104-E530-46B1-9D87-B6F6DE7394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3400" y="4743450"/>
            <a:ext cx="5257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>
              <a:solidFill>
                <a:srgbClr val="FFFFFF"/>
              </a:solidFill>
            </a:endParaRPr>
          </a:p>
        </p:txBody>
      </p:sp>
      <p:cxnSp>
        <p:nvCxnSpPr>
          <p:cNvPr id="62" name="Shape 11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B820E8-D1F9-45EE-9BD0-594EA07DA4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86600" y="4857750"/>
            <a:ext cx="152704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9EBD5762-3BDC-484D-9503-7EA6D5A9A8CE}" type="slidenum">
              <a:rPr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D0866C-9ECE-48B7-90EB-D34E41BFDF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86600" y="4743450"/>
            <a:ext cx="1524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r"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3" name="PwCFirm">
            <a:extLst xmlns:a="http://schemas.openxmlformats.org/drawingml/2006/main">
              <a:ext uri="{FF2B5EF4-FFF2-40B4-BE49-F238E27FC236}">
                <a16:creationId xmlns:a16="http://schemas.microsoft.com/office/drawing/2014/main" id="{AEF5BADE-263D-4284-879C-030DB37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2590800" cy="114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FFFFFF"/>
                </a:solidFill>
                <a:latin typeface="Arial"/>
                <a:ea typeface="Arial"/>
                <a:cs typeface="Arial"/>
              </a:rPr>
              <a:t>PwC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5" name="Shape 140"/>
          <p:cNvCxnSpPr/>
          <p:nvPr/>
        </p:nvCxnSpPr>
        <p:spPr>
          <a:xfrm xmlns:a="http://schemas.openxmlformats.org/drawingml/2006/main" rot="5400000" flipH="1" flipV="1">
            <a:off x="5115308" y="-2905506"/>
            <a:ext cx="114299" cy="6839712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2" name="Title 1">
            <a:extLst xmlns:a="http://schemas.openxmlformats.org/drawingml/2006/main">
              <a:ext uri="{FF2B5EF4-FFF2-40B4-BE49-F238E27FC236}">
                <a16:creationId xmlns:a16="http://schemas.microsoft.com/office/drawing/2014/main" id="{0378008E-82E6-4A0D-B6C5-FF84E50AB56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95476" y="628650"/>
            <a:ext cx="5343525" cy="685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="1" i="1"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the presentation’s main title</a:t>
            </a:r>
            <a:endParaRPr/>
          </a:p>
        </p:txBody>
      </p:sp>
      <p:sp>
        <p:nvSpPr>
          <p:cNvPr id="14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9877F3-A745-4201-8AF7-E0688161E6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95476" y="1371600"/>
            <a:ext cx="5343525" cy="6858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Subtitle and date (move higher if title is only one line)</a:t>
            </a:r>
            <a:endParaRPr/>
          </a:p>
        </p:txBody>
      </p:sp>
      <p:sp>
        <p:nvSpPr>
          <p:cNvPr id="144" name="Text Placeholder 31">
            <a:extLst xmlns:a="http://schemas.openxmlformats.org/drawingml/2006/main">
              <a:ext uri="{FF2B5EF4-FFF2-40B4-BE49-F238E27FC236}">
                <a16:creationId xmlns:a16="http://schemas.microsoft.com/office/drawing/2014/main" id="{1FA9FB94-F60B-4F34-8DCE-232BF28D51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95475" y="281178"/>
            <a:ext cx="4105656" cy="10972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25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www.pwc.com</a:t>
            </a:r>
          </a:p>
        </p:txBody>
      </p:sp>
      <p:sp>
        <p:nvSpPr>
          <p:cNvPr id="107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21AA739-6416-45A5-A7C4-608A6B8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417" y="4542807"/>
            <a:ext cx="57456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4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038131A-EA67-443F-9AD1-4A388AF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360037"/>
            <a:ext cx="44528" cy="52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6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E823152-F36C-49B9-8E8C-B9804C6E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326512"/>
            <a:ext cx="228388" cy="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F1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2148E77-CFEF-44EE-A010-B566D5D2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360037"/>
            <a:ext cx="228388" cy="52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6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0053C89-7C1D-42E9-AD58-16BE39A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632" y="4413030"/>
            <a:ext cx="117785" cy="12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F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62385EC-9D2D-4B71-89FE-3DA2DE3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632" y="4542807"/>
            <a:ext cx="117785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4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A5F50B5-A57F-4174-8627-E48CDA42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413030"/>
            <a:ext cx="44528" cy="12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880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09EC6460-88DF-42D4-AE5A-70A349A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542807"/>
            <a:ext cx="44528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250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6328A87-46D8-4F19-84BB-81075B1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413030"/>
            <a:ext cx="228388" cy="129777"/>
          </a:xfrm>
          <a:custGeom xmlns:a="http://schemas.openxmlformats.org/drawingml/2006/main">
            <a:rect l="0" t="0" r="r" b="b"/>
            <a:pathLst>
              <a:path w="159" h="120">
                <a:moveTo>
                  <a:pt x="0" y="0"/>
                </a:moveTo>
                <a:lnTo>
                  <a:pt x="159" y="0"/>
                </a:lnTo>
                <a:lnTo>
                  <a:pt x="159" y="120"/>
                </a:lnTo>
                <a:lnTo>
                  <a:pt x="99" y="120"/>
                </a:lnTo>
                <a:lnTo>
                  <a:pt x="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4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FE396A90-CB67-4662-943D-8523702D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4919" y="4542807"/>
            <a:ext cx="86184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14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63834D4-0854-4EFE-BB23-6D125AC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499549"/>
            <a:ext cx="142203" cy="432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C5C6345-1150-40F5-BBAD-D98955B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542807"/>
            <a:ext cx="142203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3259DE8-9679-40C1-89CE-BDFA8871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417" y="4542807"/>
            <a:ext cx="57456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45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EA77DC4-ADCA-4970-AFE2-4AFDD52C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360037"/>
            <a:ext cx="44528" cy="52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6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4584B04-7A9F-4CB6-9F00-FF8B18FB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326512"/>
            <a:ext cx="228388" cy="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F1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894DF69-7098-49DD-9178-523288E8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360037"/>
            <a:ext cx="228388" cy="52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6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2971B4A-7A6E-442D-BDF1-58992AE9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632" y="4413030"/>
            <a:ext cx="117785" cy="12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F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268E132-C13E-4C43-ADA2-8247DAEE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632" y="4542807"/>
            <a:ext cx="117785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4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1C3E8F2-BCF3-48D6-8A48-B0C22C5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413030"/>
            <a:ext cx="44528" cy="129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880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0D527C7-F651-4720-9A53-CD7B82F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103" y="4542807"/>
            <a:ext cx="44528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250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EB1EEE3-EA4C-405D-AB1D-9A162D5E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413030"/>
            <a:ext cx="228388" cy="129777"/>
          </a:xfrm>
          <a:custGeom xmlns:a="http://schemas.openxmlformats.org/drawingml/2006/main">
            <a:rect l="0" t="0" r="r" b="b"/>
            <a:pathLst>
              <a:path w="159" h="120">
                <a:moveTo>
                  <a:pt x="0" y="0"/>
                </a:moveTo>
                <a:lnTo>
                  <a:pt x="159" y="0"/>
                </a:lnTo>
                <a:lnTo>
                  <a:pt x="159" y="120"/>
                </a:lnTo>
                <a:lnTo>
                  <a:pt x="99" y="120"/>
                </a:lnTo>
                <a:lnTo>
                  <a:pt x="99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4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45D43A9-106B-4CDE-9D93-DF80447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4919" y="4542807"/>
            <a:ext cx="86184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14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392EC76-2675-4C56-8280-1C83414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499549"/>
            <a:ext cx="142203" cy="432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2C36B4EB-792E-458E-BA1F-A088039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715" y="4542807"/>
            <a:ext cx="142203" cy="85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CF1CE6A-42E3-4BD4-BC14-A23E719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117" y="4628243"/>
            <a:ext cx="228600" cy="394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7">
            <a:extLst xmlns:a="http://schemas.openxmlformats.org/drawingml/2006/main">
              <a:ext uri="{FF2B5EF4-FFF2-40B4-BE49-F238E27FC236}">
                <a16:creationId xmlns:a16="http://schemas.microsoft.com/office/drawing/2014/main" id="{D3234560-8C65-4226-B4FA-5BDF821A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93" y="4769860"/>
            <a:ext cx="914400" cy="258492"/>
          </a:xfrm>
          <a:custGeom xmlns:a="http://schemas.openxmlformats.org/drawingml/2006/main">
            <a:rect l="0" t="0" r="r" b="b"/>
            <a:pathLst>
              <a:path w="4127" h="1544">
                <a:moveTo>
                  <a:pt x="640" y="229"/>
                </a:moveTo>
                <a:lnTo>
                  <a:pt x="622" y="229"/>
                </a:lnTo>
                <a:lnTo>
                  <a:pt x="603" y="230"/>
                </a:lnTo>
                <a:lnTo>
                  <a:pt x="581" y="233"/>
                </a:lnTo>
                <a:lnTo>
                  <a:pt x="553" y="235"/>
                </a:lnTo>
                <a:lnTo>
                  <a:pt x="521" y="241"/>
                </a:lnTo>
                <a:lnTo>
                  <a:pt x="521" y="947"/>
                </a:lnTo>
                <a:lnTo>
                  <a:pt x="538" y="949"/>
                </a:lnTo>
                <a:lnTo>
                  <a:pt x="553" y="949"/>
                </a:lnTo>
                <a:lnTo>
                  <a:pt x="566" y="949"/>
                </a:lnTo>
                <a:lnTo>
                  <a:pt x="578" y="949"/>
                </a:lnTo>
                <a:lnTo>
                  <a:pt x="630" y="946"/>
                </a:lnTo>
                <a:lnTo>
                  <a:pt x="677" y="937"/>
                </a:lnTo>
                <a:lnTo>
                  <a:pt x="720" y="924"/>
                </a:lnTo>
                <a:lnTo>
                  <a:pt x="758" y="905"/>
                </a:lnTo>
                <a:lnTo>
                  <a:pt x="793" y="880"/>
                </a:lnTo>
                <a:lnTo>
                  <a:pt x="824" y="850"/>
                </a:lnTo>
                <a:lnTo>
                  <a:pt x="849" y="815"/>
                </a:lnTo>
                <a:lnTo>
                  <a:pt x="870" y="775"/>
                </a:lnTo>
                <a:lnTo>
                  <a:pt x="886" y="728"/>
                </a:lnTo>
                <a:lnTo>
                  <a:pt x="897" y="678"/>
                </a:lnTo>
                <a:lnTo>
                  <a:pt x="905" y="622"/>
                </a:lnTo>
                <a:lnTo>
                  <a:pt x="907" y="561"/>
                </a:lnTo>
                <a:lnTo>
                  <a:pt x="905" y="505"/>
                </a:lnTo>
                <a:lnTo>
                  <a:pt x="897" y="452"/>
                </a:lnTo>
                <a:lnTo>
                  <a:pt x="886" y="407"/>
                </a:lnTo>
                <a:lnTo>
                  <a:pt x="870" y="366"/>
                </a:lnTo>
                <a:lnTo>
                  <a:pt x="850" y="329"/>
                </a:lnTo>
                <a:lnTo>
                  <a:pt x="826" y="299"/>
                </a:lnTo>
                <a:lnTo>
                  <a:pt x="797" y="274"/>
                </a:lnTo>
                <a:lnTo>
                  <a:pt x="763" y="254"/>
                </a:lnTo>
                <a:lnTo>
                  <a:pt x="727" y="241"/>
                </a:lnTo>
                <a:lnTo>
                  <a:pt x="686" y="232"/>
                </a:lnTo>
                <a:lnTo>
                  <a:pt x="640" y="229"/>
                </a:lnTo>
                <a:close/>
                <a:moveTo>
                  <a:pt x="413" y="3"/>
                </a:moveTo>
                <a:lnTo>
                  <a:pt x="521" y="3"/>
                </a:lnTo>
                <a:lnTo>
                  <a:pt x="521" y="143"/>
                </a:lnTo>
                <a:lnTo>
                  <a:pt x="566" y="117"/>
                </a:lnTo>
                <a:lnTo>
                  <a:pt x="607" y="93"/>
                </a:lnTo>
                <a:lnTo>
                  <a:pt x="643" y="74"/>
                </a:lnTo>
                <a:lnTo>
                  <a:pt x="677" y="57"/>
                </a:lnTo>
                <a:lnTo>
                  <a:pt x="707" y="44"/>
                </a:lnTo>
                <a:lnTo>
                  <a:pt x="735" y="33"/>
                </a:lnTo>
                <a:lnTo>
                  <a:pt x="761" y="24"/>
                </a:lnTo>
                <a:lnTo>
                  <a:pt x="785" y="18"/>
                </a:lnTo>
                <a:lnTo>
                  <a:pt x="809" y="13"/>
                </a:lnTo>
                <a:lnTo>
                  <a:pt x="831" y="10"/>
                </a:lnTo>
                <a:lnTo>
                  <a:pt x="855" y="9"/>
                </a:lnTo>
                <a:lnTo>
                  <a:pt x="879" y="8"/>
                </a:lnTo>
                <a:lnTo>
                  <a:pt x="931" y="12"/>
                </a:lnTo>
                <a:lnTo>
                  <a:pt x="980" y="23"/>
                </a:lnTo>
                <a:lnTo>
                  <a:pt x="1026" y="40"/>
                </a:lnTo>
                <a:lnTo>
                  <a:pt x="1070" y="64"/>
                </a:lnTo>
                <a:lnTo>
                  <a:pt x="1110" y="94"/>
                </a:lnTo>
                <a:lnTo>
                  <a:pt x="1148" y="130"/>
                </a:lnTo>
                <a:lnTo>
                  <a:pt x="1180" y="172"/>
                </a:lnTo>
                <a:lnTo>
                  <a:pt x="1209" y="218"/>
                </a:lnTo>
                <a:lnTo>
                  <a:pt x="1233" y="268"/>
                </a:lnTo>
                <a:lnTo>
                  <a:pt x="1252" y="324"/>
                </a:lnTo>
                <a:lnTo>
                  <a:pt x="1265" y="383"/>
                </a:lnTo>
                <a:lnTo>
                  <a:pt x="1274" y="446"/>
                </a:lnTo>
                <a:lnTo>
                  <a:pt x="1278" y="512"/>
                </a:lnTo>
                <a:lnTo>
                  <a:pt x="1274" y="578"/>
                </a:lnTo>
                <a:lnTo>
                  <a:pt x="1265" y="641"/>
                </a:lnTo>
                <a:lnTo>
                  <a:pt x="1252" y="701"/>
                </a:lnTo>
                <a:lnTo>
                  <a:pt x="1232" y="756"/>
                </a:lnTo>
                <a:lnTo>
                  <a:pt x="1205" y="809"/>
                </a:lnTo>
                <a:lnTo>
                  <a:pt x="1175" y="857"/>
                </a:lnTo>
                <a:lnTo>
                  <a:pt x="1140" y="901"/>
                </a:lnTo>
                <a:lnTo>
                  <a:pt x="1099" y="941"/>
                </a:lnTo>
                <a:lnTo>
                  <a:pt x="1054" y="976"/>
                </a:lnTo>
                <a:lnTo>
                  <a:pt x="1005" y="1006"/>
                </a:lnTo>
                <a:lnTo>
                  <a:pt x="951" y="1031"/>
                </a:lnTo>
                <a:lnTo>
                  <a:pt x="894" y="1051"/>
                </a:lnTo>
                <a:lnTo>
                  <a:pt x="831" y="1065"/>
                </a:lnTo>
                <a:lnTo>
                  <a:pt x="766" y="1074"/>
                </a:lnTo>
                <a:lnTo>
                  <a:pt x="696" y="1078"/>
                </a:lnTo>
                <a:lnTo>
                  <a:pt x="670" y="1078"/>
                </a:lnTo>
                <a:lnTo>
                  <a:pt x="637" y="1076"/>
                </a:lnTo>
                <a:lnTo>
                  <a:pt x="601" y="1074"/>
                </a:lnTo>
                <a:lnTo>
                  <a:pt x="561" y="1071"/>
                </a:lnTo>
                <a:lnTo>
                  <a:pt x="521" y="1068"/>
                </a:lnTo>
                <a:lnTo>
                  <a:pt x="521" y="1408"/>
                </a:lnTo>
                <a:lnTo>
                  <a:pt x="692" y="1447"/>
                </a:lnTo>
                <a:lnTo>
                  <a:pt x="692" y="1544"/>
                </a:lnTo>
                <a:lnTo>
                  <a:pt x="18" y="1544"/>
                </a:lnTo>
                <a:lnTo>
                  <a:pt x="18" y="1447"/>
                </a:lnTo>
                <a:lnTo>
                  <a:pt x="171" y="1408"/>
                </a:lnTo>
                <a:lnTo>
                  <a:pt x="171" y="229"/>
                </a:lnTo>
                <a:lnTo>
                  <a:pt x="0" y="229"/>
                </a:lnTo>
                <a:lnTo>
                  <a:pt x="0" y="128"/>
                </a:lnTo>
                <a:lnTo>
                  <a:pt x="413" y="3"/>
                </a:lnTo>
                <a:close/>
                <a:moveTo>
                  <a:pt x="3711" y="0"/>
                </a:moveTo>
                <a:lnTo>
                  <a:pt x="3770" y="3"/>
                </a:lnTo>
                <a:lnTo>
                  <a:pt x="3825" y="9"/>
                </a:lnTo>
                <a:lnTo>
                  <a:pt x="3876" y="20"/>
                </a:lnTo>
                <a:lnTo>
                  <a:pt x="3923" y="34"/>
                </a:lnTo>
                <a:lnTo>
                  <a:pt x="3965" y="53"/>
                </a:lnTo>
                <a:lnTo>
                  <a:pt x="4004" y="75"/>
                </a:lnTo>
                <a:lnTo>
                  <a:pt x="4036" y="100"/>
                </a:lnTo>
                <a:lnTo>
                  <a:pt x="4064" y="129"/>
                </a:lnTo>
                <a:lnTo>
                  <a:pt x="4086" y="160"/>
                </a:lnTo>
                <a:lnTo>
                  <a:pt x="4103" y="194"/>
                </a:lnTo>
                <a:lnTo>
                  <a:pt x="4113" y="232"/>
                </a:lnTo>
                <a:lnTo>
                  <a:pt x="4117" y="271"/>
                </a:lnTo>
                <a:lnTo>
                  <a:pt x="4114" y="304"/>
                </a:lnTo>
                <a:lnTo>
                  <a:pt x="4105" y="334"/>
                </a:lnTo>
                <a:lnTo>
                  <a:pt x="4091" y="362"/>
                </a:lnTo>
                <a:lnTo>
                  <a:pt x="4074" y="387"/>
                </a:lnTo>
                <a:lnTo>
                  <a:pt x="4051" y="407"/>
                </a:lnTo>
                <a:lnTo>
                  <a:pt x="4025" y="423"/>
                </a:lnTo>
                <a:lnTo>
                  <a:pt x="3995" y="436"/>
                </a:lnTo>
                <a:lnTo>
                  <a:pt x="3961" y="443"/>
                </a:lnTo>
                <a:lnTo>
                  <a:pt x="3925" y="446"/>
                </a:lnTo>
                <a:lnTo>
                  <a:pt x="3891" y="444"/>
                </a:lnTo>
                <a:lnTo>
                  <a:pt x="3859" y="438"/>
                </a:lnTo>
                <a:lnTo>
                  <a:pt x="3826" y="428"/>
                </a:lnTo>
                <a:lnTo>
                  <a:pt x="3792" y="413"/>
                </a:lnTo>
                <a:lnTo>
                  <a:pt x="3757" y="394"/>
                </a:lnTo>
                <a:lnTo>
                  <a:pt x="3757" y="114"/>
                </a:lnTo>
                <a:lnTo>
                  <a:pt x="3711" y="125"/>
                </a:lnTo>
                <a:lnTo>
                  <a:pt x="3668" y="140"/>
                </a:lnTo>
                <a:lnTo>
                  <a:pt x="3631" y="162"/>
                </a:lnTo>
                <a:lnTo>
                  <a:pt x="3597" y="187"/>
                </a:lnTo>
                <a:lnTo>
                  <a:pt x="3568" y="218"/>
                </a:lnTo>
                <a:lnTo>
                  <a:pt x="3543" y="253"/>
                </a:lnTo>
                <a:lnTo>
                  <a:pt x="3523" y="294"/>
                </a:lnTo>
                <a:lnTo>
                  <a:pt x="3508" y="339"/>
                </a:lnTo>
                <a:lnTo>
                  <a:pt x="3497" y="391"/>
                </a:lnTo>
                <a:lnTo>
                  <a:pt x="3489" y="447"/>
                </a:lnTo>
                <a:lnTo>
                  <a:pt x="3487" y="507"/>
                </a:lnTo>
                <a:lnTo>
                  <a:pt x="3489" y="565"/>
                </a:lnTo>
                <a:lnTo>
                  <a:pt x="3497" y="617"/>
                </a:lnTo>
                <a:lnTo>
                  <a:pt x="3509" y="667"/>
                </a:lnTo>
                <a:lnTo>
                  <a:pt x="3526" y="712"/>
                </a:lnTo>
                <a:lnTo>
                  <a:pt x="3547" y="753"/>
                </a:lnTo>
                <a:lnTo>
                  <a:pt x="3571" y="790"/>
                </a:lnTo>
                <a:lnTo>
                  <a:pt x="3600" y="821"/>
                </a:lnTo>
                <a:lnTo>
                  <a:pt x="3632" y="847"/>
                </a:lnTo>
                <a:lnTo>
                  <a:pt x="3668" y="869"/>
                </a:lnTo>
                <a:lnTo>
                  <a:pt x="3707" y="885"/>
                </a:lnTo>
                <a:lnTo>
                  <a:pt x="3750" y="894"/>
                </a:lnTo>
                <a:lnTo>
                  <a:pt x="3795" y="897"/>
                </a:lnTo>
                <a:lnTo>
                  <a:pt x="3821" y="896"/>
                </a:lnTo>
                <a:lnTo>
                  <a:pt x="3847" y="894"/>
                </a:lnTo>
                <a:lnTo>
                  <a:pt x="3874" y="889"/>
                </a:lnTo>
                <a:lnTo>
                  <a:pt x="3901" y="881"/>
                </a:lnTo>
                <a:lnTo>
                  <a:pt x="3931" y="872"/>
                </a:lnTo>
                <a:lnTo>
                  <a:pt x="3964" y="861"/>
                </a:lnTo>
                <a:lnTo>
                  <a:pt x="3999" y="846"/>
                </a:lnTo>
                <a:lnTo>
                  <a:pt x="4036" y="830"/>
                </a:lnTo>
                <a:lnTo>
                  <a:pt x="4079" y="810"/>
                </a:lnTo>
                <a:lnTo>
                  <a:pt x="4127" y="787"/>
                </a:lnTo>
                <a:lnTo>
                  <a:pt x="4127" y="976"/>
                </a:lnTo>
                <a:lnTo>
                  <a:pt x="4069" y="1001"/>
                </a:lnTo>
                <a:lnTo>
                  <a:pt x="4016" y="1024"/>
                </a:lnTo>
                <a:lnTo>
                  <a:pt x="3966" y="1041"/>
                </a:lnTo>
                <a:lnTo>
                  <a:pt x="3919" y="1058"/>
                </a:lnTo>
                <a:lnTo>
                  <a:pt x="3874" y="1070"/>
                </a:lnTo>
                <a:lnTo>
                  <a:pt x="3830" y="1080"/>
                </a:lnTo>
                <a:lnTo>
                  <a:pt x="3786" y="1086"/>
                </a:lnTo>
                <a:lnTo>
                  <a:pt x="3742" y="1091"/>
                </a:lnTo>
                <a:lnTo>
                  <a:pt x="3697" y="1094"/>
                </a:lnTo>
                <a:lnTo>
                  <a:pt x="3651" y="1095"/>
                </a:lnTo>
                <a:lnTo>
                  <a:pt x="3588" y="1093"/>
                </a:lnTo>
                <a:lnTo>
                  <a:pt x="3530" y="1086"/>
                </a:lnTo>
                <a:lnTo>
                  <a:pt x="3476" y="1075"/>
                </a:lnTo>
                <a:lnTo>
                  <a:pt x="3426" y="1060"/>
                </a:lnTo>
                <a:lnTo>
                  <a:pt x="3378" y="1039"/>
                </a:lnTo>
                <a:lnTo>
                  <a:pt x="3334" y="1014"/>
                </a:lnTo>
                <a:lnTo>
                  <a:pt x="3294" y="984"/>
                </a:lnTo>
                <a:lnTo>
                  <a:pt x="3255" y="947"/>
                </a:lnTo>
                <a:lnTo>
                  <a:pt x="3219" y="907"/>
                </a:lnTo>
                <a:lnTo>
                  <a:pt x="3188" y="865"/>
                </a:lnTo>
                <a:lnTo>
                  <a:pt x="3162" y="820"/>
                </a:lnTo>
                <a:lnTo>
                  <a:pt x="3140" y="772"/>
                </a:lnTo>
                <a:lnTo>
                  <a:pt x="3124" y="722"/>
                </a:lnTo>
                <a:lnTo>
                  <a:pt x="3111" y="670"/>
                </a:lnTo>
                <a:lnTo>
                  <a:pt x="3104" y="616"/>
                </a:lnTo>
                <a:lnTo>
                  <a:pt x="3101" y="561"/>
                </a:lnTo>
                <a:lnTo>
                  <a:pt x="3105" y="494"/>
                </a:lnTo>
                <a:lnTo>
                  <a:pt x="3115" y="433"/>
                </a:lnTo>
                <a:lnTo>
                  <a:pt x="3130" y="373"/>
                </a:lnTo>
                <a:lnTo>
                  <a:pt x="3153" y="318"/>
                </a:lnTo>
                <a:lnTo>
                  <a:pt x="3179" y="267"/>
                </a:lnTo>
                <a:lnTo>
                  <a:pt x="3213" y="219"/>
                </a:lnTo>
                <a:lnTo>
                  <a:pt x="3250" y="175"/>
                </a:lnTo>
                <a:lnTo>
                  <a:pt x="3293" y="135"/>
                </a:lnTo>
                <a:lnTo>
                  <a:pt x="3341" y="102"/>
                </a:lnTo>
                <a:lnTo>
                  <a:pt x="3392" y="72"/>
                </a:lnTo>
                <a:lnTo>
                  <a:pt x="3448" y="47"/>
                </a:lnTo>
                <a:lnTo>
                  <a:pt x="3508" y="27"/>
                </a:lnTo>
                <a:lnTo>
                  <a:pt x="3573" y="12"/>
                </a:lnTo>
                <a:lnTo>
                  <a:pt x="3640" y="3"/>
                </a:lnTo>
                <a:lnTo>
                  <a:pt x="3711" y="0"/>
                </a:lnTo>
                <a:close/>
                <a:moveTo>
                  <a:pt x="2910" y="0"/>
                </a:moveTo>
                <a:lnTo>
                  <a:pt x="2948" y="4"/>
                </a:lnTo>
                <a:lnTo>
                  <a:pt x="2983" y="14"/>
                </a:lnTo>
                <a:lnTo>
                  <a:pt x="3014" y="30"/>
                </a:lnTo>
                <a:lnTo>
                  <a:pt x="3040" y="52"/>
                </a:lnTo>
                <a:lnTo>
                  <a:pt x="3063" y="78"/>
                </a:lnTo>
                <a:lnTo>
                  <a:pt x="3079" y="109"/>
                </a:lnTo>
                <a:lnTo>
                  <a:pt x="3089" y="142"/>
                </a:lnTo>
                <a:lnTo>
                  <a:pt x="3093" y="178"/>
                </a:lnTo>
                <a:lnTo>
                  <a:pt x="3091" y="203"/>
                </a:lnTo>
                <a:lnTo>
                  <a:pt x="3088" y="227"/>
                </a:lnTo>
                <a:lnTo>
                  <a:pt x="3081" y="252"/>
                </a:lnTo>
                <a:lnTo>
                  <a:pt x="3071" y="277"/>
                </a:lnTo>
                <a:lnTo>
                  <a:pt x="3060" y="303"/>
                </a:lnTo>
                <a:lnTo>
                  <a:pt x="3044" y="331"/>
                </a:lnTo>
                <a:lnTo>
                  <a:pt x="3025" y="361"/>
                </a:lnTo>
                <a:lnTo>
                  <a:pt x="3004" y="393"/>
                </a:lnTo>
                <a:lnTo>
                  <a:pt x="2978" y="429"/>
                </a:lnTo>
                <a:lnTo>
                  <a:pt x="2948" y="468"/>
                </a:lnTo>
                <a:lnTo>
                  <a:pt x="2914" y="512"/>
                </a:lnTo>
                <a:lnTo>
                  <a:pt x="2876" y="561"/>
                </a:lnTo>
                <a:lnTo>
                  <a:pt x="2472" y="1078"/>
                </a:lnTo>
                <a:lnTo>
                  <a:pt x="2182" y="1078"/>
                </a:lnTo>
                <a:lnTo>
                  <a:pt x="2182" y="424"/>
                </a:lnTo>
                <a:lnTo>
                  <a:pt x="1784" y="1078"/>
                </a:lnTo>
                <a:lnTo>
                  <a:pt x="1518" y="1078"/>
                </a:lnTo>
                <a:lnTo>
                  <a:pt x="1518" y="234"/>
                </a:lnTo>
                <a:lnTo>
                  <a:pt x="1313" y="214"/>
                </a:lnTo>
                <a:lnTo>
                  <a:pt x="1313" y="118"/>
                </a:lnTo>
                <a:lnTo>
                  <a:pt x="1690" y="25"/>
                </a:lnTo>
                <a:lnTo>
                  <a:pt x="1832" y="25"/>
                </a:lnTo>
                <a:lnTo>
                  <a:pt x="1832" y="713"/>
                </a:lnTo>
                <a:lnTo>
                  <a:pt x="2247" y="25"/>
                </a:lnTo>
                <a:lnTo>
                  <a:pt x="2497" y="25"/>
                </a:lnTo>
                <a:lnTo>
                  <a:pt x="2497" y="822"/>
                </a:lnTo>
                <a:lnTo>
                  <a:pt x="2759" y="473"/>
                </a:lnTo>
                <a:lnTo>
                  <a:pt x="2759" y="62"/>
                </a:lnTo>
                <a:lnTo>
                  <a:pt x="2779" y="44"/>
                </a:lnTo>
                <a:lnTo>
                  <a:pt x="2806" y="27"/>
                </a:lnTo>
                <a:lnTo>
                  <a:pt x="2837" y="13"/>
                </a:lnTo>
                <a:lnTo>
                  <a:pt x="2872" y="4"/>
                </a:lnTo>
                <a:lnTo>
                  <a:pt x="29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1A22E50-5665-43B8-BF70-F9EDF6B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146723"/>
            <a:ext cx="2286000" cy="1485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170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86FE05-B8C0-4075-B878-39B6655C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3028735"/>
            <a:ext cx="914400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E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8AFFB9-1C0F-495E-822C-16F6B119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2174983"/>
            <a:ext cx="72952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C8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3EC247-4C40-464A-92F1-0A30277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3028735"/>
            <a:ext cx="729521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C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CE621B-438C-4CBE-B3D5-E25C3362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522071"/>
            <a:ext cx="473687" cy="1706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9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5571F9E-0886-4137-98AC-CFE60D6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2174984"/>
            <a:ext cx="473687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4D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F7C26F-AC4F-4F35-A872-4AF5E033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3028735"/>
            <a:ext cx="473687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A0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762785-09EB-4AB4-BE8E-DD604D2E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494607"/>
            <a:ext cx="5622752" cy="1733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02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E6DD8FB-49D0-46FE-B9CA-CF4D9C69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2174984"/>
            <a:ext cx="562275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2F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D61219A-52F2-421E-B526-AD7C04C1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028735"/>
            <a:ext cx="5622752" cy="1603272"/>
          </a:xfrm>
          <a:custGeom xmlns:a="http://schemas.openxmlformats.org/drawingml/2006/main">
            <a:rect l="0" t="0" r="r" b="b"/>
            <a:pathLst>
              <a:path w="3567" h="1340">
                <a:moveTo>
                  <a:pt x="0" y="0"/>
                </a:moveTo>
                <a:lnTo>
                  <a:pt x="3567" y="0"/>
                </a:lnTo>
                <a:lnTo>
                  <a:pt x="3567" y="1340"/>
                </a:lnTo>
                <a:lnTo>
                  <a:pt x="1372" y="1340"/>
                </a:lnTo>
                <a:lnTo>
                  <a:pt x="1372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230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AAFFEA7-D5E8-46EE-BD1F-05A54CE0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1"/>
            <a:ext cx="5622752" cy="522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C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904E3153-6954-4532-9F34-7FC88C4787B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09601" y="2286000"/>
            <a:ext cx="914400" cy="571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3" name="Straight Connector 32">
            <a:extLst xmlns:a="http://schemas.openxmlformats.org/drawingml/2006/main">
              <a:ext uri="{FF2B5EF4-FFF2-40B4-BE49-F238E27FC236}">
                <a16:creationId xmlns:a16="http://schemas.microsoft.com/office/drawing/2014/main" id="{ACB79477-933E-4DA5-BBD2-DA6E7D69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489086" y="2176274"/>
            <a:ext cx="120975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E3C39DFE-AFDF-4834-94B0-69917E0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13477" y="2232980"/>
            <a:ext cx="15121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1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Title 1">
            <a:extLst xmlns:a="http://schemas.openxmlformats.org/drawingml/2006/main">
              <a:ext uri="{FF2B5EF4-FFF2-40B4-BE49-F238E27FC236}">
                <a16:creationId xmlns:a16="http://schemas.microsoft.com/office/drawing/2014/main" id="{93BA81B8-1793-45D8-BCED-DE2F5D28F09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95476" y="628650"/>
            <a:ext cx="5343525" cy="685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="1" i="1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the presentation’s main title</a:t>
            </a:r>
          </a:p>
        </p:txBody>
      </p:sp>
      <p:sp>
        <p:nvSpPr>
          <p:cNvPr id="46" name="Subtitle 2">
            <a:extLst xmlns:a="http://schemas.openxmlformats.org/drawingml/2006/main">
              <a:ext uri="{FF2B5EF4-FFF2-40B4-BE49-F238E27FC236}">
                <a16:creationId xmlns:a16="http://schemas.microsoft.com/office/drawing/2014/main" id="{476897F7-6B16-453C-8C2A-71581771197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95476" y="1371600"/>
            <a:ext cx="5343525" cy="6858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Subtitle and date (move higher if title is only one line)</a:t>
            </a:r>
            <a:endParaRPr/>
          </a:p>
        </p:txBody>
      </p:sp>
      <p:sp>
        <p:nvSpPr>
          <p:cNvPr id="47" name="Text Placeholder 31">
            <a:extLst xmlns:a="http://schemas.openxmlformats.org/drawingml/2006/main">
              <a:ext uri="{FF2B5EF4-FFF2-40B4-BE49-F238E27FC236}">
                <a16:creationId xmlns:a16="http://schemas.microsoft.com/office/drawing/2014/main" id="{06BB0D4C-2D75-49EA-9D36-278BB0A783E4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95475" y="281178"/>
            <a:ext cx="4105656" cy="10972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25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www.pwc.com</a:t>
            </a:r>
          </a:p>
        </p:txBody>
      </p:sp>
      <p:sp>
        <p:nvSpPr>
          <p:cNvPr id="9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25A4B5CF-0276-4ED9-BD4F-4261EAB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116" y="4628244"/>
            <a:ext cx="228600" cy="394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Freeform 7">
            <a:extLst xmlns:a="http://schemas.openxmlformats.org/drawingml/2006/main">
              <a:ext uri="{FF2B5EF4-FFF2-40B4-BE49-F238E27FC236}">
                <a16:creationId xmlns:a16="http://schemas.microsoft.com/office/drawing/2014/main" id="{7AAF2DE0-47F9-4319-995E-E36D67C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92" y="4769861"/>
            <a:ext cx="914400" cy="258492"/>
          </a:xfrm>
          <a:custGeom xmlns:a="http://schemas.openxmlformats.org/drawingml/2006/main">
            <a:rect l="0" t="0" r="r" b="b"/>
            <a:pathLst>
              <a:path w="4127" h="1544">
                <a:moveTo>
                  <a:pt x="640" y="229"/>
                </a:moveTo>
                <a:lnTo>
                  <a:pt x="622" y="229"/>
                </a:lnTo>
                <a:lnTo>
                  <a:pt x="603" y="230"/>
                </a:lnTo>
                <a:lnTo>
                  <a:pt x="581" y="233"/>
                </a:lnTo>
                <a:lnTo>
                  <a:pt x="553" y="235"/>
                </a:lnTo>
                <a:lnTo>
                  <a:pt x="521" y="241"/>
                </a:lnTo>
                <a:lnTo>
                  <a:pt x="521" y="947"/>
                </a:lnTo>
                <a:lnTo>
                  <a:pt x="538" y="949"/>
                </a:lnTo>
                <a:lnTo>
                  <a:pt x="553" y="949"/>
                </a:lnTo>
                <a:lnTo>
                  <a:pt x="566" y="949"/>
                </a:lnTo>
                <a:lnTo>
                  <a:pt x="578" y="949"/>
                </a:lnTo>
                <a:lnTo>
                  <a:pt x="630" y="946"/>
                </a:lnTo>
                <a:lnTo>
                  <a:pt x="677" y="937"/>
                </a:lnTo>
                <a:lnTo>
                  <a:pt x="720" y="924"/>
                </a:lnTo>
                <a:lnTo>
                  <a:pt x="758" y="905"/>
                </a:lnTo>
                <a:lnTo>
                  <a:pt x="793" y="880"/>
                </a:lnTo>
                <a:lnTo>
                  <a:pt x="824" y="850"/>
                </a:lnTo>
                <a:lnTo>
                  <a:pt x="849" y="815"/>
                </a:lnTo>
                <a:lnTo>
                  <a:pt x="870" y="775"/>
                </a:lnTo>
                <a:lnTo>
                  <a:pt x="886" y="728"/>
                </a:lnTo>
                <a:lnTo>
                  <a:pt x="897" y="678"/>
                </a:lnTo>
                <a:lnTo>
                  <a:pt x="905" y="622"/>
                </a:lnTo>
                <a:lnTo>
                  <a:pt x="907" y="561"/>
                </a:lnTo>
                <a:lnTo>
                  <a:pt x="905" y="505"/>
                </a:lnTo>
                <a:lnTo>
                  <a:pt x="897" y="452"/>
                </a:lnTo>
                <a:lnTo>
                  <a:pt x="886" y="407"/>
                </a:lnTo>
                <a:lnTo>
                  <a:pt x="870" y="366"/>
                </a:lnTo>
                <a:lnTo>
                  <a:pt x="850" y="329"/>
                </a:lnTo>
                <a:lnTo>
                  <a:pt x="826" y="299"/>
                </a:lnTo>
                <a:lnTo>
                  <a:pt x="797" y="274"/>
                </a:lnTo>
                <a:lnTo>
                  <a:pt x="763" y="254"/>
                </a:lnTo>
                <a:lnTo>
                  <a:pt x="727" y="241"/>
                </a:lnTo>
                <a:lnTo>
                  <a:pt x="686" y="232"/>
                </a:lnTo>
                <a:lnTo>
                  <a:pt x="640" y="229"/>
                </a:lnTo>
                <a:close/>
                <a:moveTo>
                  <a:pt x="413" y="3"/>
                </a:moveTo>
                <a:lnTo>
                  <a:pt x="521" y="3"/>
                </a:lnTo>
                <a:lnTo>
                  <a:pt x="521" y="143"/>
                </a:lnTo>
                <a:lnTo>
                  <a:pt x="566" y="117"/>
                </a:lnTo>
                <a:lnTo>
                  <a:pt x="607" y="93"/>
                </a:lnTo>
                <a:lnTo>
                  <a:pt x="643" y="74"/>
                </a:lnTo>
                <a:lnTo>
                  <a:pt x="677" y="57"/>
                </a:lnTo>
                <a:lnTo>
                  <a:pt x="707" y="44"/>
                </a:lnTo>
                <a:lnTo>
                  <a:pt x="735" y="33"/>
                </a:lnTo>
                <a:lnTo>
                  <a:pt x="761" y="24"/>
                </a:lnTo>
                <a:lnTo>
                  <a:pt x="785" y="18"/>
                </a:lnTo>
                <a:lnTo>
                  <a:pt x="809" y="13"/>
                </a:lnTo>
                <a:lnTo>
                  <a:pt x="831" y="10"/>
                </a:lnTo>
                <a:lnTo>
                  <a:pt x="855" y="9"/>
                </a:lnTo>
                <a:lnTo>
                  <a:pt x="879" y="8"/>
                </a:lnTo>
                <a:lnTo>
                  <a:pt x="931" y="12"/>
                </a:lnTo>
                <a:lnTo>
                  <a:pt x="980" y="23"/>
                </a:lnTo>
                <a:lnTo>
                  <a:pt x="1026" y="40"/>
                </a:lnTo>
                <a:lnTo>
                  <a:pt x="1070" y="64"/>
                </a:lnTo>
                <a:lnTo>
                  <a:pt x="1110" y="94"/>
                </a:lnTo>
                <a:lnTo>
                  <a:pt x="1148" y="130"/>
                </a:lnTo>
                <a:lnTo>
                  <a:pt x="1180" y="172"/>
                </a:lnTo>
                <a:lnTo>
                  <a:pt x="1209" y="218"/>
                </a:lnTo>
                <a:lnTo>
                  <a:pt x="1233" y="268"/>
                </a:lnTo>
                <a:lnTo>
                  <a:pt x="1252" y="324"/>
                </a:lnTo>
                <a:lnTo>
                  <a:pt x="1265" y="383"/>
                </a:lnTo>
                <a:lnTo>
                  <a:pt x="1274" y="446"/>
                </a:lnTo>
                <a:lnTo>
                  <a:pt x="1278" y="512"/>
                </a:lnTo>
                <a:lnTo>
                  <a:pt x="1274" y="578"/>
                </a:lnTo>
                <a:lnTo>
                  <a:pt x="1265" y="641"/>
                </a:lnTo>
                <a:lnTo>
                  <a:pt x="1252" y="701"/>
                </a:lnTo>
                <a:lnTo>
                  <a:pt x="1232" y="756"/>
                </a:lnTo>
                <a:lnTo>
                  <a:pt x="1205" y="809"/>
                </a:lnTo>
                <a:lnTo>
                  <a:pt x="1175" y="857"/>
                </a:lnTo>
                <a:lnTo>
                  <a:pt x="1140" y="901"/>
                </a:lnTo>
                <a:lnTo>
                  <a:pt x="1099" y="941"/>
                </a:lnTo>
                <a:lnTo>
                  <a:pt x="1054" y="976"/>
                </a:lnTo>
                <a:lnTo>
                  <a:pt x="1005" y="1006"/>
                </a:lnTo>
                <a:lnTo>
                  <a:pt x="951" y="1031"/>
                </a:lnTo>
                <a:lnTo>
                  <a:pt x="894" y="1051"/>
                </a:lnTo>
                <a:lnTo>
                  <a:pt x="831" y="1065"/>
                </a:lnTo>
                <a:lnTo>
                  <a:pt x="766" y="1074"/>
                </a:lnTo>
                <a:lnTo>
                  <a:pt x="696" y="1078"/>
                </a:lnTo>
                <a:lnTo>
                  <a:pt x="670" y="1078"/>
                </a:lnTo>
                <a:lnTo>
                  <a:pt x="637" y="1076"/>
                </a:lnTo>
                <a:lnTo>
                  <a:pt x="601" y="1074"/>
                </a:lnTo>
                <a:lnTo>
                  <a:pt x="561" y="1071"/>
                </a:lnTo>
                <a:lnTo>
                  <a:pt x="521" y="1068"/>
                </a:lnTo>
                <a:lnTo>
                  <a:pt x="521" y="1408"/>
                </a:lnTo>
                <a:lnTo>
                  <a:pt x="692" y="1447"/>
                </a:lnTo>
                <a:lnTo>
                  <a:pt x="692" y="1544"/>
                </a:lnTo>
                <a:lnTo>
                  <a:pt x="18" y="1544"/>
                </a:lnTo>
                <a:lnTo>
                  <a:pt x="18" y="1447"/>
                </a:lnTo>
                <a:lnTo>
                  <a:pt x="171" y="1408"/>
                </a:lnTo>
                <a:lnTo>
                  <a:pt x="171" y="229"/>
                </a:lnTo>
                <a:lnTo>
                  <a:pt x="0" y="229"/>
                </a:lnTo>
                <a:lnTo>
                  <a:pt x="0" y="128"/>
                </a:lnTo>
                <a:lnTo>
                  <a:pt x="413" y="3"/>
                </a:lnTo>
                <a:close/>
                <a:moveTo>
                  <a:pt x="3711" y="0"/>
                </a:moveTo>
                <a:lnTo>
                  <a:pt x="3770" y="3"/>
                </a:lnTo>
                <a:lnTo>
                  <a:pt x="3825" y="9"/>
                </a:lnTo>
                <a:lnTo>
                  <a:pt x="3876" y="20"/>
                </a:lnTo>
                <a:lnTo>
                  <a:pt x="3923" y="34"/>
                </a:lnTo>
                <a:lnTo>
                  <a:pt x="3965" y="53"/>
                </a:lnTo>
                <a:lnTo>
                  <a:pt x="4004" y="75"/>
                </a:lnTo>
                <a:lnTo>
                  <a:pt x="4036" y="100"/>
                </a:lnTo>
                <a:lnTo>
                  <a:pt x="4064" y="129"/>
                </a:lnTo>
                <a:lnTo>
                  <a:pt x="4086" y="160"/>
                </a:lnTo>
                <a:lnTo>
                  <a:pt x="4103" y="194"/>
                </a:lnTo>
                <a:lnTo>
                  <a:pt x="4113" y="232"/>
                </a:lnTo>
                <a:lnTo>
                  <a:pt x="4117" y="271"/>
                </a:lnTo>
                <a:lnTo>
                  <a:pt x="4114" y="304"/>
                </a:lnTo>
                <a:lnTo>
                  <a:pt x="4105" y="334"/>
                </a:lnTo>
                <a:lnTo>
                  <a:pt x="4091" y="362"/>
                </a:lnTo>
                <a:lnTo>
                  <a:pt x="4074" y="387"/>
                </a:lnTo>
                <a:lnTo>
                  <a:pt x="4051" y="407"/>
                </a:lnTo>
                <a:lnTo>
                  <a:pt x="4025" y="423"/>
                </a:lnTo>
                <a:lnTo>
                  <a:pt x="3995" y="436"/>
                </a:lnTo>
                <a:lnTo>
                  <a:pt x="3961" y="443"/>
                </a:lnTo>
                <a:lnTo>
                  <a:pt x="3925" y="446"/>
                </a:lnTo>
                <a:lnTo>
                  <a:pt x="3891" y="444"/>
                </a:lnTo>
                <a:lnTo>
                  <a:pt x="3859" y="438"/>
                </a:lnTo>
                <a:lnTo>
                  <a:pt x="3826" y="428"/>
                </a:lnTo>
                <a:lnTo>
                  <a:pt x="3792" y="413"/>
                </a:lnTo>
                <a:lnTo>
                  <a:pt x="3757" y="394"/>
                </a:lnTo>
                <a:lnTo>
                  <a:pt x="3757" y="114"/>
                </a:lnTo>
                <a:lnTo>
                  <a:pt x="3711" y="125"/>
                </a:lnTo>
                <a:lnTo>
                  <a:pt x="3668" y="140"/>
                </a:lnTo>
                <a:lnTo>
                  <a:pt x="3631" y="162"/>
                </a:lnTo>
                <a:lnTo>
                  <a:pt x="3597" y="187"/>
                </a:lnTo>
                <a:lnTo>
                  <a:pt x="3568" y="218"/>
                </a:lnTo>
                <a:lnTo>
                  <a:pt x="3543" y="253"/>
                </a:lnTo>
                <a:lnTo>
                  <a:pt x="3523" y="294"/>
                </a:lnTo>
                <a:lnTo>
                  <a:pt x="3508" y="339"/>
                </a:lnTo>
                <a:lnTo>
                  <a:pt x="3497" y="391"/>
                </a:lnTo>
                <a:lnTo>
                  <a:pt x="3489" y="447"/>
                </a:lnTo>
                <a:lnTo>
                  <a:pt x="3487" y="507"/>
                </a:lnTo>
                <a:lnTo>
                  <a:pt x="3489" y="565"/>
                </a:lnTo>
                <a:lnTo>
                  <a:pt x="3497" y="617"/>
                </a:lnTo>
                <a:lnTo>
                  <a:pt x="3509" y="667"/>
                </a:lnTo>
                <a:lnTo>
                  <a:pt x="3526" y="712"/>
                </a:lnTo>
                <a:lnTo>
                  <a:pt x="3547" y="753"/>
                </a:lnTo>
                <a:lnTo>
                  <a:pt x="3571" y="790"/>
                </a:lnTo>
                <a:lnTo>
                  <a:pt x="3600" y="821"/>
                </a:lnTo>
                <a:lnTo>
                  <a:pt x="3632" y="847"/>
                </a:lnTo>
                <a:lnTo>
                  <a:pt x="3668" y="869"/>
                </a:lnTo>
                <a:lnTo>
                  <a:pt x="3707" y="885"/>
                </a:lnTo>
                <a:lnTo>
                  <a:pt x="3750" y="894"/>
                </a:lnTo>
                <a:lnTo>
                  <a:pt x="3795" y="897"/>
                </a:lnTo>
                <a:lnTo>
                  <a:pt x="3821" y="896"/>
                </a:lnTo>
                <a:lnTo>
                  <a:pt x="3847" y="894"/>
                </a:lnTo>
                <a:lnTo>
                  <a:pt x="3874" y="889"/>
                </a:lnTo>
                <a:lnTo>
                  <a:pt x="3901" y="881"/>
                </a:lnTo>
                <a:lnTo>
                  <a:pt x="3931" y="872"/>
                </a:lnTo>
                <a:lnTo>
                  <a:pt x="3964" y="861"/>
                </a:lnTo>
                <a:lnTo>
                  <a:pt x="3999" y="846"/>
                </a:lnTo>
                <a:lnTo>
                  <a:pt x="4036" y="830"/>
                </a:lnTo>
                <a:lnTo>
                  <a:pt x="4079" y="810"/>
                </a:lnTo>
                <a:lnTo>
                  <a:pt x="4127" y="787"/>
                </a:lnTo>
                <a:lnTo>
                  <a:pt x="4127" y="976"/>
                </a:lnTo>
                <a:lnTo>
                  <a:pt x="4069" y="1001"/>
                </a:lnTo>
                <a:lnTo>
                  <a:pt x="4016" y="1024"/>
                </a:lnTo>
                <a:lnTo>
                  <a:pt x="3966" y="1041"/>
                </a:lnTo>
                <a:lnTo>
                  <a:pt x="3919" y="1058"/>
                </a:lnTo>
                <a:lnTo>
                  <a:pt x="3874" y="1070"/>
                </a:lnTo>
                <a:lnTo>
                  <a:pt x="3830" y="1080"/>
                </a:lnTo>
                <a:lnTo>
                  <a:pt x="3786" y="1086"/>
                </a:lnTo>
                <a:lnTo>
                  <a:pt x="3742" y="1091"/>
                </a:lnTo>
                <a:lnTo>
                  <a:pt x="3697" y="1094"/>
                </a:lnTo>
                <a:lnTo>
                  <a:pt x="3651" y="1095"/>
                </a:lnTo>
                <a:lnTo>
                  <a:pt x="3588" y="1093"/>
                </a:lnTo>
                <a:lnTo>
                  <a:pt x="3530" y="1086"/>
                </a:lnTo>
                <a:lnTo>
                  <a:pt x="3476" y="1075"/>
                </a:lnTo>
                <a:lnTo>
                  <a:pt x="3426" y="1060"/>
                </a:lnTo>
                <a:lnTo>
                  <a:pt x="3378" y="1039"/>
                </a:lnTo>
                <a:lnTo>
                  <a:pt x="3334" y="1014"/>
                </a:lnTo>
                <a:lnTo>
                  <a:pt x="3294" y="984"/>
                </a:lnTo>
                <a:lnTo>
                  <a:pt x="3255" y="947"/>
                </a:lnTo>
                <a:lnTo>
                  <a:pt x="3219" y="907"/>
                </a:lnTo>
                <a:lnTo>
                  <a:pt x="3188" y="865"/>
                </a:lnTo>
                <a:lnTo>
                  <a:pt x="3162" y="820"/>
                </a:lnTo>
                <a:lnTo>
                  <a:pt x="3140" y="772"/>
                </a:lnTo>
                <a:lnTo>
                  <a:pt x="3124" y="722"/>
                </a:lnTo>
                <a:lnTo>
                  <a:pt x="3111" y="670"/>
                </a:lnTo>
                <a:lnTo>
                  <a:pt x="3104" y="616"/>
                </a:lnTo>
                <a:lnTo>
                  <a:pt x="3101" y="561"/>
                </a:lnTo>
                <a:lnTo>
                  <a:pt x="3105" y="494"/>
                </a:lnTo>
                <a:lnTo>
                  <a:pt x="3115" y="433"/>
                </a:lnTo>
                <a:lnTo>
                  <a:pt x="3130" y="373"/>
                </a:lnTo>
                <a:lnTo>
                  <a:pt x="3153" y="318"/>
                </a:lnTo>
                <a:lnTo>
                  <a:pt x="3179" y="267"/>
                </a:lnTo>
                <a:lnTo>
                  <a:pt x="3213" y="219"/>
                </a:lnTo>
                <a:lnTo>
                  <a:pt x="3250" y="175"/>
                </a:lnTo>
                <a:lnTo>
                  <a:pt x="3293" y="135"/>
                </a:lnTo>
                <a:lnTo>
                  <a:pt x="3341" y="102"/>
                </a:lnTo>
                <a:lnTo>
                  <a:pt x="3392" y="72"/>
                </a:lnTo>
                <a:lnTo>
                  <a:pt x="3448" y="47"/>
                </a:lnTo>
                <a:lnTo>
                  <a:pt x="3508" y="27"/>
                </a:lnTo>
                <a:lnTo>
                  <a:pt x="3573" y="12"/>
                </a:lnTo>
                <a:lnTo>
                  <a:pt x="3640" y="3"/>
                </a:lnTo>
                <a:lnTo>
                  <a:pt x="3711" y="0"/>
                </a:lnTo>
                <a:close/>
                <a:moveTo>
                  <a:pt x="2910" y="0"/>
                </a:moveTo>
                <a:lnTo>
                  <a:pt x="2948" y="4"/>
                </a:lnTo>
                <a:lnTo>
                  <a:pt x="2983" y="14"/>
                </a:lnTo>
                <a:lnTo>
                  <a:pt x="3014" y="30"/>
                </a:lnTo>
                <a:lnTo>
                  <a:pt x="3040" y="52"/>
                </a:lnTo>
                <a:lnTo>
                  <a:pt x="3063" y="78"/>
                </a:lnTo>
                <a:lnTo>
                  <a:pt x="3079" y="109"/>
                </a:lnTo>
                <a:lnTo>
                  <a:pt x="3089" y="142"/>
                </a:lnTo>
                <a:lnTo>
                  <a:pt x="3093" y="178"/>
                </a:lnTo>
                <a:lnTo>
                  <a:pt x="3091" y="203"/>
                </a:lnTo>
                <a:lnTo>
                  <a:pt x="3088" y="227"/>
                </a:lnTo>
                <a:lnTo>
                  <a:pt x="3081" y="252"/>
                </a:lnTo>
                <a:lnTo>
                  <a:pt x="3071" y="277"/>
                </a:lnTo>
                <a:lnTo>
                  <a:pt x="3060" y="303"/>
                </a:lnTo>
                <a:lnTo>
                  <a:pt x="3044" y="331"/>
                </a:lnTo>
                <a:lnTo>
                  <a:pt x="3025" y="361"/>
                </a:lnTo>
                <a:lnTo>
                  <a:pt x="3004" y="393"/>
                </a:lnTo>
                <a:lnTo>
                  <a:pt x="2978" y="429"/>
                </a:lnTo>
                <a:lnTo>
                  <a:pt x="2948" y="468"/>
                </a:lnTo>
                <a:lnTo>
                  <a:pt x="2914" y="512"/>
                </a:lnTo>
                <a:lnTo>
                  <a:pt x="2876" y="561"/>
                </a:lnTo>
                <a:lnTo>
                  <a:pt x="2472" y="1078"/>
                </a:lnTo>
                <a:lnTo>
                  <a:pt x="2182" y="1078"/>
                </a:lnTo>
                <a:lnTo>
                  <a:pt x="2182" y="424"/>
                </a:lnTo>
                <a:lnTo>
                  <a:pt x="1784" y="1078"/>
                </a:lnTo>
                <a:lnTo>
                  <a:pt x="1518" y="1078"/>
                </a:lnTo>
                <a:lnTo>
                  <a:pt x="1518" y="234"/>
                </a:lnTo>
                <a:lnTo>
                  <a:pt x="1313" y="214"/>
                </a:lnTo>
                <a:lnTo>
                  <a:pt x="1313" y="118"/>
                </a:lnTo>
                <a:lnTo>
                  <a:pt x="1690" y="25"/>
                </a:lnTo>
                <a:lnTo>
                  <a:pt x="1832" y="25"/>
                </a:lnTo>
                <a:lnTo>
                  <a:pt x="1832" y="713"/>
                </a:lnTo>
                <a:lnTo>
                  <a:pt x="2247" y="25"/>
                </a:lnTo>
                <a:lnTo>
                  <a:pt x="2497" y="25"/>
                </a:lnTo>
                <a:lnTo>
                  <a:pt x="2497" y="822"/>
                </a:lnTo>
                <a:lnTo>
                  <a:pt x="2759" y="473"/>
                </a:lnTo>
                <a:lnTo>
                  <a:pt x="2759" y="62"/>
                </a:lnTo>
                <a:lnTo>
                  <a:pt x="2779" y="44"/>
                </a:lnTo>
                <a:lnTo>
                  <a:pt x="2806" y="27"/>
                </a:lnTo>
                <a:lnTo>
                  <a:pt x="2837" y="13"/>
                </a:lnTo>
                <a:lnTo>
                  <a:pt x="2872" y="4"/>
                </a:lnTo>
                <a:lnTo>
                  <a:pt x="29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DE7A017-2E22-4433-A448-52B672C3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146723"/>
            <a:ext cx="2286000" cy="1485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170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F6E5DC-0628-480C-BBE2-BC3DD61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3028735"/>
            <a:ext cx="914400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E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EEF071-8FA5-4085-82BB-09916E36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2174983"/>
            <a:ext cx="72952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C8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9056CED-974D-4AAC-9C56-B349940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3028735"/>
            <a:ext cx="729521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C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E92B76-C777-4967-A7C1-5934DF5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522071"/>
            <a:ext cx="473687" cy="1706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9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B45D0AF-0E60-4F86-91D7-C5AFEA7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2174984"/>
            <a:ext cx="473687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4D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C515AC6-5748-4C35-971D-EC34D73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9" y="3028735"/>
            <a:ext cx="473687" cy="1603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A0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3308459-8DA9-4F32-B0A7-295EF350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494607"/>
            <a:ext cx="5622752" cy="1733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02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FDC5D22-BCAE-4BD5-8CA2-87B98E84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2174984"/>
            <a:ext cx="5622752" cy="971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2F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F351737-6E4E-4BFA-B362-43891A36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3028735"/>
            <a:ext cx="5622752" cy="1603272"/>
          </a:xfrm>
          <a:custGeom xmlns:a="http://schemas.openxmlformats.org/drawingml/2006/main">
            <a:rect l="0" t="0" r="r" b="b"/>
            <a:pathLst>
              <a:path w="3567" h="1340">
                <a:moveTo>
                  <a:pt x="0" y="0"/>
                </a:moveTo>
                <a:lnTo>
                  <a:pt x="3567" y="0"/>
                </a:lnTo>
                <a:lnTo>
                  <a:pt x="3567" y="1340"/>
                </a:lnTo>
                <a:lnTo>
                  <a:pt x="1372" y="1340"/>
                </a:lnTo>
                <a:lnTo>
                  <a:pt x="1372" y="181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230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8712B79-82A9-4A95-961E-4646445C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601" y="1"/>
            <a:ext cx="5622752" cy="522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C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itle 1">
            <a:extLst xmlns:a="http://schemas.openxmlformats.org/drawingml/2006/main">
              <a:ext uri="{FF2B5EF4-FFF2-40B4-BE49-F238E27FC236}">
                <a16:creationId xmlns:a16="http://schemas.microsoft.com/office/drawing/2014/main" id="{A2DC53C5-7EA3-43AF-9FE7-89DDC7FFB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95476" y="628650"/>
            <a:ext cx="5343525" cy="685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="1" i="1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the presentation’s main title</a:t>
            </a:r>
            <a:endParaRPr/>
          </a:p>
        </p:txBody>
      </p:sp>
      <p:sp>
        <p:nvSpPr>
          <p:cNvPr id="55" name="Subtitle 2">
            <a:extLst xmlns:a="http://schemas.openxmlformats.org/drawingml/2006/main">
              <a:ext uri="{FF2B5EF4-FFF2-40B4-BE49-F238E27FC236}">
                <a16:creationId xmlns:a16="http://schemas.microsoft.com/office/drawing/2014/main" id="{24772DED-EE17-459C-9700-5D9021ABD46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95476" y="1371600"/>
            <a:ext cx="5343525" cy="6858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Subtitle and date (move higher if title is only one line)</a:t>
            </a:r>
            <a:endParaRPr/>
          </a:p>
        </p:txBody>
      </p:sp>
      <p:sp>
        <p:nvSpPr>
          <p:cNvPr id="56" name="Text Placeholder 31">
            <a:extLst xmlns:a="http://schemas.openxmlformats.org/drawingml/2006/main">
              <a:ext uri="{FF2B5EF4-FFF2-40B4-BE49-F238E27FC236}">
                <a16:creationId xmlns:a16="http://schemas.microsoft.com/office/drawing/2014/main" id="{56644644-38DE-4E6E-9E95-80673B55F67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95475" y="281178"/>
            <a:ext cx="4105656" cy="10972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25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www.pwc.com</a:t>
            </a:r>
          </a:p>
        </p:txBody>
      </p:sp>
      <p:sp>
        <p:nvSpPr>
          <p:cNvPr id="1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281DE0E9-DB6C-437E-9828-981AB6B4AE3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752600" y="2174983"/>
            <a:ext cx="6324600" cy="245416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0"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9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F2C37ED-58C9-4C08-BC3D-D4FE7977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116" y="4628244"/>
            <a:ext cx="228600" cy="394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7">
            <a:extLst xmlns:a="http://schemas.openxmlformats.org/drawingml/2006/main">
              <a:ext uri="{FF2B5EF4-FFF2-40B4-BE49-F238E27FC236}">
                <a16:creationId xmlns:a16="http://schemas.microsoft.com/office/drawing/2014/main" id="{C4F62CE9-3864-4469-9A2C-39D2D010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92" y="4769861"/>
            <a:ext cx="914400" cy="258492"/>
          </a:xfrm>
          <a:custGeom xmlns:a="http://schemas.openxmlformats.org/drawingml/2006/main">
            <a:rect l="0" t="0" r="r" b="b"/>
            <a:pathLst>
              <a:path w="4127" h="1544">
                <a:moveTo>
                  <a:pt x="640" y="229"/>
                </a:moveTo>
                <a:lnTo>
                  <a:pt x="622" y="229"/>
                </a:lnTo>
                <a:lnTo>
                  <a:pt x="603" y="230"/>
                </a:lnTo>
                <a:lnTo>
                  <a:pt x="581" y="233"/>
                </a:lnTo>
                <a:lnTo>
                  <a:pt x="553" y="235"/>
                </a:lnTo>
                <a:lnTo>
                  <a:pt x="521" y="241"/>
                </a:lnTo>
                <a:lnTo>
                  <a:pt x="521" y="947"/>
                </a:lnTo>
                <a:lnTo>
                  <a:pt x="538" y="949"/>
                </a:lnTo>
                <a:lnTo>
                  <a:pt x="553" y="949"/>
                </a:lnTo>
                <a:lnTo>
                  <a:pt x="566" y="949"/>
                </a:lnTo>
                <a:lnTo>
                  <a:pt x="578" y="949"/>
                </a:lnTo>
                <a:lnTo>
                  <a:pt x="630" y="946"/>
                </a:lnTo>
                <a:lnTo>
                  <a:pt x="677" y="937"/>
                </a:lnTo>
                <a:lnTo>
                  <a:pt x="720" y="924"/>
                </a:lnTo>
                <a:lnTo>
                  <a:pt x="758" y="905"/>
                </a:lnTo>
                <a:lnTo>
                  <a:pt x="793" y="880"/>
                </a:lnTo>
                <a:lnTo>
                  <a:pt x="824" y="850"/>
                </a:lnTo>
                <a:lnTo>
                  <a:pt x="849" y="815"/>
                </a:lnTo>
                <a:lnTo>
                  <a:pt x="870" y="775"/>
                </a:lnTo>
                <a:lnTo>
                  <a:pt x="886" y="728"/>
                </a:lnTo>
                <a:lnTo>
                  <a:pt x="897" y="678"/>
                </a:lnTo>
                <a:lnTo>
                  <a:pt x="905" y="622"/>
                </a:lnTo>
                <a:lnTo>
                  <a:pt x="907" y="561"/>
                </a:lnTo>
                <a:lnTo>
                  <a:pt x="905" y="505"/>
                </a:lnTo>
                <a:lnTo>
                  <a:pt x="897" y="452"/>
                </a:lnTo>
                <a:lnTo>
                  <a:pt x="886" y="407"/>
                </a:lnTo>
                <a:lnTo>
                  <a:pt x="870" y="366"/>
                </a:lnTo>
                <a:lnTo>
                  <a:pt x="850" y="329"/>
                </a:lnTo>
                <a:lnTo>
                  <a:pt x="826" y="299"/>
                </a:lnTo>
                <a:lnTo>
                  <a:pt x="797" y="274"/>
                </a:lnTo>
                <a:lnTo>
                  <a:pt x="763" y="254"/>
                </a:lnTo>
                <a:lnTo>
                  <a:pt x="727" y="241"/>
                </a:lnTo>
                <a:lnTo>
                  <a:pt x="686" y="232"/>
                </a:lnTo>
                <a:lnTo>
                  <a:pt x="640" y="229"/>
                </a:lnTo>
                <a:close/>
                <a:moveTo>
                  <a:pt x="413" y="3"/>
                </a:moveTo>
                <a:lnTo>
                  <a:pt x="521" y="3"/>
                </a:lnTo>
                <a:lnTo>
                  <a:pt x="521" y="143"/>
                </a:lnTo>
                <a:lnTo>
                  <a:pt x="566" y="117"/>
                </a:lnTo>
                <a:lnTo>
                  <a:pt x="607" y="93"/>
                </a:lnTo>
                <a:lnTo>
                  <a:pt x="643" y="74"/>
                </a:lnTo>
                <a:lnTo>
                  <a:pt x="677" y="57"/>
                </a:lnTo>
                <a:lnTo>
                  <a:pt x="707" y="44"/>
                </a:lnTo>
                <a:lnTo>
                  <a:pt x="735" y="33"/>
                </a:lnTo>
                <a:lnTo>
                  <a:pt x="761" y="24"/>
                </a:lnTo>
                <a:lnTo>
                  <a:pt x="785" y="18"/>
                </a:lnTo>
                <a:lnTo>
                  <a:pt x="809" y="13"/>
                </a:lnTo>
                <a:lnTo>
                  <a:pt x="831" y="10"/>
                </a:lnTo>
                <a:lnTo>
                  <a:pt x="855" y="9"/>
                </a:lnTo>
                <a:lnTo>
                  <a:pt x="879" y="8"/>
                </a:lnTo>
                <a:lnTo>
                  <a:pt x="931" y="12"/>
                </a:lnTo>
                <a:lnTo>
                  <a:pt x="980" y="23"/>
                </a:lnTo>
                <a:lnTo>
                  <a:pt x="1026" y="40"/>
                </a:lnTo>
                <a:lnTo>
                  <a:pt x="1070" y="64"/>
                </a:lnTo>
                <a:lnTo>
                  <a:pt x="1110" y="94"/>
                </a:lnTo>
                <a:lnTo>
                  <a:pt x="1148" y="130"/>
                </a:lnTo>
                <a:lnTo>
                  <a:pt x="1180" y="172"/>
                </a:lnTo>
                <a:lnTo>
                  <a:pt x="1209" y="218"/>
                </a:lnTo>
                <a:lnTo>
                  <a:pt x="1233" y="268"/>
                </a:lnTo>
                <a:lnTo>
                  <a:pt x="1252" y="324"/>
                </a:lnTo>
                <a:lnTo>
                  <a:pt x="1265" y="383"/>
                </a:lnTo>
                <a:lnTo>
                  <a:pt x="1274" y="446"/>
                </a:lnTo>
                <a:lnTo>
                  <a:pt x="1278" y="512"/>
                </a:lnTo>
                <a:lnTo>
                  <a:pt x="1274" y="578"/>
                </a:lnTo>
                <a:lnTo>
                  <a:pt x="1265" y="641"/>
                </a:lnTo>
                <a:lnTo>
                  <a:pt x="1252" y="701"/>
                </a:lnTo>
                <a:lnTo>
                  <a:pt x="1232" y="756"/>
                </a:lnTo>
                <a:lnTo>
                  <a:pt x="1205" y="809"/>
                </a:lnTo>
                <a:lnTo>
                  <a:pt x="1175" y="857"/>
                </a:lnTo>
                <a:lnTo>
                  <a:pt x="1140" y="901"/>
                </a:lnTo>
                <a:lnTo>
                  <a:pt x="1099" y="941"/>
                </a:lnTo>
                <a:lnTo>
                  <a:pt x="1054" y="976"/>
                </a:lnTo>
                <a:lnTo>
                  <a:pt x="1005" y="1006"/>
                </a:lnTo>
                <a:lnTo>
                  <a:pt x="951" y="1031"/>
                </a:lnTo>
                <a:lnTo>
                  <a:pt x="894" y="1051"/>
                </a:lnTo>
                <a:lnTo>
                  <a:pt x="831" y="1065"/>
                </a:lnTo>
                <a:lnTo>
                  <a:pt x="766" y="1074"/>
                </a:lnTo>
                <a:lnTo>
                  <a:pt x="696" y="1078"/>
                </a:lnTo>
                <a:lnTo>
                  <a:pt x="670" y="1078"/>
                </a:lnTo>
                <a:lnTo>
                  <a:pt x="637" y="1076"/>
                </a:lnTo>
                <a:lnTo>
                  <a:pt x="601" y="1074"/>
                </a:lnTo>
                <a:lnTo>
                  <a:pt x="561" y="1071"/>
                </a:lnTo>
                <a:lnTo>
                  <a:pt x="521" y="1068"/>
                </a:lnTo>
                <a:lnTo>
                  <a:pt x="521" y="1408"/>
                </a:lnTo>
                <a:lnTo>
                  <a:pt x="692" y="1447"/>
                </a:lnTo>
                <a:lnTo>
                  <a:pt x="692" y="1544"/>
                </a:lnTo>
                <a:lnTo>
                  <a:pt x="18" y="1544"/>
                </a:lnTo>
                <a:lnTo>
                  <a:pt x="18" y="1447"/>
                </a:lnTo>
                <a:lnTo>
                  <a:pt x="171" y="1408"/>
                </a:lnTo>
                <a:lnTo>
                  <a:pt x="171" y="229"/>
                </a:lnTo>
                <a:lnTo>
                  <a:pt x="0" y="229"/>
                </a:lnTo>
                <a:lnTo>
                  <a:pt x="0" y="128"/>
                </a:lnTo>
                <a:lnTo>
                  <a:pt x="413" y="3"/>
                </a:lnTo>
                <a:close/>
                <a:moveTo>
                  <a:pt x="3711" y="0"/>
                </a:moveTo>
                <a:lnTo>
                  <a:pt x="3770" y="3"/>
                </a:lnTo>
                <a:lnTo>
                  <a:pt x="3825" y="9"/>
                </a:lnTo>
                <a:lnTo>
                  <a:pt x="3876" y="20"/>
                </a:lnTo>
                <a:lnTo>
                  <a:pt x="3923" y="34"/>
                </a:lnTo>
                <a:lnTo>
                  <a:pt x="3965" y="53"/>
                </a:lnTo>
                <a:lnTo>
                  <a:pt x="4004" y="75"/>
                </a:lnTo>
                <a:lnTo>
                  <a:pt x="4036" y="100"/>
                </a:lnTo>
                <a:lnTo>
                  <a:pt x="4064" y="129"/>
                </a:lnTo>
                <a:lnTo>
                  <a:pt x="4086" y="160"/>
                </a:lnTo>
                <a:lnTo>
                  <a:pt x="4103" y="194"/>
                </a:lnTo>
                <a:lnTo>
                  <a:pt x="4113" y="232"/>
                </a:lnTo>
                <a:lnTo>
                  <a:pt x="4117" y="271"/>
                </a:lnTo>
                <a:lnTo>
                  <a:pt x="4114" y="304"/>
                </a:lnTo>
                <a:lnTo>
                  <a:pt x="4105" y="334"/>
                </a:lnTo>
                <a:lnTo>
                  <a:pt x="4091" y="362"/>
                </a:lnTo>
                <a:lnTo>
                  <a:pt x="4074" y="387"/>
                </a:lnTo>
                <a:lnTo>
                  <a:pt x="4051" y="407"/>
                </a:lnTo>
                <a:lnTo>
                  <a:pt x="4025" y="423"/>
                </a:lnTo>
                <a:lnTo>
                  <a:pt x="3995" y="436"/>
                </a:lnTo>
                <a:lnTo>
                  <a:pt x="3961" y="443"/>
                </a:lnTo>
                <a:lnTo>
                  <a:pt x="3925" y="446"/>
                </a:lnTo>
                <a:lnTo>
                  <a:pt x="3891" y="444"/>
                </a:lnTo>
                <a:lnTo>
                  <a:pt x="3859" y="438"/>
                </a:lnTo>
                <a:lnTo>
                  <a:pt x="3826" y="428"/>
                </a:lnTo>
                <a:lnTo>
                  <a:pt x="3792" y="413"/>
                </a:lnTo>
                <a:lnTo>
                  <a:pt x="3757" y="394"/>
                </a:lnTo>
                <a:lnTo>
                  <a:pt x="3757" y="114"/>
                </a:lnTo>
                <a:lnTo>
                  <a:pt x="3711" y="125"/>
                </a:lnTo>
                <a:lnTo>
                  <a:pt x="3668" y="140"/>
                </a:lnTo>
                <a:lnTo>
                  <a:pt x="3631" y="162"/>
                </a:lnTo>
                <a:lnTo>
                  <a:pt x="3597" y="187"/>
                </a:lnTo>
                <a:lnTo>
                  <a:pt x="3568" y="218"/>
                </a:lnTo>
                <a:lnTo>
                  <a:pt x="3543" y="253"/>
                </a:lnTo>
                <a:lnTo>
                  <a:pt x="3523" y="294"/>
                </a:lnTo>
                <a:lnTo>
                  <a:pt x="3508" y="339"/>
                </a:lnTo>
                <a:lnTo>
                  <a:pt x="3497" y="391"/>
                </a:lnTo>
                <a:lnTo>
                  <a:pt x="3489" y="447"/>
                </a:lnTo>
                <a:lnTo>
                  <a:pt x="3487" y="507"/>
                </a:lnTo>
                <a:lnTo>
                  <a:pt x="3489" y="565"/>
                </a:lnTo>
                <a:lnTo>
                  <a:pt x="3497" y="617"/>
                </a:lnTo>
                <a:lnTo>
                  <a:pt x="3509" y="667"/>
                </a:lnTo>
                <a:lnTo>
                  <a:pt x="3526" y="712"/>
                </a:lnTo>
                <a:lnTo>
                  <a:pt x="3547" y="753"/>
                </a:lnTo>
                <a:lnTo>
                  <a:pt x="3571" y="790"/>
                </a:lnTo>
                <a:lnTo>
                  <a:pt x="3600" y="821"/>
                </a:lnTo>
                <a:lnTo>
                  <a:pt x="3632" y="847"/>
                </a:lnTo>
                <a:lnTo>
                  <a:pt x="3668" y="869"/>
                </a:lnTo>
                <a:lnTo>
                  <a:pt x="3707" y="885"/>
                </a:lnTo>
                <a:lnTo>
                  <a:pt x="3750" y="894"/>
                </a:lnTo>
                <a:lnTo>
                  <a:pt x="3795" y="897"/>
                </a:lnTo>
                <a:lnTo>
                  <a:pt x="3821" y="896"/>
                </a:lnTo>
                <a:lnTo>
                  <a:pt x="3847" y="894"/>
                </a:lnTo>
                <a:lnTo>
                  <a:pt x="3874" y="889"/>
                </a:lnTo>
                <a:lnTo>
                  <a:pt x="3901" y="881"/>
                </a:lnTo>
                <a:lnTo>
                  <a:pt x="3931" y="872"/>
                </a:lnTo>
                <a:lnTo>
                  <a:pt x="3964" y="861"/>
                </a:lnTo>
                <a:lnTo>
                  <a:pt x="3999" y="846"/>
                </a:lnTo>
                <a:lnTo>
                  <a:pt x="4036" y="830"/>
                </a:lnTo>
                <a:lnTo>
                  <a:pt x="4079" y="810"/>
                </a:lnTo>
                <a:lnTo>
                  <a:pt x="4127" y="787"/>
                </a:lnTo>
                <a:lnTo>
                  <a:pt x="4127" y="976"/>
                </a:lnTo>
                <a:lnTo>
                  <a:pt x="4069" y="1001"/>
                </a:lnTo>
                <a:lnTo>
                  <a:pt x="4016" y="1024"/>
                </a:lnTo>
                <a:lnTo>
                  <a:pt x="3966" y="1041"/>
                </a:lnTo>
                <a:lnTo>
                  <a:pt x="3919" y="1058"/>
                </a:lnTo>
                <a:lnTo>
                  <a:pt x="3874" y="1070"/>
                </a:lnTo>
                <a:lnTo>
                  <a:pt x="3830" y="1080"/>
                </a:lnTo>
                <a:lnTo>
                  <a:pt x="3786" y="1086"/>
                </a:lnTo>
                <a:lnTo>
                  <a:pt x="3742" y="1091"/>
                </a:lnTo>
                <a:lnTo>
                  <a:pt x="3697" y="1094"/>
                </a:lnTo>
                <a:lnTo>
                  <a:pt x="3651" y="1095"/>
                </a:lnTo>
                <a:lnTo>
                  <a:pt x="3588" y="1093"/>
                </a:lnTo>
                <a:lnTo>
                  <a:pt x="3530" y="1086"/>
                </a:lnTo>
                <a:lnTo>
                  <a:pt x="3476" y="1075"/>
                </a:lnTo>
                <a:lnTo>
                  <a:pt x="3426" y="1060"/>
                </a:lnTo>
                <a:lnTo>
                  <a:pt x="3378" y="1039"/>
                </a:lnTo>
                <a:lnTo>
                  <a:pt x="3334" y="1014"/>
                </a:lnTo>
                <a:lnTo>
                  <a:pt x="3294" y="984"/>
                </a:lnTo>
                <a:lnTo>
                  <a:pt x="3255" y="947"/>
                </a:lnTo>
                <a:lnTo>
                  <a:pt x="3219" y="907"/>
                </a:lnTo>
                <a:lnTo>
                  <a:pt x="3188" y="865"/>
                </a:lnTo>
                <a:lnTo>
                  <a:pt x="3162" y="820"/>
                </a:lnTo>
                <a:lnTo>
                  <a:pt x="3140" y="772"/>
                </a:lnTo>
                <a:lnTo>
                  <a:pt x="3124" y="722"/>
                </a:lnTo>
                <a:lnTo>
                  <a:pt x="3111" y="670"/>
                </a:lnTo>
                <a:lnTo>
                  <a:pt x="3104" y="616"/>
                </a:lnTo>
                <a:lnTo>
                  <a:pt x="3101" y="561"/>
                </a:lnTo>
                <a:lnTo>
                  <a:pt x="3105" y="494"/>
                </a:lnTo>
                <a:lnTo>
                  <a:pt x="3115" y="433"/>
                </a:lnTo>
                <a:lnTo>
                  <a:pt x="3130" y="373"/>
                </a:lnTo>
                <a:lnTo>
                  <a:pt x="3153" y="318"/>
                </a:lnTo>
                <a:lnTo>
                  <a:pt x="3179" y="267"/>
                </a:lnTo>
                <a:lnTo>
                  <a:pt x="3213" y="219"/>
                </a:lnTo>
                <a:lnTo>
                  <a:pt x="3250" y="175"/>
                </a:lnTo>
                <a:lnTo>
                  <a:pt x="3293" y="135"/>
                </a:lnTo>
                <a:lnTo>
                  <a:pt x="3341" y="102"/>
                </a:lnTo>
                <a:lnTo>
                  <a:pt x="3392" y="72"/>
                </a:lnTo>
                <a:lnTo>
                  <a:pt x="3448" y="47"/>
                </a:lnTo>
                <a:lnTo>
                  <a:pt x="3508" y="27"/>
                </a:lnTo>
                <a:lnTo>
                  <a:pt x="3573" y="12"/>
                </a:lnTo>
                <a:lnTo>
                  <a:pt x="3640" y="3"/>
                </a:lnTo>
                <a:lnTo>
                  <a:pt x="3711" y="0"/>
                </a:lnTo>
                <a:close/>
                <a:moveTo>
                  <a:pt x="2910" y="0"/>
                </a:moveTo>
                <a:lnTo>
                  <a:pt x="2948" y="4"/>
                </a:lnTo>
                <a:lnTo>
                  <a:pt x="2983" y="14"/>
                </a:lnTo>
                <a:lnTo>
                  <a:pt x="3014" y="30"/>
                </a:lnTo>
                <a:lnTo>
                  <a:pt x="3040" y="52"/>
                </a:lnTo>
                <a:lnTo>
                  <a:pt x="3063" y="78"/>
                </a:lnTo>
                <a:lnTo>
                  <a:pt x="3079" y="109"/>
                </a:lnTo>
                <a:lnTo>
                  <a:pt x="3089" y="142"/>
                </a:lnTo>
                <a:lnTo>
                  <a:pt x="3093" y="178"/>
                </a:lnTo>
                <a:lnTo>
                  <a:pt x="3091" y="203"/>
                </a:lnTo>
                <a:lnTo>
                  <a:pt x="3088" y="227"/>
                </a:lnTo>
                <a:lnTo>
                  <a:pt x="3081" y="252"/>
                </a:lnTo>
                <a:lnTo>
                  <a:pt x="3071" y="277"/>
                </a:lnTo>
                <a:lnTo>
                  <a:pt x="3060" y="303"/>
                </a:lnTo>
                <a:lnTo>
                  <a:pt x="3044" y="331"/>
                </a:lnTo>
                <a:lnTo>
                  <a:pt x="3025" y="361"/>
                </a:lnTo>
                <a:lnTo>
                  <a:pt x="3004" y="393"/>
                </a:lnTo>
                <a:lnTo>
                  <a:pt x="2978" y="429"/>
                </a:lnTo>
                <a:lnTo>
                  <a:pt x="2948" y="468"/>
                </a:lnTo>
                <a:lnTo>
                  <a:pt x="2914" y="512"/>
                </a:lnTo>
                <a:lnTo>
                  <a:pt x="2876" y="561"/>
                </a:lnTo>
                <a:lnTo>
                  <a:pt x="2472" y="1078"/>
                </a:lnTo>
                <a:lnTo>
                  <a:pt x="2182" y="1078"/>
                </a:lnTo>
                <a:lnTo>
                  <a:pt x="2182" y="424"/>
                </a:lnTo>
                <a:lnTo>
                  <a:pt x="1784" y="1078"/>
                </a:lnTo>
                <a:lnTo>
                  <a:pt x="1518" y="1078"/>
                </a:lnTo>
                <a:lnTo>
                  <a:pt x="1518" y="234"/>
                </a:lnTo>
                <a:lnTo>
                  <a:pt x="1313" y="214"/>
                </a:lnTo>
                <a:lnTo>
                  <a:pt x="1313" y="118"/>
                </a:lnTo>
                <a:lnTo>
                  <a:pt x="1690" y="25"/>
                </a:lnTo>
                <a:lnTo>
                  <a:pt x="1832" y="25"/>
                </a:lnTo>
                <a:lnTo>
                  <a:pt x="1832" y="713"/>
                </a:lnTo>
                <a:lnTo>
                  <a:pt x="2247" y="25"/>
                </a:lnTo>
                <a:lnTo>
                  <a:pt x="2497" y="25"/>
                </a:lnTo>
                <a:lnTo>
                  <a:pt x="2497" y="822"/>
                </a:lnTo>
                <a:lnTo>
                  <a:pt x="2759" y="473"/>
                </a:lnTo>
                <a:lnTo>
                  <a:pt x="2759" y="62"/>
                </a:lnTo>
                <a:lnTo>
                  <a:pt x="2779" y="44"/>
                </a:lnTo>
                <a:lnTo>
                  <a:pt x="2806" y="27"/>
                </a:lnTo>
                <a:lnTo>
                  <a:pt x="2837" y="13"/>
                </a:lnTo>
                <a:lnTo>
                  <a:pt x="2872" y="4"/>
                </a:lnTo>
                <a:lnTo>
                  <a:pt x="29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angle 649">
            <a:extLst xmlns:a="http://schemas.openxmlformats.org/drawingml/2006/main">
              <a:ext uri="{FF2B5EF4-FFF2-40B4-BE49-F238E27FC236}">
                <a16:creationId xmlns:a16="http://schemas.microsoft.com/office/drawing/2014/main" id="{2C7C3CDD-1798-4980-BAB6-C3BD31D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1"/>
            <a:ext cx="1752600" cy="41147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40000"/>
              <a:lumOff val="6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Rectangle 648">
            <a:extLst xmlns:a="http://schemas.openxmlformats.org/drawingml/2006/main">
              <a:ext uri="{FF2B5EF4-FFF2-40B4-BE49-F238E27FC236}">
                <a16:creationId xmlns:a16="http://schemas.microsoft.com/office/drawing/2014/main" id="{079D41FC-E334-4DC9-82C5-6141C53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563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60000"/>
              <a:lumOff val="4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Rectangle 650">
            <a:extLst xmlns:a="http://schemas.openxmlformats.org/drawingml/2006/main">
              <a:ext uri="{FF2B5EF4-FFF2-40B4-BE49-F238E27FC236}">
                <a16:creationId xmlns:a16="http://schemas.microsoft.com/office/drawing/2014/main" id="{C1C124F7-DDB6-4234-B8E9-30B661C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"/>
            <a:ext cx="563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itle 1">
            <a:extLst xmlns:a="http://schemas.openxmlformats.org/drawingml/2006/main">
              <a:ext uri="{FF2B5EF4-FFF2-40B4-BE49-F238E27FC236}">
                <a16:creationId xmlns:a16="http://schemas.microsoft.com/office/drawing/2014/main" id="{1393F3A0-4414-4C12-9D4A-E01A62A2CC9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95476" y="628650"/>
            <a:ext cx="5343525" cy="6858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400" b="1" i="1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the presentation’s main title</a:t>
            </a:r>
            <a:endParaRPr/>
          </a:p>
        </p:txBody>
      </p:sp>
      <p:sp>
        <p:nvSpPr>
          <p:cNvPr id="51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D048F8-FADE-4EB8-890A-C09728856FC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95476" y="1371600"/>
            <a:ext cx="5343525" cy="6858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r>
              <a:t>Subtitle and date (move higher if title is only one line)</a:t>
            </a:r>
            <a:endParaRPr/>
          </a:p>
        </p:txBody>
      </p:sp>
      <p:sp>
        <p:nvSpPr>
          <p:cNvPr id="52" name="Text Placeholder 31">
            <a:extLst xmlns:a="http://schemas.openxmlformats.org/drawingml/2006/main">
              <a:ext uri="{FF2B5EF4-FFF2-40B4-BE49-F238E27FC236}">
                <a16:creationId xmlns:a16="http://schemas.microsoft.com/office/drawing/2014/main" id="{15BFC48D-48F5-42F2-989F-0BFA8F87FAC4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95475" y="281178"/>
            <a:ext cx="4105656" cy="10972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25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www.pwc.com</a:t>
            </a:r>
          </a:p>
        </p:txBody>
      </p:sp>
      <p:sp>
        <p:nvSpPr>
          <p:cNvPr id="12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B6473C0-56AD-4BBC-B04D-EE7895A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116" y="4628244"/>
            <a:ext cx="228600" cy="394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7">
            <a:extLst xmlns:a="http://schemas.openxmlformats.org/drawingml/2006/main">
              <a:ext uri="{FF2B5EF4-FFF2-40B4-BE49-F238E27FC236}">
                <a16:creationId xmlns:a16="http://schemas.microsoft.com/office/drawing/2014/main" id="{923CC801-E00D-49A8-AF92-7C1263C1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592" y="4769861"/>
            <a:ext cx="914400" cy="258492"/>
          </a:xfrm>
          <a:custGeom xmlns:a="http://schemas.openxmlformats.org/drawingml/2006/main">
            <a:rect l="0" t="0" r="r" b="b"/>
            <a:pathLst>
              <a:path w="4127" h="1544">
                <a:moveTo>
                  <a:pt x="640" y="229"/>
                </a:moveTo>
                <a:lnTo>
                  <a:pt x="622" y="229"/>
                </a:lnTo>
                <a:lnTo>
                  <a:pt x="603" y="230"/>
                </a:lnTo>
                <a:lnTo>
                  <a:pt x="581" y="233"/>
                </a:lnTo>
                <a:lnTo>
                  <a:pt x="553" y="235"/>
                </a:lnTo>
                <a:lnTo>
                  <a:pt x="521" y="241"/>
                </a:lnTo>
                <a:lnTo>
                  <a:pt x="521" y="947"/>
                </a:lnTo>
                <a:lnTo>
                  <a:pt x="538" y="949"/>
                </a:lnTo>
                <a:lnTo>
                  <a:pt x="553" y="949"/>
                </a:lnTo>
                <a:lnTo>
                  <a:pt x="566" y="949"/>
                </a:lnTo>
                <a:lnTo>
                  <a:pt x="578" y="949"/>
                </a:lnTo>
                <a:lnTo>
                  <a:pt x="630" y="946"/>
                </a:lnTo>
                <a:lnTo>
                  <a:pt x="677" y="937"/>
                </a:lnTo>
                <a:lnTo>
                  <a:pt x="720" y="924"/>
                </a:lnTo>
                <a:lnTo>
                  <a:pt x="758" y="905"/>
                </a:lnTo>
                <a:lnTo>
                  <a:pt x="793" y="880"/>
                </a:lnTo>
                <a:lnTo>
                  <a:pt x="824" y="850"/>
                </a:lnTo>
                <a:lnTo>
                  <a:pt x="849" y="815"/>
                </a:lnTo>
                <a:lnTo>
                  <a:pt x="870" y="775"/>
                </a:lnTo>
                <a:lnTo>
                  <a:pt x="886" y="728"/>
                </a:lnTo>
                <a:lnTo>
                  <a:pt x="897" y="678"/>
                </a:lnTo>
                <a:lnTo>
                  <a:pt x="905" y="622"/>
                </a:lnTo>
                <a:lnTo>
                  <a:pt x="907" y="561"/>
                </a:lnTo>
                <a:lnTo>
                  <a:pt x="905" y="505"/>
                </a:lnTo>
                <a:lnTo>
                  <a:pt x="897" y="452"/>
                </a:lnTo>
                <a:lnTo>
                  <a:pt x="886" y="407"/>
                </a:lnTo>
                <a:lnTo>
                  <a:pt x="870" y="366"/>
                </a:lnTo>
                <a:lnTo>
                  <a:pt x="850" y="329"/>
                </a:lnTo>
                <a:lnTo>
                  <a:pt x="826" y="299"/>
                </a:lnTo>
                <a:lnTo>
                  <a:pt x="797" y="274"/>
                </a:lnTo>
                <a:lnTo>
                  <a:pt x="763" y="254"/>
                </a:lnTo>
                <a:lnTo>
                  <a:pt x="727" y="241"/>
                </a:lnTo>
                <a:lnTo>
                  <a:pt x="686" y="232"/>
                </a:lnTo>
                <a:lnTo>
                  <a:pt x="640" y="229"/>
                </a:lnTo>
                <a:close/>
                <a:moveTo>
                  <a:pt x="413" y="3"/>
                </a:moveTo>
                <a:lnTo>
                  <a:pt x="521" y="3"/>
                </a:lnTo>
                <a:lnTo>
                  <a:pt x="521" y="143"/>
                </a:lnTo>
                <a:lnTo>
                  <a:pt x="566" y="117"/>
                </a:lnTo>
                <a:lnTo>
                  <a:pt x="607" y="93"/>
                </a:lnTo>
                <a:lnTo>
                  <a:pt x="643" y="74"/>
                </a:lnTo>
                <a:lnTo>
                  <a:pt x="677" y="57"/>
                </a:lnTo>
                <a:lnTo>
                  <a:pt x="707" y="44"/>
                </a:lnTo>
                <a:lnTo>
                  <a:pt x="735" y="33"/>
                </a:lnTo>
                <a:lnTo>
                  <a:pt x="761" y="24"/>
                </a:lnTo>
                <a:lnTo>
                  <a:pt x="785" y="18"/>
                </a:lnTo>
                <a:lnTo>
                  <a:pt x="809" y="13"/>
                </a:lnTo>
                <a:lnTo>
                  <a:pt x="831" y="10"/>
                </a:lnTo>
                <a:lnTo>
                  <a:pt x="855" y="9"/>
                </a:lnTo>
                <a:lnTo>
                  <a:pt x="879" y="8"/>
                </a:lnTo>
                <a:lnTo>
                  <a:pt x="931" y="12"/>
                </a:lnTo>
                <a:lnTo>
                  <a:pt x="980" y="23"/>
                </a:lnTo>
                <a:lnTo>
                  <a:pt x="1026" y="40"/>
                </a:lnTo>
                <a:lnTo>
                  <a:pt x="1070" y="64"/>
                </a:lnTo>
                <a:lnTo>
                  <a:pt x="1110" y="94"/>
                </a:lnTo>
                <a:lnTo>
                  <a:pt x="1148" y="130"/>
                </a:lnTo>
                <a:lnTo>
                  <a:pt x="1180" y="172"/>
                </a:lnTo>
                <a:lnTo>
                  <a:pt x="1209" y="218"/>
                </a:lnTo>
                <a:lnTo>
                  <a:pt x="1233" y="268"/>
                </a:lnTo>
                <a:lnTo>
                  <a:pt x="1252" y="324"/>
                </a:lnTo>
                <a:lnTo>
                  <a:pt x="1265" y="383"/>
                </a:lnTo>
                <a:lnTo>
                  <a:pt x="1274" y="446"/>
                </a:lnTo>
                <a:lnTo>
                  <a:pt x="1278" y="512"/>
                </a:lnTo>
                <a:lnTo>
                  <a:pt x="1274" y="578"/>
                </a:lnTo>
                <a:lnTo>
                  <a:pt x="1265" y="641"/>
                </a:lnTo>
                <a:lnTo>
                  <a:pt x="1252" y="701"/>
                </a:lnTo>
                <a:lnTo>
                  <a:pt x="1232" y="756"/>
                </a:lnTo>
                <a:lnTo>
                  <a:pt x="1205" y="809"/>
                </a:lnTo>
                <a:lnTo>
                  <a:pt x="1175" y="857"/>
                </a:lnTo>
                <a:lnTo>
                  <a:pt x="1140" y="901"/>
                </a:lnTo>
                <a:lnTo>
                  <a:pt x="1099" y="941"/>
                </a:lnTo>
                <a:lnTo>
                  <a:pt x="1054" y="976"/>
                </a:lnTo>
                <a:lnTo>
                  <a:pt x="1005" y="1006"/>
                </a:lnTo>
                <a:lnTo>
                  <a:pt x="951" y="1031"/>
                </a:lnTo>
                <a:lnTo>
                  <a:pt x="894" y="1051"/>
                </a:lnTo>
                <a:lnTo>
                  <a:pt x="831" y="1065"/>
                </a:lnTo>
                <a:lnTo>
                  <a:pt x="766" y="1074"/>
                </a:lnTo>
                <a:lnTo>
                  <a:pt x="696" y="1078"/>
                </a:lnTo>
                <a:lnTo>
                  <a:pt x="670" y="1078"/>
                </a:lnTo>
                <a:lnTo>
                  <a:pt x="637" y="1076"/>
                </a:lnTo>
                <a:lnTo>
                  <a:pt x="601" y="1074"/>
                </a:lnTo>
                <a:lnTo>
                  <a:pt x="561" y="1071"/>
                </a:lnTo>
                <a:lnTo>
                  <a:pt x="521" y="1068"/>
                </a:lnTo>
                <a:lnTo>
                  <a:pt x="521" y="1408"/>
                </a:lnTo>
                <a:lnTo>
                  <a:pt x="692" y="1447"/>
                </a:lnTo>
                <a:lnTo>
                  <a:pt x="692" y="1544"/>
                </a:lnTo>
                <a:lnTo>
                  <a:pt x="18" y="1544"/>
                </a:lnTo>
                <a:lnTo>
                  <a:pt x="18" y="1447"/>
                </a:lnTo>
                <a:lnTo>
                  <a:pt x="171" y="1408"/>
                </a:lnTo>
                <a:lnTo>
                  <a:pt x="171" y="229"/>
                </a:lnTo>
                <a:lnTo>
                  <a:pt x="0" y="229"/>
                </a:lnTo>
                <a:lnTo>
                  <a:pt x="0" y="128"/>
                </a:lnTo>
                <a:lnTo>
                  <a:pt x="413" y="3"/>
                </a:lnTo>
                <a:close/>
                <a:moveTo>
                  <a:pt x="3711" y="0"/>
                </a:moveTo>
                <a:lnTo>
                  <a:pt x="3770" y="3"/>
                </a:lnTo>
                <a:lnTo>
                  <a:pt x="3825" y="9"/>
                </a:lnTo>
                <a:lnTo>
                  <a:pt x="3876" y="20"/>
                </a:lnTo>
                <a:lnTo>
                  <a:pt x="3923" y="34"/>
                </a:lnTo>
                <a:lnTo>
                  <a:pt x="3965" y="53"/>
                </a:lnTo>
                <a:lnTo>
                  <a:pt x="4004" y="75"/>
                </a:lnTo>
                <a:lnTo>
                  <a:pt x="4036" y="100"/>
                </a:lnTo>
                <a:lnTo>
                  <a:pt x="4064" y="129"/>
                </a:lnTo>
                <a:lnTo>
                  <a:pt x="4086" y="160"/>
                </a:lnTo>
                <a:lnTo>
                  <a:pt x="4103" y="194"/>
                </a:lnTo>
                <a:lnTo>
                  <a:pt x="4113" y="232"/>
                </a:lnTo>
                <a:lnTo>
                  <a:pt x="4117" y="271"/>
                </a:lnTo>
                <a:lnTo>
                  <a:pt x="4114" y="304"/>
                </a:lnTo>
                <a:lnTo>
                  <a:pt x="4105" y="334"/>
                </a:lnTo>
                <a:lnTo>
                  <a:pt x="4091" y="362"/>
                </a:lnTo>
                <a:lnTo>
                  <a:pt x="4074" y="387"/>
                </a:lnTo>
                <a:lnTo>
                  <a:pt x="4051" y="407"/>
                </a:lnTo>
                <a:lnTo>
                  <a:pt x="4025" y="423"/>
                </a:lnTo>
                <a:lnTo>
                  <a:pt x="3995" y="436"/>
                </a:lnTo>
                <a:lnTo>
                  <a:pt x="3961" y="443"/>
                </a:lnTo>
                <a:lnTo>
                  <a:pt x="3925" y="446"/>
                </a:lnTo>
                <a:lnTo>
                  <a:pt x="3891" y="444"/>
                </a:lnTo>
                <a:lnTo>
                  <a:pt x="3859" y="438"/>
                </a:lnTo>
                <a:lnTo>
                  <a:pt x="3826" y="428"/>
                </a:lnTo>
                <a:lnTo>
                  <a:pt x="3792" y="413"/>
                </a:lnTo>
                <a:lnTo>
                  <a:pt x="3757" y="394"/>
                </a:lnTo>
                <a:lnTo>
                  <a:pt x="3757" y="114"/>
                </a:lnTo>
                <a:lnTo>
                  <a:pt x="3711" y="125"/>
                </a:lnTo>
                <a:lnTo>
                  <a:pt x="3668" y="140"/>
                </a:lnTo>
                <a:lnTo>
                  <a:pt x="3631" y="162"/>
                </a:lnTo>
                <a:lnTo>
                  <a:pt x="3597" y="187"/>
                </a:lnTo>
                <a:lnTo>
                  <a:pt x="3568" y="218"/>
                </a:lnTo>
                <a:lnTo>
                  <a:pt x="3543" y="253"/>
                </a:lnTo>
                <a:lnTo>
                  <a:pt x="3523" y="294"/>
                </a:lnTo>
                <a:lnTo>
                  <a:pt x="3508" y="339"/>
                </a:lnTo>
                <a:lnTo>
                  <a:pt x="3497" y="391"/>
                </a:lnTo>
                <a:lnTo>
                  <a:pt x="3489" y="447"/>
                </a:lnTo>
                <a:lnTo>
                  <a:pt x="3487" y="507"/>
                </a:lnTo>
                <a:lnTo>
                  <a:pt x="3489" y="565"/>
                </a:lnTo>
                <a:lnTo>
                  <a:pt x="3497" y="617"/>
                </a:lnTo>
                <a:lnTo>
                  <a:pt x="3509" y="667"/>
                </a:lnTo>
                <a:lnTo>
                  <a:pt x="3526" y="712"/>
                </a:lnTo>
                <a:lnTo>
                  <a:pt x="3547" y="753"/>
                </a:lnTo>
                <a:lnTo>
                  <a:pt x="3571" y="790"/>
                </a:lnTo>
                <a:lnTo>
                  <a:pt x="3600" y="821"/>
                </a:lnTo>
                <a:lnTo>
                  <a:pt x="3632" y="847"/>
                </a:lnTo>
                <a:lnTo>
                  <a:pt x="3668" y="869"/>
                </a:lnTo>
                <a:lnTo>
                  <a:pt x="3707" y="885"/>
                </a:lnTo>
                <a:lnTo>
                  <a:pt x="3750" y="894"/>
                </a:lnTo>
                <a:lnTo>
                  <a:pt x="3795" y="897"/>
                </a:lnTo>
                <a:lnTo>
                  <a:pt x="3821" y="896"/>
                </a:lnTo>
                <a:lnTo>
                  <a:pt x="3847" y="894"/>
                </a:lnTo>
                <a:lnTo>
                  <a:pt x="3874" y="889"/>
                </a:lnTo>
                <a:lnTo>
                  <a:pt x="3901" y="881"/>
                </a:lnTo>
                <a:lnTo>
                  <a:pt x="3931" y="872"/>
                </a:lnTo>
                <a:lnTo>
                  <a:pt x="3964" y="861"/>
                </a:lnTo>
                <a:lnTo>
                  <a:pt x="3999" y="846"/>
                </a:lnTo>
                <a:lnTo>
                  <a:pt x="4036" y="830"/>
                </a:lnTo>
                <a:lnTo>
                  <a:pt x="4079" y="810"/>
                </a:lnTo>
                <a:lnTo>
                  <a:pt x="4127" y="787"/>
                </a:lnTo>
                <a:lnTo>
                  <a:pt x="4127" y="976"/>
                </a:lnTo>
                <a:lnTo>
                  <a:pt x="4069" y="1001"/>
                </a:lnTo>
                <a:lnTo>
                  <a:pt x="4016" y="1024"/>
                </a:lnTo>
                <a:lnTo>
                  <a:pt x="3966" y="1041"/>
                </a:lnTo>
                <a:lnTo>
                  <a:pt x="3919" y="1058"/>
                </a:lnTo>
                <a:lnTo>
                  <a:pt x="3874" y="1070"/>
                </a:lnTo>
                <a:lnTo>
                  <a:pt x="3830" y="1080"/>
                </a:lnTo>
                <a:lnTo>
                  <a:pt x="3786" y="1086"/>
                </a:lnTo>
                <a:lnTo>
                  <a:pt x="3742" y="1091"/>
                </a:lnTo>
                <a:lnTo>
                  <a:pt x="3697" y="1094"/>
                </a:lnTo>
                <a:lnTo>
                  <a:pt x="3651" y="1095"/>
                </a:lnTo>
                <a:lnTo>
                  <a:pt x="3588" y="1093"/>
                </a:lnTo>
                <a:lnTo>
                  <a:pt x="3530" y="1086"/>
                </a:lnTo>
                <a:lnTo>
                  <a:pt x="3476" y="1075"/>
                </a:lnTo>
                <a:lnTo>
                  <a:pt x="3426" y="1060"/>
                </a:lnTo>
                <a:lnTo>
                  <a:pt x="3378" y="1039"/>
                </a:lnTo>
                <a:lnTo>
                  <a:pt x="3334" y="1014"/>
                </a:lnTo>
                <a:lnTo>
                  <a:pt x="3294" y="984"/>
                </a:lnTo>
                <a:lnTo>
                  <a:pt x="3255" y="947"/>
                </a:lnTo>
                <a:lnTo>
                  <a:pt x="3219" y="907"/>
                </a:lnTo>
                <a:lnTo>
                  <a:pt x="3188" y="865"/>
                </a:lnTo>
                <a:lnTo>
                  <a:pt x="3162" y="820"/>
                </a:lnTo>
                <a:lnTo>
                  <a:pt x="3140" y="772"/>
                </a:lnTo>
                <a:lnTo>
                  <a:pt x="3124" y="722"/>
                </a:lnTo>
                <a:lnTo>
                  <a:pt x="3111" y="670"/>
                </a:lnTo>
                <a:lnTo>
                  <a:pt x="3104" y="616"/>
                </a:lnTo>
                <a:lnTo>
                  <a:pt x="3101" y="561"/>
                </a:lnTo>
                <a:lnTo>
                  <a:pt x="3105" y="494"/>
                </a:lnTo>
                <a:lnTo>
                  <a:pt x="3115" y="433"/>
                </a:lnTo>
                <a:lnTo>
                  <a:pt x="3130" y="373"/>
                </a:lnTo>
                <a:lnTo>
                  <a:pt x="3153" y="318"/>
                </a:lnTo>
                <a:lnTo>
                  <a:pt x="3179" y="267"/>
                </a:lnTo>
                <a:lnTo>
                  <a:pt x="3213" y="219"/>
                </a:lnTo>
                <a:lnTo>
                  <a:pt x="3250" y="175"/>
                </a:lnTo>
                <a:lnTo>
                  <a:pt x="3293" y="135"/>
                </a:lnTo>
                <a:lnTo>
                  <a:pt x="3341" y="102"/>
                </a:lnTo>
                <a:lnTo>
                  <a:pt x="3392" y="72"/>
                </a:lnTo>
                <a:lnTo>
                  <a:pt x="3448" y="47"/>
                </a:lnTo>
                <a:lnTo>
                  <a:pt x="3508" y="27"/>
                </a:lnTo>
                <a:lnTo>
                  <a:pt x="3573" y="12"/>
                </a:lnTo>
                <a:lnTo>
                  <a:pt x="3640" y="3"/>
                </a:lnTo>
                <a:lnTo>
                  <a:pt x="3711" y="0"/>
                </a:lnTo>
                <a:close/>
                <a:moveTo>
                  <a:pt x="2910" y="0"/>
                </a:moveTo>
                <a:lnTo>
                  <a:pt x="2948" y="4"/>
                </a:lnTo>
                <a:lnTo>
                  <a:pt x="2983" y="14"/>
                </a:lnTo>
                <a:lnTo>
                  <a:pt x="3014" y="30"/>
                </a:lnTo>
                <a:lnTo>
                  <a:pt x="3040" y="52"/>
                </a:lnTo>
                <a:lnTo>
                  <a:pt x="3063" y="78"/>
                </a:lnTo>
                <a:lnTo>
                  <a:pt x="3079" y="109"/>
                </a:lnTo>
                <a:lnTo>
                  <a:pt x="3089" y="142"/>
                </a:lnTo>
                <a:lnTo>
                  <a:pt x="3093" y="178"/>
                </a:lnTo>
                <a:lnTo>
                  <a:pt x="3091" y="203"/>
                </a:lnTo>
                <a:lnTo>
                  <a:pt x="3088" y="227"/>
                </a:lnTo>
                <a:lnTo>
                  <a:pt x="3081" y="252"/>
                </a:lnTo>
                <a:lnTo>
                  <a:pt x="3071" y="277"/>
                </a:lnTo>
                <a:lnTo>
                  <a:pt x="3060" y="303"/>
                </a:lnTo>
                <a:lnTo>
                  <a:pt x="3044" y="331"/>
                </a:lnTo>
                <a:lnTo>
                  <a:pt x="3025" y="361"/>
                </a:lnTo>
                <a:lnTo>
                  <a:pt x="3004" y="393"/>
                </a:lnTo>
                <a:lnTo>
                  <a:pt x="2978" y="429"/>
                </a:lnTo>
                <a:lnTo>
                  <a:pt x="2948" y="468"/>
                </a:lnTo>
                <a:lnTo>
                  <a:pt x="2914" y="512"/>
                </a:lnTo>
                <a:lnTo>
                  <a:pt x="2876" y="561"/>
                </a:lnTo>
                <a:lnTo>
                  <a:pt x="2472" y="1078"/>
                </a:lnTo>
                <a:lnTo>
                  <a:pt x="2182" y="1078"/>
                </a:lnTo>
                <a:lnTo>
                  <a:pt x="2182" y="424"/>
                </a:lnTo>
                <a:lnTo>
                  <a:pt x="1784" y="1078"/>
                </a:lnTo>
                <a:lnTo>
                  <a:pt x="1518" y="1078"/>
                </a:lnTo>
                <a:lnTo>
                  <a:pt x="1518" y="234"/>
                </a:lnTo>
                <a:lnTo>
                  <a:pt x="1313" y="214"/>
                </a:lnTo>
                <a:lnTo>
                  <a:pt x="1313" y="118"/>
                </a:lnTo>
                <a:lnTo>
                  <a:pt x="1690" y="25"/>
                </a:lnTo>
                <a:lnTo>
                  <a:pt x="1832" y="25"/>
                </a:lnTo>
                <a:lnTo>
                  <a:pt x="1832" y="713"/>
                </a:lnTo>
                <a:lnTo>
                  <a:pt x="2247" y="25"/>
                </a:lnTo>
                <a:lnTo>
                  <a:pt x="2497" y="25"/>
                </a:lnTo>
                <a:lnTo>
                  <a:pt x="2497" y="822"/>
                </a:lnTo>
                <a:lnTo>
                  <a:pt x="2759" y="473"/>
                </a:lnTo>
                <a:lnTo>
                  <a:pt x="2759" y="62"/>
                </a:lnTo>
                <a:lnTo>
                  <a:pt x="2779" y="44"/>
                </a:lnTo>
                <a:lnTo>
                  <a:pt x="2806" y="27"/>
                </a:lnTo>
                <a:lnTo>
                  <a:pt x="2837" y="13"/>
                </a:lnTo>
                <a:lnTo>
                  <a:pt x="2872" y="4"/>
                </a:lnTo>
                <a:lnTo>
                  <a:pt x="29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2DD46-4067-4452-B6E3-3C684E5AE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14350"/>
            <a:ext cx="8077200" cy="685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14575EB8-4975-417A-A29D-584FAAB8012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33400" y="4400550"/>
            <a:ext cx="4800600" cy="5715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75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Add legal and copyright disclaimers here.</a:t>
            </a:r>
          </a:p>
        </p:txBody>
      </p:sp>
      <p:cxnSp>
        <p:nvCxnSpPr>
          <p:cNvPr id="14" name="Shape 6"/>
          <p:cNvCxnSpPr/>
          <p:nvPr/>
        </p:nvCxnSpPr>
        <p:spPr>
          <a:xfrm xmlns:a="http://schemas.openxmlformats.org/drawingml/2006/main" rot="5400000" flipH="1" flipV="1">
            <a:off x="4438652" y="-3600450"/>
            <a:ext cx="114299" cy="8229600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34.xml><?xml version="1.0" encoding="utf-8"?>
<p:sldLayout xmlns:p="http://schemas.openxmlformats.org/presentationml/2006/main" userDrawn="1">
  <p:cSld name="Cover Pag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245566-95EC-4DBD-9DDD-9EB50839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2" y="1134"/>
            <a:ext cx="4343081" cy="5904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1630" tIns="40816" rIns="81630" bIns="40816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833722ba747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5616" y="299482"/>
            <a:ext cx="5072017" cy="4643999"/>
          </a:xfrm>
          <a:prstGeom xmlns:a="http://schemas.openxmlformats.org/drawingml/2006/main" prst="rect">
            <a:avLst/>
          </a:prstGeom>
        </p:spPr>
      </p:pic>
      <p:pic>
        <p:nvPicPr>
          <p:cNvPr id="3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15a1d746d49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0832" y="2211117"/>
            <a:ext cx="1012168" cy="298621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9FB541-F174-436F-BDDA-1B57C88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521029"/>
            <a:ext cx="4343081" cy="5904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1630" tIns="40816" rIns="81630" bIns="40816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 Box">
            <a:extLst xmlns:a="http://schemas.openxmlformats.org/drawingml/2006/main">
              <a:ext uri="{FF2B5EF4-FFF2-40B4-BE49-F238E27FC236}">
                <a16:creationId xmlns:a16="http://schemas.microsoft.com/office/drawing/2014/main" id="{6DC99748-E4A2-40B0-AB12-DD78825A327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264152" y="1923323"/>
            <a:ext cx="3328988" cy="27736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81623" tIns="40811" rIns="81623" bIns="40811"/>
          <a:lstStyle xmlns:a="http://schemas.openxmlformats.org/drawingml/2006/main">
            <a:lvl1pPr marL="0" indent="0">
              <a:spcBef>
                <a:spcPts val="507"/>
              </a:spcBef>
              <a:buFont typeface="Arial"/>
              <a:buNone/>
              <a:defRPr sz="14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>
              <a:spcBef>
                <a:spcPts val="600"/>
              </a:spcBef>
              <a:buNone/>
            </a:pPr>
            <a:r>
              <a:rPr sz="1400">
                <a:solidFill>
                  <a:srgbClr val="413F41"/>
                </a:solidFill>
                <a:latin typeface="Arial"/>
                <a:ea typeface="Arial"/>
                <a:cs typeface="Arial"/>
              </a:rPr>
              <a:t>Committee Name</a:t>
            </a:r>
            <a:br/>
            <a:r>
              <a:rPr sz="2100">
                <a:solidFill>
                  <a:srgbClr val="DA291C"/>
                </a:solidFill>
                <a:latin typeface="Arial"/>
                <a:ea typeface="Arial"/>
                <a:cs typeface="Arial"/>
              </a:rPr>
              <a:t>Cover page</a:t>
            </a: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Presenter Name(s)</a:t>
            </a:r>
          </a:p>
          <a:p xmlns:a="http://schemas.openxmlformats.org/drawingml/2006/main">
            <a:pPr marL="0" indent="0">
              <a:spcBef>
                <a:spcPts val="600"/>
              </a:spcBef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Month </a:t>
            </a:r>
            <a:r>
              <a:rPr sz="1400">
                <a:latin typeface="Arial"/>
                <a:ea typeface="Arial"/>
                <a:cs typeface="Arial"/>
              </a:rPr>
              <a:t>DDth</a:t>
            </a:r>
            <a:r>
              <a:rPr sz="1400">
                <a:latin typeface="Arial"/>
                <a:ea typeface="Arial"/>
                <a:cs typeface="Arial"/>
              </a:rPr>
              <a:t>, YY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3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D56E9217-2B88-447D-B893-A66233814106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25455" y="1950885"/>
            <a:ext cx="1618850" cy="1032540"/>
          </a:xfrm>
          <a:prstGeom xmlns:a="http://schemas.openxmlformats.org/drawingml/2006/main" prst="roundRect">
            <a:avLst>
              <a:gd name="adj" fmla="val 3941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700" b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24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3FC2D0D8-9874-4A1C-A5BA-B58B494D6DF8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98964" y="2843893"/>
            <a:ext cx="665390" cy="868629"/>
          </a:xfrm>
          <a:prstGeom xmlns:a="http://schemas.openxmlformats.org/drawingml/2006/main" prst="roundRect">
            <a:avLst>
              <a:gd name="adj" fmla="val 7545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600" b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25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C926449-16A8-423F-A544-D6474FD843B8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48783" y="303644"/>
            <a:ext cx="798881" cy="696314"/>
          </a:xfrm>
          <a:prstGeom xmlns:a="http://schemas.openxmlformats.org/drawingml/2006/main" prst="roundRect">
            <a:avLst>
              <a:gd name="adj" fmla="val 10948"/>
            </a:avLst>
          </a:prstGeom>
        </p:spPr>
        <p:txBody>
          <a:bodyPr xmlns:a="http://schemas.openxmlformats.org/drawingml/2006/main" vert="horz" lIns="96661" tIns="48331" rIns="96661" bIns="48331"/>
          <a:lstStyle xmlns:a="http://schemas.openxmlformats.org/drawingml/2006/main">
            <a:lvl1pPr marL="0" indent="0">
              <a:buNone/>
              <a:defRPr sz="700" b="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Drag picture to placeholder or click icon to add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A8A31B6-748E-474B-AC6F-1E2BDC40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33" y="1038711"/>
            <a:ext cx="1204782" cy="850012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7243F84-77AE-4805-BE80-BCED86B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53" y="1945852"/>
            <a:ext cx="672939" cy="1043183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E4A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         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10e8c0a754351" /><Relationship Type="http://schemas.openxmlformats.org/officeDocument/2006/relationships/slideLayout" Target="/ppt/slideLayouts/slideLayout1.xml" Id="Rffef8ffa582047ac" /><Relationship Type="http://schemas.openxmlformats.org/officeDocument/2006/relationships/slideLayout" Target="/ppt/slideLayouts/slideLayout2.xml" Id="R725496c0f1a6469b" /><Relationship Type="http://schemas.openxmlformats.org/officeDocument/2006/relationships/slideLayout" Target="/ppt/slideLayouts/slideLayout3.xml" Id="R4376799407fa46c7" /><Relationship Type="http://schemas.openxmlformats.org/officeDocument/2006/relationships/slideLayout" Target="/ppt/slideLayouts/slideLayout4.xml" Id="R01b98ab8540546fd" /><Relationship Type="http://schemas.openxmlformats.org/officeDocument/2006/relationships/slideLayout" Target="/ppt/slideLayouts/slideLayout5.xml" Id="R889999c5e6bd4b82" /><Relationship Type="http://schemas.openxmlformats.org/officeDocument/2006/relationships/slideLayout" Target="/ppt/slideLayouts/slideLayout6.xml" Id="Rc6ac6c2a9ebe4f8f" /><Relationship Type="http://schemas.openxmlformats.org/officeDocument/2006/relationships/slideLayout" Target="/ppt/slideLayouts/slideLayout7.xml" Id="R5aef48d826d54896" /><Relationship Type="http://schemas.openxmlformats.org/officeDocument/2006/relationships/slideLayout" Target="/ppt/slideLayouts/slideLayout8.xml" Id="Ra67d173e12724281" /><Relationship Type="http://schemas.openxmlformats.org/officeDocument/2006/relationships/slideLayout" Target="/ppt/slideLayouts/slideLayout9.xml" Id="R6b24f080ec6b482f" /><Relationship Type="http://schemas.openxmlformats.org/officeDocument/2006/relationships/slideLayout" Target="/ppt/slideLayouts/slideLayout10.xml" Id="R6f79979b3a244c39" /><Relationship Type="http://schemas.openxmlformats.org/officeDocument/2006/relationships/slideLayout" Target="/ppt/slideLayouts/slideLayout11.xml" Id="Rcaa68348159e49b0" /><Relationship Type="http://schemas.openxmlformats.org/officeDocument/2006/relationships/slideLayout" Target="/ppt/slideLayouts/slideLayout12.xml" Id="R6902296a895243a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b22af9573d54692" /><Relationship Type="http://schemas.openxmlformats.org/officeDocument/2006/relationships/slideLayout" Target="/ppt/slideLayouts/slideLayout13.xml" Id="R0925aa62fe0d4b16" /><Relationship Type="http://schemas.openxmlformats.org/officeDocument/2006/relationships/slideLayout" Target="/ppt/slideLayouts/slideLayout14.xml" Id="Rc23f336c99f04a40" /><Relationship Type="http://schemas.openxmlformats.org/officeDocument/2006/relationships/slideLayout" Target="/ppt/slideLayouts/slideLayout15.xml" Id="R0eaa088e4f2f4ecb" /><Relationship Type="http://schemas.openxmlformats.org/officeDocument/2006/relationships/slideLayout" Target="/ppt/slideLayouts/slideLayout16.xml" Id="R089cfc563f8b48b4" /><Relationship Type="http://schemas.openxmlformats.org/officeDocument/2006/relationships/slideLayout" Target="/ppt/slideLayouts/slideLayout17.xml" Id="R0bd5cc51f4ab4b75" /><Relationship Type="http://schemas.openxmlformats.org/officeDocument/2006/relationships/slideLayout" Target="/ppt/slideLayouts/slideLayout18.xml" Id="R85a72411568545eb" /><Relationship Type="http://schemas.openxmlformats.org/officeDocument/2006/relationships/slideLayout" Target="/ppt/slideLayouts/slideLayout19.xml" Id="R44255c35f6b348f3" /><Relationship Type="http://schemas.openxmlformats.org/officeDocument/2006/relationships/slideLayout" Target="/ppt/slideLayouts/slideLayout20.xml" Id="R4e642f81d79c467a" /><Relationship Type="http://schemas.openxmlformats.org/officeDocument/2006/relationships/slideLayout" Target="/ppt/slideLayouts/slideLayout21.xml" Id="Rde093258b9584f9c" /><Relationship Type="http://schemas.openxmlformats.org/officeDocument/2006/relationships/slideLayout" Target="/ppt/slideLayouts/slideLayout22.xml" Id="R2d98d3a58bcd4344" /><Relationship Type="http://schemas.openxmlformats.org/officeDocument/2006/relationships/slideLayout" Target="/ppt/slideLayouts/slideLayout23.xml" Id="R0db2740fe09b4748" /><Relationship Type="http://schemas.openxmlformats.org/officeDocument/2006/relationships/slideLayout" Target="/ppt/slideLayouts/slideLayout24.xml" Id="R9b9e80e2b4b0439a" /><Relationship Type="http://schemas.openxmlformats.org/officeDocument/2006/relationships/slideLayout" Target="/ppt/slideLayouts/slideLayout25.xml" Id="R9a3895cba3ab49a7" /><Relationship Type="http://schemas.openxmlformats.org/officeDocument/2006/relationships/slideLayout" Target="/ppt/slideLayouts/slideLayout26.xml" Id="R065ba81b7a1346c7" /><Relationship Type="http://schemas.openxmlformats.org/officeDocument/2006/relationships/slideLayout" Target="/ppt/slideLayouts/slideLayout27.xml" Id="Rfb91f6b2a671440d" /><Relationship Type="http://schemas.openxmlformats.org/officeDocument/2006/relationships/slideLayout" Target="/ppt/slideLayouts/slideLayout28.xml" Id="Rb6360d56833346fa" /><Relationship Type="http://schemas.openxmlformats.org/officeDocument/2006/relationships/slideLayout" Target="/ppt/slideLayouts/slideLayout29.xml" Id="Rffb76c5f46c241b3" /><Relationship Type="http://schemas.openxmlformats.org/officeDocument/2006/relationships/slideLayout" Target="/ppt/slideLayouts/slideLayout30.xml" Id="R05f13eff69d14f0b" /><Relationship Type="http://schemas.openxmlformats.org/officeDocument/2006/relationships/slideLayout" Target="/ppt/slideLayouts/slideLayout31.xml" Id="R606364ddd3a84838" /><Relationship Type="http://schemas.openxmlformats.org/officeDocument/2006/relationships/slideLayout" Target="/ppt/slideLayouts/slideLayout32.xml" Id="Rbdc17a40985744f8" /><Relationship Type="http://schemas.openxmlformats.org/officeDocument/2006/relationships/slideLayout" Target="/ppt/slideLayouts/slideLayout33.xml" Id="R64cd9c8c956e492a" /><Relationship Type="http://schemas.openxmlformats.org/officeDocument/2006/relationships/slideLayout" Target="/ppt/slideLayouts/slideLayout34.xml" Id="Rf976dd105b624b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B54E897-5712-4BD0-BB4D-F3914D2BA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C254EB-A05B-4606-A28E-F7D3B08154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ef8ffa582047ac"/>
    <p:sldLayoutId xmlns:r="http://schemas.openxmlformats.org/officeDocument/2006/relationships" id="2147483650" r:id="R725496c0f1a6469b"/>
    <p:sldLayoutId xmlns:r="http://schemas.openxmlformats.org/officeDocument/2006/relationships" id="2147483651" r:id="R4376799407fa46c7"/>
    <p:sldLayoutId xmlns:r="http://schemas.openxmlformats.org/officeDocument/2006/relationships" id="2147483652" r:id="R01b98ab8540546fd"/>
    <p:sldLayoutId xmlns:r="http://schemas.openxmlformats.org/officeDocument/2006/relationships" id="2147483653" r:id="R889999c5e6bd4b82"/>
    <p:sldLayoutId xmlns:r="http://schemas.openxmlformats.org/officeDocument/2006/relationships" id="2147483654" r:id="Rc6ac6c2a9ebe4f8f"/>
    <p:sldLayoutId xmlns:r="http://schemas.openxmlformats.org/officeDocument/2006/relationships" id="2147483655" r:id="R5aef48d826d54896"/>
    <p:sldLayoutId xmlns:r="http://schemas.openxmlformats.org/officeDocument/2006/relationships" id="2147483656" r:id="Ra67d173e12724281"/>
    <p:sldLayoutId xmlns:r="http://schemas.openxmlformats.org/officeDocument/2006/relationships" id="2147483657" r:id="R6b24f080ec6b482f"/>
    <p:sldLayoutId xmlns:r="http://schemas.openxmlformats.org/officeDocument/2006/relationships" id="2147483658" r:id="R6f79979b3a244c39"/>
    <p:sldLayoutId xmlns:r="http://schemas.openxmlformats.org/officeDocument/2006/relationships" id="2147483659" r:id="Rcaa68348159e49b0"/>
    <p:sldLayoutId xmlns:r="http://schemas.openxmlformats.org/officeDocument/2006/relationships" id="2147483660" r:id="R6902296a895243ac"/>
  </p:sldLayoutIdLst>
  <p:hf sldNum="0"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7FB029-31EC-42D5-92F4-167309893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1" y="514350"/>
            <a:ext cx="807720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34C681-1534-48EA-9BF0-6841D2E7E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3402" y="1314450"/>
            <a:ext cx="8077199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4CD34C-1139-44F4-B5E9-D556BDDFC0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30352" y="4743450"/>
            <a:ext cx="5260848" cy="1131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>
              <a:buNone/>
              <a:defRPr sz="75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0925aa62fe0d4b16"/>
    <p:sldLayoutId xmlns:r="http://schemas.openxmlformats.org/officeDocument/2006/relationships" id="2147483663" r:id="Rc23f336c99f04a40"/>
    <p:sldLayoutId xmlns:r="http://schemas.openxmlformats.org/officeDocument/2006/relationships" id="2147483664" r:id="R0eaa088e4f2f4ecb"/>
    <p:sldLayoutId xmlns:r="http://schemas.openxmlformats.org/officeDocument/2006/relationships" id="2147483665" r:id="R089cfc563f8b48b4"/>
    <p:sldLayoutId xmlns:r="http://schemas.openxmlformats.org/officeDocument/2006/relationships" id="2147483666" r:id="R0bd5cc51f4ab4b75"/>
    <p:sldLayoutId xmlns:r="http://schemas.openxmlformats.org/officeDocument/2006/relationships" id="2147483667" r:id="R85a72411568545eb"/>
    <p:sldLayoutId xmlns:r="http://schemas.openxmlformats.org/officeDocument/2006/relationships" id="2147483668" r:id="R44255c35f6b348f3"/>
    <p:sldLayoutId xmlns:r="http://schemas.openxmlformats.org/officeDocument/2006/relationships" id="2147483669" r:id="R4e642f81d79c467a"/>
    <p:sldLayoutId xmlns:r="http://schemas.openxmlformats.org/officeDocument/2006/relationships" id="2147483670" r:id="Rde093258b9584f9c"/>
    <p:sldLayoutId xmlns:r="http://schemas.openxmlformats.org/officeDocument/2006/relationships" id="2147483671" r:id="R2d98d3a58bcd4344"/>
    <p:sldLayoutId xmlns:r="http://schemas.openxmlformats.org/officeDocument/2006/relationships" id="2147483672" r:id="R0db2740fe09b4748"/>
    <p:sldLayoutId xmlns:r="http://schemas.openxmlformats.org/officeDocument/2006/relationships" id="2147483673" r:id="R9b9e80e2b4b0439a"/>
    <p:sldLayoutId xmlns:r="http://schemas.openxmlformats.org/officeDocument/2006/relationships" id="2147483674" r:id="R9a3895cba3ab49a7"/>
    <p:sldLayoutId xmlns:r="http://schemas.openxmlformats.org/officeDocument/2006/relationships" id="2147483675" r:id="R065ba81b7a1346c7"/>
    <p:sldLayoutId xmlns:r="http://schemas.openxmlformats.org/officeDocument/2006/relationships" id="2147483676" r:id="Rfb91f6b2a671440d"/>
    <p:sldLayoutId xmlns:r="http://schemas.openxmlformats.org/officeDocument/2006/relationships" id="2147483677" r:id="Rb6360d56833346fa"/>
    <p:sldLayoutId xmlns:r="http://schemas.openxmlformats.org/officeDocument/2006/relationships" id="2147483678" r:id="Rffb76c5f46c241b3"/>
    <p:sldLayoutId xmlns:r="http://schemas.openxmlformats.org/officeDocument/2006/relationships" id="2147483679" r:id="R05f13eff69d14f0b"/>
    <p:sldLayoutId xmlns:r="http://schemas.openxmlformats.org/officeDocument/2006/relationships" id="2147483680" r:id="R606364ddd3a84838"/>
    <p:sldLayoutId xmlns:r="http://schemas.openxmlformats.org/officeDocument/2006/relationships" id="2147483681" r:id="Rbdc17a40985744f8"/>
    <p:sldLayoutId xmlns:r="http://schemas.openxmlformats.org/officeDocument/2006/relationships" id="2147483682" r:id="R64cd9c8c956e492a"/>
    <p:sldLayoutId xmlns:r="http://schemas.openxmlformats.org/officeDocument/2006/relationships" id="2147483683" r:id="Rf976dd105b624baf"/>
  </p:sldLayoutIdLst>
  <p:hf hdr="0"/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1800" b="1" i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marR="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SzTx/>
        <a:buFontTx/>
        <a:buNone/>
        <a:defRPr sz="1500" kern="1200">
          <a:solidFill>
            <a:schemeClr val="tx1"/>
          </a:solidFill>
          <a:latin typeface="Georgia"/>
          <a:ea typeface="Georgia"/>
          <a:cs typeface="Georgia"/>
        </a:defRPr>
      </a:lvl1pPr>
      <a:lvl2pPr xmlns:a="http://schemas.openxmlformats.org/drawingml/2006/main" marL="20574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/>
        <a:buChar char="•"/>
        <a:defRPr sz="1500" kern="1200">
          <a:solidFill>
            <a:schemeClr val="tx1"/>
          </a:solidFill>
          <a:latin typeface="Georgia"/>
          <a:ea typeface="Georgia"/>
          <a:cs typeface="Georgia"/>
        </a:defRPr>
      </a:lvl2pPr>
      <a:lvl3pPr xmlns:a="http://schemas.openxmlformats.org/drawingml/2006/main" marL="41148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/>
        <a:buChar char="-"/>
        <a:defRPr sz="1500" kern="1200">
          <a:solidFill>
            <a:schemeClr val="tx1"/>
          </a:solidFill>
          <a:latin typeface="Georgia"/>
          <a:ea typeface="Georgia"/>
          <a:cs typeface="Georgia"/>
        </a:defRPr>
      </a:lvl3pPr>
      <a:lvl4pPr xmlns:a="http://schemas.openxmlformats.org/drawingml/2006/main" marL="61722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/>
        <a:buChar char="◦"/>
        <a:defRPr sz="1500" kern="1200">
          <a:solidFill>
            <a:schemeClr val="tx1"/>
          </a:solidFill>
          <a:latin typeface="Georgia"/>
          <a:ea typeface="Georgia"/>
          <a:cs typeface="Georgia"/>
        </a:defRPr>
      </a:lvl4pPr>
      <a:lvl5pPr xmlns:a="http://schemas.openxmlformats.org/drawingml/2006/main" marL="82296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/>
        <a:buChar char="›"/>
        <a:defRPr sz="1500" kern="1200" baseline="0">
          <a:solidFill>
            <a:schemeClr val="tx1"/>
          </a:solidFill>
          <a:latin typeface="Georgia"/>
          <a:ea typeface="Georgia"/>
          <a:cs typeface="Georgia"/>
        </a:defRPr>
      </a:lvl5pPr>
      <a:lvl6pPr xmlns:a="http://schemas.openxmlformats.org/drawingml/2006/main" marL="205740" marR="0" indent="-205740" algn="l" defTabSz="685800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SzPct val="100000"/>
        <a:buFont typeface="+mj-lt"/>
        <a:buAutoNum type="arabicPeriod"/>
        <a:defRPr sz="1500" kern="1200" baseline="0">
          <a:solidFill>
            <a:schemeClr val="tx1"/>
          </a:solidFill>
          <a:latin typeface="Georgia"/>
          <a:ea typeface="Georgia"/>
          <a:cs typeface="Georgia"/>
        </a:defRPr>
      </a:lvl6pPr>
      <a:lvl7pPr xmlns:a="http://schemas.openxmlformats.org/drawingml/2006/main" marL="411480" indent="-205740" algn="l" defTabSz="685800">
        <a:lnSpc>
          <a:spcPct val="100000"/>
        </a:lnSpc>
        <a:spcBef>
          <a:spcPts val="0"/>
        </a:spcBef>
        <a:spcAft>
          <a:spcPts val="675"/>
        </a:spcAft>
        <a:buSzPct val="100000"/>
        <a:buFont typeface="+mj-lt"/>
        <a:buAutoNum type="alphaLcPeriod"/>
        <a:defRPr sz="1500" kern="1200" baseline="0">
          <a:solidFill>
            <a:schemeClr val="tx1"/>
          </a:solidFill>
          <a:latin typeface="Georgia"/>
          <a:ea typeface="Georgia"/>
          <a:cs typeface="Georgia"/>
        </a:defRPr>
      </a:lvl7pPr>
      <a:lvl8pPr xmlns:a="http://schemas.openxmlformats.org/drawingml/2006/main" marL="617220" indent="-205740" algn="l" defTabSz="685800">
        <a:lnSpc>
          <a:spcPct val="100000"/>
        </a:lnSpc>
        <a:spcBef>
          <a:spcPts val="0"/>
        </a:spcBef>
        <a:spcAft>
          <a:spcPts val="675"/>
        </a:spcAft>
        <a:buSzPct val="100000"/>
        <a:buFont typeface="+mj-lt"/>
        <a:buAutoNum type="romanLcPeriod"/>
        <a:defRPr sz="1500" kern="1200" baseline="0">
          <a:solidFill>
            <a:schemeClr val="tx1"/>
          </a:solidFill>
          <a:latin typeface="Georgia"/>
          <a:ea typeface="Georgia"/>
          <a:cs typeface="Georgia"/>
        </a:defRPr>
      </a:lvl8pPr>
      <a:lvl9pPr xmlns:a="http://schemas.openxmlformats.org/drawingml/2006/main" marL="0" indent="-205740" algn="l" defTabSz="685800">
        <a:lnSpc>
          <a:spcPct val="100000"/>
        </a:lnSpc>
        <a:spcBef>
          <a:spcPts val="0"/>
        </a:spcBef>
        <a:spcAft>
          <a:spcPts val="675"/>
        </a:spcAft>
        <a:buFont typeface="Arial"/>
        <a:buNone/>
        <a:defRPr sz="1500" b="1" kern="1200" baseline="0">
          <a:solidFill>
            <a:schemeClr val="tx2"/>
          </a:solidFill>
          <a:latin typeface="Georgia"/>
          <a:ea typeface="Georgia"/>
          <a:cs typeface="Georgia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PwC Red">
      <a:dk1>
        <a:srgbClr val="000000"/>
      </a:dk1>
      <a:lt1>
        <a:srgbClr val="FFFFFF"/>
      </a:lt1>
      <a:dk2>
        <a:srgbClr val="E0301E"/>
      </a:dk2>
      <a:lt2>
        <a:srgbClr val="FFFFFF"/>
      </a:lt2>
      <a:accent1>
        <a:srgbClr val="E0301E"/>
      </a:accent1>
      <a:accent2>
        <a:srgbClr val="A32020"/>
      </a:accent2>
      <a:accent3>
        <a:srgbClr val="DB536A"/>
      </a:accent3>
      <a:accent4>
        <a:srgbClr val="602320"/>
      </a:accent4>
      <a:accent5>
        <a:srgbClr val="FFB600"/>
      </a:accent5>
      <a:accent6>
        <a:srgbClr val="DC6900"/>
      </a:accent6>
      <a:hlink>
        <a:srgbClr val="E0301E"/>
      </a:hlink>
      <a:folHlink>
        <a:srgbClr val="E0301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wC R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Default Theme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DB536A"/>
      </a:accent4>
      <a:accent5>
        <a:srgbClr val="DC6900"/>
      </a:accent5>
      <a:accent6>
        <a:srgbClr val="FFB600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wC Burgun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f3e320b9ce4c2d" /><Relationship Type="http://schemas.openxmlformats.org/officeDocument/2006/relationships/image" Target="/ppt/media/image.png" Id="Ra29803c0de2d4978" /><Relationship Type="http://schemas.openxmlformats.org/officeDocument/2006/relationships/image" Target="/ppt/media/image2.png" Id="R433915095f164752" /><Relationship Type="http://schemas.openxmlformats.org/officeDocument/2006/relationships/image" Target="/ppt/media/image3.png" Id="Re1d888f5378b414b" /><Relationship Type="http://schemas.openxmlformats.org/officeDocument/2006/relationships/image" Target="/ppt/media/image4.png" Id="R8b5b752577b2442d" /><Relationship Type="http://schemas.openxmlformats.org/officeDocument/2006/relationships/image" Target="/ppt/media/image5.png" Id="R04ff944dd2974d42" /><Relationship Type="http://schemas.openxmlformats.org/officeDocument/2006/relationships/notesSlide" Target="/ppt/notesSlides/notesSlide1.xml" Id="Rfe2d8431acdf42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6b57b014e0489d" /><Relationship Type="http://schemas.openxmlformats.org/officeDocument/2006/relationships/notesSlide" Target="/ppt/notesSlides/notesSlide2.xml" Id="R5d9e831a4438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d03f2d50b40bd" /><Relationship Type="http://schemas.openxmlformats.org/officeDocument/2006/relationships/notesSlide" Target="/ppt/notesSlides/notesSlide3.xml" Id="R97c302a31924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18ae21cd734f22" /><Relationship Type="http://schemas.openxmlformats.org/officeDocument/2006/relationships/image" Target="/ppt/media/image.wmf" Id="Rc92dc6e65f364ff0" /><Relationship Type="http://schemas.openxmlformats.org/officeDocument/2006/relationships/image" Target="/ppt/media/image6.png" Id="R80345776ceb544a4" /><Relationship Type="http://schemas.openxmlformats.org/officeDocument/2006/relationships/image" Target="/ppt/media/image7.png" Id="Rbbae164091434eb6" /><Relationship Type="http://schemas.openxmlformats.org/officeDocument/2006/relationships/notesSlide" Target="/ppt/notesSlides/notesSlide4.xml" Id="Ra98adb9c3702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38b4da510b4354" /><Relationship Type="http://schemas.openxmlformats.org/officeDocument/2006/relationships/image" Target="/ppt/media/image.wmf" Id="R66f552e1ae47447c" /><Relationship Type="http://schemas.openxmlformats.org/officeDocument/2006/relationships/image" Target="/ppt/media/image6.png" Id="R67620bbae5cf4c53" /><Relationship Type="http://schemas.openxmlformats.org/officeDocument/2006/relationships/image" Target="/ppt/media/image7.png" Id="R6135659721cf49cf" /><Relationship Type="http://schemas.openxmlformats.org/officeDocument/2006/relationships/notesSlide" Target="/ppt/notesSlides/notesSlide5.xml" Id="R5cf7993dcc63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882cb6887244b7" /><Relationship Type="http://schemas.openxmlformats.org/officeDocument/2006/relationships/image" Target="/ppt/media/image.wmf" Id="R142da3c1386e4c3d" /><Relationship Type="http://schemas.openxmlformats.org/officeDocument/2006/relationships/image" Target="/ppt/media/image6.png" Id="R9c823e977d844940" /><Relationship Type="http://schemas.openxmlformats.org/officeDocument/2006/relationships/image" Target="/ppt/media/image7.png" Id="Rd2309a621e4e47a3" /><Relationship Type="http://schemas.openxmlformats.org/officeDocument/2006/relationships/notesSlide" Target="/ppt/notesSlides/notesSlide6.xml" Id="R01ded3cf3aba45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6e10d8c2af41b2" /><Relationship Type="http://schemas.openxmlformats.org/officeDocument/2006/relationships/notesSlide" Target="/ppt/notesSlides/notesSlide7.xml" Id="R184ea903c9be4c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cf84e821e94dc2" /><Relationship Type="http://schemas.openxmlformats.org/officeDocument/2006/relationships/notesSlide" Target="/ppt/notesSlides/notesSlide8.xml" Id="R41bfb1a2f82344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283de00c26471d" /><Relationship Type="http://schemas.openxmlformats.org/officeDocument/2006/relationships/image" Target="/ppt/media/image.wmf" Id="Rb5dba9fb81b7487d" /><Relationship Type="http://schemas.openxmlformats.org/officeDocument/2006/relationships/image" Target="/ppt/media/image6.png" Id="R6fdc4b4db63443bd" /><Relationship Type="http://schemas.openxmlformats.org/officeDocument/2006/relationships/image" Target="/ppt/media/image7.png" Id="R86036912ebc74672" /><Relationship Type="http://schemas.openxmlformats.org/officeDocument/2006/relationships/notesSlide" Target="/ppt/notesSlides/notesSlide9.xml" Id="R8a094999c8de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2e745561f94f1e" /><Relationship Type="http://schemas.openxmlformats.org/officeDocument/2006/relationships/image" Target="/ppt/media/image.wmf" Id="R28b1850acc734e15" /><Relationship Type="http://schemas.openxmlformats.org/officeDocument/2006/relationships/image" Target="/ppt/media/image6.png" Id="R957faebbb11c4ac9" /><Relationship Type="http://schemas.openxmlformats.org/officeDocument/2006/relationships/image" Target="/ppt/media/image7.png" Id="R0db942e103f34171" /><Relationship Type="http://schemas.openxmlformats.org/officeDocument/2006/relationships/notesSlide" Target="/ppt/notesSlides/notesSlide10.xml" Id="R8af35102e656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65e0912eaa4c24" /><Relationship Type="http://schemas.openxmlformats.org/officeDocument/2006/relationships/image" Target="/ppt/media/image.wmf" Id="Rc78d2bd8159548ed" /><Relationship Type="http://schemas.openxmlformats.org/officeDocument/2006/relationships/image" Target="/ppt/media/image6.png" Id="R79c7c46c6d2a4e31" /><Relationship Type="http://schemas.openxmlformats.org/officeDocument/2006/relationships/image" Target="/ppt/media/image7.png" Id="R6e2829b5a89541ef" /><Relationship Type="http://schemas.openxmlformats.org/officeDocument/2006/relationships/notesSlide" Target="/ppt/notesSlides/notesSlide11.xml" Id="R5fe723100dce4b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2e5e9618f04548" /><Relationship Type="http://schemas.openxmlformats.org/officeDocument/2006/relationships/image" Target="/ppt/media/image8.png" Id="R92d1b155c8a04bda" /><Relationship Type="http://schemas.openxmlformats.org/officeDocument/2006/relationships/notesSlide" Target="/ppt/notesSlides/notesSlide12.xml" Id="R627d5de064be40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5e9891fbc54041" /><Relationship Type="http://schemas.openxmlformats.org/officeDocument/2006/relationships/notesSlide" Target="/ppt/notesSlides/notesSlide13.xml" Id="Rb6cf8c57625b46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5c07a252c04d04" /><Relationship Type="http://schemas.openxmlformats.org/officeDocument/2006/relationships/notesSlide" Target="/ppt/notesSlides/notesSlide14.xml" Id="R7667b5a0369d4f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4d46bc7e394442" /><Relationship Type="http://schemas.openxmlformats.org/officeDocument/2006/relationships/notesSlide" Target="/ppt/notesSlides/notesSlide15.xml" Id="Rbcdbb0c27c6946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a52fe578de41da" /><Relationship Type="http://schemas.openxmlformats.org/officeDocument/2006/relationships/notesSlide" Target="/ppt/notesSlides/notesSlide16.xml" Id="R9af7216c77c440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810990bcd443aa" /><Relationship Type="http://schemas.openxmlformats.org/officeDocument/2006/relationships/notesSlide" Target="/ppt/notesSlides/notesSlide17.xml" Id="R35c465d664f342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01f290d12c4b88" /><Relationship Type="http://schemas.openxmlformats.org/officeDocument/2006/relationships/notesSlide" Target="/ppt/notesSlides/notesSlide18.xml" Id="R85dc68cf402b4a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97ab1502db44af" /><Relationship Type="http://schemas.openxmlformats.org/officeDocument/2006/relationships/notesSlide" Target="/ppt/notesSlides/notesSlide19.xml" Id="R8b582feeb2c74d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5CABF2-B6AC-49B8-A56E-C13D045BA85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460274" y="333676"/>
            <a:ext cx="3328988" cy="2773694"/>
          </a:xfrm>
        </p:spPr>
        <p:txBody>
          <a:bodyPr xmlns:a="http://schemas.openxmlformats.org/drawingml/2006/main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C00000"/>
                </a:solidFill>
                <a:latin typeface="Georgia"/>
                <a:ea typeface="Georgia"/>
                <a:cs typeface="Georgia"/>
              </a:rPr>
              <a:t>Cyber Security, Governance, Risk and Conformance</a:t>
            </a:r>
          </a:p>
          <a:p xmlns:a="http://schemas.openxmlformats.org/drawingml/2006/main">
            <a:endParaRPr sz="2100" b="1">
              <a:solidFill>
                <a:srgbClr val="C00000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just">
              <a:buNone/>
            </a:pPr>
            <a:r>
              <a:rPr b="1">
                <a:solidFill>
                  <a:srgbClr val="FF0000"/>
                </a:solidFill>
                <a:latin typeface="Georgia"/>
                <a:ea typeface="Georgia"/>
                <a:cs typeface="Georgia"/>
              </a:rPr>
              <a:t>Customer Centric</a:t>
            </a:r>
          </a:p>
          <a:p xmlns:a="http://schemas.openxmlformats.org/drawingml/2006/main">
            <a:pPr algn="just">
              <a:buNone/>
            </a:pPr>
            <a:r>
              <a:rPr b="1">
                <a:solidFill>
                  <a:srgbClr val="FF0000"/>
                </a:solidFill>
                <a:latin typeface="Georgia"/>
                <a:ea typeface="Georgia"/>
                <a:cs typeface="Georgia"/>
              </a:rPr>
              <a:t>Sales Focused</a:t>
            </a:r>
          </a:p>
          <a:p xmlns:a="http://schemas.openxmlformats.org/drawingml/2006/main">
            <a:pPr algn="just">
              <a:buNone/>
            </a:pPr>
            <a:r>
              <a:rPr b="1">
                <a:solidFill>
                  <a:srgbClr val="FF0000"/>
                </a:solidFill>
                <a:latin typeface="Georgia"/>
                <a:ea typeface="Georgia"/>
                <a:cs typeface="Georgia"/>
              </a:rPr>
              <a:t>Business Driven</a:t>
            </a:r>
          </a:p>
          <a:p xmlns:a="http://schemas.openxmlformats.org/drawingml/2006/main">
            <a:pPr algn="just">
              <a:buNone/>
            </a:pPr>
            <a:endParaRPr b="1">
              <a:latin typeface="Georgia"/>
              <a:ea typeface="Georgia"/>
              <a:cs typeface="Georgia"/>
            </a:endParaRPr>
          </a:p>
          <a:p xmlns:a="http://schemas.openxmlformats.org/drawingml/2006/main">
            <a:pPr algn="just">
              <a:buNone/>
            </a:pPr>
            <a:r>
              <a:rPr b="1">
                <a:latin typeface="Georgia"/>
                <a:ea typeface="Georgia"/>
                <a:cs typeface="Georgia"/>
              </a:rPr>
              <a:t>Presenters: </a:t>
            </a:r>
          </a:p>
          <a:p xmlns:a="http://schemas.openxmlformats.org/drawingml/2006/main">
            <a:pPr algn="just">
              <a:buNone/>
            </a:pPr>
            <a:r>
              <a:rPr b="1">
                <a:latin typeface="Georgia"/>
                <a:ea typeface="Georgia"/>
                <a:cs typeface="Georgia"/>
              </a:rPr>
              <a:t>Khalid Bin Waleed</a:t>
            </a:r>
          </a:p>
          <a:p xmlns:a="http://schemas.openxmlformats.org/drawingml/2006/main">
            <a:pPr algn="just">
              <a:buNone/>
            </a:pPr>
            <a:r>
              <a:rPr b="1">
                <a:latin typeface="Georgia"/>
                <a:ea typeface="Georgia"/>
                <a:cs typeface="Georgia"/>
              </a:rPr>
              <a:t>Diploma in AIOPS</a:t>
            </a:r>
          </a:p>
          <a:p xmlns:a="http://schemas.openxmlformats.org/drawingml/2006/main">
            <a:pPr algn="just">
              <a:buNone/>
            </a:pPr>
            <a:r>
              <a:rPr b="1">
                <a:latin typeface="Georgia"/>
                <a:ea typeface="Georgia"/>
                <a:cs typeface="Georgia"/>
              </a:rPr>
              <a:t>EduQual Level 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803c0de2d4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092" y="2053525"/>
            <a:ext cx="1284398" cy="839906"/>
          </a:xfrm>
          <a:prstGeom xmlns:a="http://schemas.openxmlformats.org/drawingml/2006/main" prst="rect">
            <a:avLst/>
          </a:prstGeom>
        </p:spPr>
      </p:pic>
      <p:pic>
        <p:nvPicPr>
          <p:cNvPr id="1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915095f16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868" y="333676"/>
            <a:ext cx="740440" cy="642717"/>
          </a:xfrm>
          <a:prstGeom xmlns:a="http://schemas.openxmlformats.org/drawingml/2006/main" prst="rect">
            <a:avLst/>
          </a:prstGeom>
        </p:spPr>
      </p:pic>
      <p:pic>
        <p:nvPicPr>
          <p:cNvPr id="1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88f5378b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136" y="3146156"/>
            <a:ext cx="649463" cy="583416"/>
          </a:xfrm>
          <a:prstGeom xmlns:a="http://schemas.openxmlformats.org/drawingml/2006/main" prst="rect">
            <a:avLst/>
          </a:prstGeom>
        </p:spPr>
      </p:pic>
      <p:pic>
        <p:nvPicPr>
          <p:cNvPr id="1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b752577b2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9902" y="1942816"/>
            <a:ext cx="1319228" cy="1257868"/>
          </a:xfrm>
          <a:prstGeom xmlns:a="http://schemas.openxmlformats.org/drawingml/2006/main" prst="rect">
            <a:avLst/>
          </a:prstGeom>
        </p:spPr>
      </p:pic>
      <p:pic>
        <p:nvPicPr>
          <p:cNvPr id="1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f944dd2974d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4" y="3853143"/>
            <a:ext cx="1234547" cy="12116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236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dc6e65f364f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45776ceb5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e164091434e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552e1ae4744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20bbae5cf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5659721cf49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da3c1386e4c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23e977d84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09a621e4e47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ba9fb81b748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c4b4db634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36912ebc74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850acc734e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faebbb11c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942e103f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F37664E-5204-4E99-885D-3E8D33C4D6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3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B80F68E3-4652-480A-AC6D-2BC7666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61" y="384024"/>
            <a:ext cx="2547273" cy="39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Goal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B46FBC-489C-472E-8305-3FC22CE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5" y="789031"/>
            <a:ext cx="7198542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Strengthening Acme Telco competitive position and increasing revenue with the existing client base and new customers enabled by meeting compliance requirements</a:t>
            </a:r>
          </a:p>
          <a:p xmlns:a="http://schemas.openxmlformats.org/drawingml/2006/main"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2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2bd81595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751" y="1671440"/>
            <a:ext cx="2666018" cy="1487722"/>
          </a:xfrm>
          <a:prstGeom xmlns:a="http://schemas.openxmlformats.org/drawingml/2006/main" prst="rect">
            <a:avLst/>
          </a:prstGeom>
          <a:ln xmlns:a="http://schemas.openxmlformats.org/drawingml/2006/main" w="88900" cap="sq">
            <a:noFill/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7c46c6d2a4e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9661" y="1649745"/>
            <a:ext cx="5384997" cy="325444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829b5a895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8155" y="3799310"/>
            <a:ext cx="128265" cy="265980"/>
          </a:xfrm>
          <a:prstGeom xmlns:a="http://schemas.openxmlformats.org/drawingml/2006/main" prst="rect">
            <a:avLst/>
          </a:prstGeom>
        </p:spPr>
      </p:pic>
      <p:sp>
        <p:nvSpPr>
          <p:cNvPr id="15" name="Title 2">
            <a:extLst xmlns:a="http://schemas.openxmlformats.org/drawingml/2006/main">
              <a:ext uri="{FF2B5EF4-FFF2-40B4-BE49-F238E27FC236}">
                <a16:creationId xmlns:a16="http://schemas.microsoft.com/office/drawing/2014/main" id="{C24C39A8-E2AF-48CB-80A5-3622033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9551" y="4904185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800">
                <a:latin typeface="Calibri"/>
                <a:ea typeface="Calibri"/>
                <a:cs typeface="Calibri"/>
              </a:rPr>
              <a:t>  1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AA003-805E-428C-9F2C-6B974F9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66" y="3337645"/>
            <a:ext cx="2434107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1414"/>
          </a:solidFill>
          <a:ln xmlns:a="http://schemas.openxmlformats.org/drawingml/2006/main">
            <a:solidFill>
              <a:srgbClr val="D1141E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i="1">
                <a:latin typeface="Georgia"/>
                <a:ea typeface="Georgia"/>
                <a:cs typeface="Georgia"/>
              </a:rPr>
              <a:t>“The future belongs to those who prepare for it today”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C83A9F0-020C-446E-9F5E-2348F20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0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5C63F7E6-3730-4F76-8C7B-85056D7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0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004FF2-31ED-43E9-B70C-FB07330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76" y="4297679"/>
            <a:ext cx="605307" cy="2228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prstDash val="sys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DD5CD8A5-5027-4411-83C7-F3EC4D2D2494}"/>
              </a:ext>
            </a:extLst>
          </p:cNvPr>
          <p:cNvSpPr>
            <a:spLocks xmlns:a="http://schemas.openxmlformats.org/drawingml/2006/main" noGrp="1"/>
          </p:cNvSpPr>
          <p:nvPr>
            <p:ph type="ftr" idx="4294967295"/>
          </p:nvPr>
        </p:nvSpPr>
        <p:spPr>
          <a:xfrm xmlns:a="http://schemas.openxmlformats.org/drawingml/2006/main">
            <a:off x="0" y="4724400"/>
            <a:ext cx="3086100" cy="274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Alignment, Accountability, Urgency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10C145E-25D0-4A11-9595-A1261B65DF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1C7FA9-1121-4DCE-9659-A0255C51C0D0}" type="slidenum">
              <a:t>4</a:t>
            </a:fld>
            <a:endParaRPr/>
          </a:p>
        </p:txBody>
      </p:sp>
      <p:sp>
        <p:nvSpPr>
          <p:cNvPr id="5" name="Title 2">
            <a:extLst xmlns:a="http://schemas.openxmlformats.org/drawingml/2006/main">
              <a:ext uri="{FF2B5EF4-FFF2-40B4-BE49-F238E27FC236}">
                <a16:creationId xmlns:a16="http://schemas.microsoft.com/office/drawing/2014/main" id="{A550E624-9CCF-402D-92A1-A3521A9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98" y="445771"/>
            <a:ext cx="7241846" cy="6169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000" b="1">
                <a:latin typeface="Georgia"/>
                <a:ea typeface="Georgia"/>
                <a:cs typeface="Georgia"/>
              </a:rPr>
              <a:t>  Additional Benefits = increased Operations Maturity</a:t>
            </a:r>
          </a:p>
        </p:txBody>
      </p:sp>
      <p:pic>
        <p:nvPicPr>
          <p:cNvPr id="3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1b155c8a04b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65" y="1184855"/>
            <a:ext cx="6003883" cy="3856251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F44F50-996C-47FD-A42C-9F37B6B8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693" y="1529825"/>
            <a:ext cx="110690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2025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B6CE0-59B6-44A4-92D9-86BCA97D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967" y="1452655"/>
            <a:ext cx="110690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858EEA0-0F2B-4944-99AD-29FF04D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17" y="1314155"/>
            <a:ext cx="110690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2027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6E097-A9D1-43A4-B5C2-2CA8AA3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7" y="1739159"/>
            <a:ext cx="110690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61FE0B-49F2-4809-9218-3BB1F1F8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187" y="2544717"/>
            <a:ext cx="2674085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-From commodity  to as-a-Service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XaaS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00F9E2B-A942-49AA-B205-9BEAFD50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026" y="2433251"/>
            <a:ext cx="22794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 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A8FC83C-4387-46AB-B1E1-9BDA3EAB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026" y="2433251"/>
            <a:ext cx="22794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 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1583C58-8879-4AFA-AE54-C3D307C7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026" y="2433251"/>
            <a:ext cx="22794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37C9A5-0E3A-4867-A471-B131615D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026" y="2433251"/>
            <a:ext cx="22794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 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4A536B-ECB4-49AD-BB30-5ADC9A8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026" y="2433251"/>
            <a:ext cx="22794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 </a:t>
            </a:r>
          </a:p>
        </p:txBody>
      </p:sp>
      <p:sp>
        <p:nvSpPr>
          <p:cNvPr id="17" name="Title 2">
            <a:extLst xmlns:a="http://schemas.openxmlformats.org/drawingml/2006/main">
              <a:ext uri="{FF2B5EF4-FFF2-40B4-BE49-F238E27FC236}">
                <a16:creationId xmlns:a16="http://schemas.microsoft.com/office/drawing/2014/main" id="{6A5C27DB-A590-4B84-8E00-850E55F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36188" y="4904189"/>
            <a:ext cx="958425" cy="189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685800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>
                <a:latin typeface="Calibri"/>
                <a:ea typeface="Calibri"/>
                <a:cs typeface="Calibri"/>
              </a:rPr>
              <a:t> </a:t>
            </a:r>
            <a:r>
              <a:rPr sz="800">
                <a:latin typeface="Calibri"/>
                <a:ea typeface="Calibri"/>
                <a:cs typeface="Calibri"/>
              </a:rPr>
              <a:t> 2</a:t>
            </a: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943A7E20-6A9F-4291-8876-0AF32FC2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" y="403703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FE0E6E81-263D-402B-9398-BEB6013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65" y="405156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0170625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999DB7-D326-4418-BD25-436F8D9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7" y="338252"/>
            <a:ext cx="248818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Table of Contents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42271-518F-41B1-A378-5FBBB1F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93" y="1239285"/>
            <a:ext cx="629920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Goal statement  </a:t>
            </a: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Additional Benefits = increased Operations Maturity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Value of the Unified Integrated Management System framework</a:t>
            </a:r>
          </a:p>
          <a:p xmlns:a="http://schemas.openxmlformats.org/drawingml/2006/main">
            <a:pPr marL="171450" indent="-171450" algn="l">
              <a:buFont typeface="Arial"/>
              <a:buChar char="•"/>
            </a:pPr>
            <a:r>
              <a:rPr sz="11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Operating as ONE	</a:t>
            </a: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 xmlns:a="http://schemas.openxmlformats.org/drawingml/2006/main">
            <a:pPr algn="l">
              <a:buNone/>
            </a:pPr>
            <a:endParaRPr sz="110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51F7955-0F73-43AB-992C-8BB2CA9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2" y="390825"/>
            <a:ext cx="340" cy="16296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17A807C5-12A7-42DF-B9E1-C9C81FD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392278"/>
            <a:ext cx="694849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F131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793518396"/>
      </p:ext>
    </p:extLst>
  </p:cSld>
</p:sld>
</file>

<file path=ppt/theme/theme1.xml><?xml version="1.0" encoding="utf-8"?>
<a:theme xmlns:a="http://schemas.openxmlformats.org/drawingml/2006/main" name="Office Theme">
  <a:themeElements>
    <a:clrScheme name="PwC Red">
      <a:dk1>
        <a:srgbClr val="000000"/>
      </a:dk1>
      <a:lt1>
        <a:srgbClr val="FFFFFF"/>
      </a:lt1>
      <a:dk2>
        <a:srgbClr val="E0301E"/>
      </a:dk2>
      <a:lt2>
        <a:srgbClr val="FFFFFF"/>
      </a:lt2>
      <a:accent1>
        <a:srgbClr val="E0301E"/>
      </a:accent1>
      <a:accent2>
        <a:srgbClr val="A32020"/>
      </a:accent2>
      <a:accent3>
        <a:srgbClr val="DB536A"/>
      </a:accent3>
      <a:accent4>
        <a:srgbClr val="602320"/>
      </a:accent4>
      <a:accent5>
        <a:srgbClr val="FFB600"/>
      </a:accent5>
      <a:accent6>
        <a:srgbClr val="DC6900"/>
      </a:accent6>
      <a:hlink>
        <a:srgbClr val="E0301E"/>
      </a:hlink>
      <a:folHlink>
        <a:srgbClr val="E0301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wC R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2026-08-28T07:34:49.3810000Z</dcterms:created>
  <dcterms:modified xsi:type="dcterms:W3CDTF">2026-08-28T07:34:49.3810000Z</dcterms:modified>
</coreProperties>
</file>