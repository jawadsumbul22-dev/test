
<file path=[Content_Types].xml><?xml version="1.0" encoding="utf-8"?>
<Types xmlns="http://schemas.openxmlformats.org/package/2006/content-types">
  <Default Extension="xml" ContentType="application/vnd.openxmlformats-package.core-properties+xml"/>
  <Default Extension="emf" ContentType="image/x-emf"/>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0b4dc304c04afa" /><Relationship Type="http://schemas.openxmlformats.org/officeDocument/2006/relationships/extended-properties" Target="/docProps/app.xml" Id="Rcf591d8e2b8b4599" /><Relationship Type="http://schemas.openxmlformats.org/officeDocument/2006/relationships/officeDocument" Target="/ppt/presentation.xml" Id="R2319b7556d04438f" /></Relationships>
</file>

<file path=ppt/presentation.xml><?xml version="1.0" encoding="utf-8"?>
<p:presentation xmlns:p="http://schemas.openxmlformats.org/presentationml/2006/main">
  <p:sldMasterIdLst>
    <p:sldMasterId xmlns:r="http://schemas.openxmlformats.org/officeDocument/2006/relationships" id="2147483648" r:id="Rf431cd60a0b044e2"/>
    <p:sldMasterId xmlns:r="http://schemas.openxmlformats.org/officeDocument/2006/relationships" id="2147483661" r:id="R72305d4a647f45b3"/>
  </p:sldMasterIdLst>
  <p:notesMasterIdLst>
    <p:notesMasterId xmlns:r="http://schemas.openxmlformats.org/officeDocument/2006/relationships" r:id="R8d2125695d7b409e"/>
  </p:notesMasterIdLst>
  <p:sldIdLst>
    <p:sldId xmlns:r="http://schemas.openxmlformats.org/officeDocument/2006/relationships" id="256" r:id="R3d0255ad0955489d"/>
    <p:sldId xmlns:r="http://schemas.openxmlformats.org/officeDocument/2006/relationships" id="257" r:id="Rc94bc38896c44274"/>
    <p:sldId xmlns:r="http://schemas.openxmlformats.org/officeDocument/2006/relationships" id="258" r:id="R05f7014b348f48bb"/>
    <p:sldId xmlns:r="http://schemas.openxmlformats.org/officeDocument/2006/relationships" id="259" r:id="R332bd9c264cb4f66"/>
    <p:sldId xmlns:r="http://schemas.openxmlformats.org/officeDocument/2006/relationships" id="260" r:id="R42172e8030774b4a"/>
    <p:sldId xmlns:r="http://schemas.openxmlformats.org/officeDocument/2006/relationships" id="261" r:id="R37e7e369f4ed490d"/>
    <p:sldId xmlns:r="http://schemas.openxmlformats.org/officeDocument/2006/relationships" id="262" r:id="R0dceb12269d64ae2"/>
    <p:sldId xmlns:r="http://schemas.openxmlformats.org/officeDocument/2006/relationships" id="263" r:id="Rd50a35b9a22d4399"/>
    <p:sldId xmlns:r="http://schemas.openxmlformats.org/officeDocument/2006/relationships" id="264" r:id="R44cd3d99eeab484f"/>
    <p:sldId xmlns:r="http://schemas.openxmlformats.org/officeDocument/2006/relationships" id="265" r:id="R1abf7b21a3ac4d90"/>
    <p:sldId xmlns:r="http://schemas.openxmlformats.org/officeDocument/2006/relationships" id="266" r:id="R83200ee9989841ae"/>
    <p:sldId xmlns:r="http://schemas.openxmlformats.org/officeDocument/2006/relationships" id="267" r:id="R40eb96a1a5fb4c58"/>
    <p:sldId xmlns:r="http://schemas.openxmlformats.org/officeDocument/2006/relationships" id="268" r:id="Rac2fa440b81e48b7"/>
    <p:sldId xmlns:r="http://schemas.openxmlformats.org/officeDocument/2006/relationships" id="269" r:id="R5471529c25be4420"/>
    <p:sldId xmlns:r="http://schemas.openxmlformats.org/officeDocument/2006/relationships" id="270" r:id="R379b5553d18e4799"/>
    <p:sldId xmlns:r="http://schemas.openxmlformats.org/officeDocument/2006/relationships" id="271" r:id="R98b1eef2a7e24df0"/>
    <p:sldId xmlns:r="http://schemas.openxmlformats.org/officeDocument/2006/relationships" id="272" r:id="Rf04d10700466431d"/>
    <p:sldId xmlns:r="http://schemas.openxmlformats.org/officeDocument/2006/relationships" id="273" r:id="Re97d43764ff44929"/>
    <p:sldId xmlns:r="http://schemas.openxmlformats.org/officeDocument/2006/relationships" id="274" r:id="R8b062925350b4874"/>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36004" cy="36004"/>
</p:viewPr>
</file>

<file path=ppt/_rels/presentation.xml.rels>&#65279;<?xml version="1.0" encoding="utf-8"?><Relationships xmlns="http://schemas.openxmlformats.org/package/2006/relationships"><Relationship Type="http://schemas.openxmlformats.org/officeDocument/2006/relationships/theme" Target="/ppt/theme/theme1.xml" Id="Raf9b1288d25b4df7" /><Relationship Type="http://schemas.openxmlformats.org/officeDocument/2006/relationships/slideMaster" Target="/ppt/slideMasters/slideMaster1.xml" Id="Rf431cd60a0b044e2" /><Relationship Type="http://schemas.openxmlformats.org/officeDocument/2006/relationships/slideMaster" Target="/ppt/slideMasters/slideMaster2.xml" Id="R72305d4a647f45b3" /><Relationship Type="http://schemas.openxmlformats.org/officeDocument/2006/relationships/notesMaster" Target="/ppt/notesMasters/notesMaster1.xml" Id="R8d2125695d7b409e" /><Relationship Type="http://schemas.openxmlformats.org/officeDocument/2006/relationships/presProps" Target="/ppt/presProps.xml" Id="Rd302fdefa4be46b8" /><Relationship Type="http://schemas.openxmlformats.org/officeDocument/2006/relationships/viewProps" Target="/ppt/viewProps.xml" Id="R9a7d7a55d3424837" /><Relationship Type="http://schemas.openxmlformats.org/officeDocument/2006/relationships/tableStyles" Target="/ppt/tableStyles.xml" Id="Rc2307171ac614d53" /><Relationship Type="http://schemas.openxmlformats.org/officeDocument/2006/relationships/slide" Target="/ppt/slides/slide1.xml" Id="R3d0255ad0955489d" /><Relationship Type="http://schemas.openxmlformats.org/officeDocument/2006/relationships/slide" Target="/ppt/slides/slide2.xml" Id="Rc94bc38896c44274" /><Relationship Type="http://schemas.openxmlformats.org/officeDocument/2006/relationships/slide" Target="/ppt/slides/slide3.xml" Id="R05f7014b348f48bb" /><Relationship Type="http://schemas.openxmlformats.org/officeDocument/2006/relationships/slide" Target="/ppt/slides/slide4.xml" Id="R332bd9c264cb4f66" /><Relationship Type="http://schemas.openxmlformats.org/officeDocument/2006/relationships/slide" Target="/ppt/slides/slide5.xml" Id="R42172e8030774b4a" /><Relationship Type="http://schemas.openxmlformats.org/officeDocument/2006/relationships/slide" Target="/ppt/slides/slide6.xml" Id="R37e7e369f4ed490d" /><Relationship Type="http://schemas.openxmlformats.org/officeDocument/2006/relationships/slide" Target="/ppt/slides/slide7.xml" Id="R0dceb12269d64ae2" /><Relationship Type="http://schemas.openxmlformats.org/officeDocument/2006/relationships/slide" Target="/ppt/slides/slide8.xml" Id="Rd50a35b9a22d4399" /><Relationship Type="http://schemas.openxmlformats.org/officeDocument/2006/relationships/slide" Target="/ppt/slides/slide9.xml" Id="R44cd3d99eeab484f" /><Relationship Type="http://schemas.openxmlformats.org/officeDocument/2006/relationships/slide" Target="/ppt/slides/slide10.xml" Id="R1abf7b21a3ac4d90" /><Relationship Type="http://schemas.openxmlformats.org/officeDocument/2006/relationships/slide" Target="/ppt/slides/slide11.xml" Id="R83200ee9989841ae" /><Relationship Type="http://schemas.openxmlformats.org/officeDocument/2006/relationships/slide" Target="/ppt/slides/slide12.xml" Id="R40eb96a1a5fb4c58" /><Relationship Type="http://schemas.openxmlformats.org/officeDocument/2006/relationships/slide" Target="/ppt/slides/slide13.xml" Id="Rac2fa440b81e48b7" /><Relationship Type="http://schemas.openxmlformats.org/officeDocument/2006/relationships/slide" Target="/ppt/slides/slide14.xml" Id="R5471529c25be4420" /><Relationship Type="http://schemas.openxmlformats.org/officeDocument/2006/relationships/slide" Target="/ppt/slides/slide15.xml" Id="R379b5553d18e4799" /><Relationship Type="http://schemas.openxmlformats.org/officeDocument/2006/relationships/slide" Target="/ppt/slides/slide16.xml" Id="R98b1eef2a7e24df0" /><Relationship Type="http://schemas.openxmlformats.org/officeDocument/2006/relationships/slide" Target="/ppt/slides/slide17.xml" Id="Rf04d10700466431d" /><Relationship Type="http://schemas.openxmlformats.org/officeDocument/2006/relationships/slide" Target="/ppt/slides/slide18.xml" Id="Re97d43764ff44929" /><Relationship Type="http://schemas.openxmlformats.org/officeDocument/2006/relationships/slide" Target="/ppt/slides/slide19.xml" Id="R8b062925350b48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f33ffa6c59a146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Office Theme">
  <a:themeElements>
    <a:clrScheme name="PwC Red">
      <a:dk1>
        <a:srgbClr val="000000"/>
      </a:dk1>
      <a:lt1>
        <a:srgbClr val="FFFFFF"/>
      </a:lt1>
      <a:dk2>
        <a:srgbClr val="E0301E"/>
      </a:dk2>
      <a:lt2>
        <a:srgbClr val="FFFFFF"/>
      </a:lt2>
      <a:accent1>
        <a:srgbClr val="E0301E"/>
      </a:accent1>
      <a:accent2>
        <a:srgbClr val="A32020"/>
      </a:accent2>
      <a:accent3>
        <a:srgbClr val="DB536A"/>
      </a:accent3>
      <a:accent4>
        <a:srgbClr val="602320"/>
      </a:accent4>
      <a:accent5>
        <a:srgbClr val="FFB600"/>
      </a:accent5>
      <a:accent6>
        <a:srgbClr val="DC6900"/>
      </a:accent6>
      <a:hlink>
        <a:srgbClr val="E0301E"/>
      </a:hlink>
      <a:folHlink>
        <a:srgbClr val="E0301E"/>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wC Red">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8873fe82b34f24" /><Relationship Type="http://schemas.openxmlformats.org/officeDocument/2006/relationships/notesMaster" Target="/ppt/notesMasters/notesMaster1.xml" Id="R91a13a7c075445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073a0597104e5e" /><Relationship Type="http://schemas.openxmlformats.org/officeDocument/2006/relationships/notesMaster" Target="/ppt/notesMasters/notesMaster1.xml" Id="Rccd6927ede6e42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7d63bf4ba5476d" /><Relationship Type="http://schemas.openxmlformats.org/officeDocument/2006/relationships/notesMaster" Target="/ppt/notesMasters/notesMaster1.xml" Id="Rf88fc8dd403a44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0f1df6149044a8" /><Relationship Type="http://schemas.openxmlformats.org/officeDocument/2006/relationships/notesMaster" Target="/ppt/notesMasters/notesMaster1.xml" Id="R9d08d645955348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97c46e3e294c3c" /><Relationship Type="http://schemas.openxmlformats.org/officeDocument/2006/relationships/notesMaster" Target="/ppt/notesMasters/notesMaster1.xml" Id="R85b49e6c640b4ee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fd979697f343f6" /><Relationship Type="http://schemas.openxmlformats.org/officeDocument/2006/relationships/notesMaster" Target="/ppt/notesMasters/notesMaster1.xml" Id="R5e594db6031747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cc108546e643d4" /><Relationship Type="http://schemas.openxmlformats.org/officeDocument/2006/relationships/notesMaster" Target="/ppt/notesMasters/notesMaster1.xml" Id="R305f37cbd44144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e5324afb3341a5" /><Relationship Type="http://schemas.openxmlformats.org/officeDocument/2006/relationships/notesMaster" Target="/ppt/notesMasters/notesMaster1.xml" Id="R8ef84341e3454b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f7903cbd9b7438b" /><Relationship Type="http://schemas.openxmlformats.org/officeDocument/2006/relationships/notesMaster" Target="/ppt/notesMasters/notesMaster1.xml" Id="R249d9723eb3f4d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5e172de90f445c" /><Relationship Type="http://schemas.openxmlformats.org/officeDocument/2006/relationships/notesMaster" Target="/ppt/notesMasters/notesMaster1.xml" Id="R9d259fda8637482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2bd50c1b054ec4" /><Relationship Type="http://schemas.openxmlformats.org/officeDocument/2006/relationships/notesMaster" Target="/ppt/notesMasters/notesMaster1.xml" Id="Rfc783523b2e641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d35db26f1d458e" /><Relationship Type="http://schemas.openxmlformats.org/officeDocument/2006/relationships/notesMaster" Target="/ppt/notesMasters/notesMaster1.xml" Id="R2240ec038f5541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1f00ce0f5724704" /><Relationship Type="http://schemas.openxmlformats.org/officeDocument/2006/relationships/notesMaster" Target="/ppt/notesMasters/notesMaster1.xml" Id="Rb12a9355b824499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37765635afc4e36" /><Relationship Type="http://schemas.openxmlformats.org/officeDocument/2006/relationships/notesMaster" Target="/ppt/notesMasters/notesMaster1.xml" Id="Rbee206996b8643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a53ea7274c549f9" /><Relationship Type="http://schemas.openxmlformats.org/officeDocument/2006/relationships/notesMaster" Target="/ppt/notesMasters/notesMaster1.xml" Id="Rb0ad9e0bc29b4e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6e298b188d842f9" /><Relationship Type="http://schemas.openxmlformats.org/officeDocument/2006/relationships/notesMaster" Target="/ppt/notesMasters/notesMaster1.xml" Id="R72f510f2441241e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2f2bb1239644807" /><Relationship Type="http://schemas.openxmlformats.org/officeDocument/2006/relationships/notesMaster" Target="/ppt/notesMasters/notesMaster1.xml" Id="Ra733f0ed96234cf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7501cfe12c14035" /><Relationship Type="http://schemas.openxmlformats.org/officeDocument/2006/relationships/notesMaster" Target="/ppt/notesMasters/notesMaster1.xml" Id="Re3ab7ada7f7245c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b39ec1397034ddc" /><Relationship Type="http://schemas.openxmlformats.org/officeDocument/2006/relationships/notesMaster" Target="/ppt/notesMasters/notesMaster1.xml" Id="R19daeee1d0a74f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GlobalCommerce</a:t>
            </a:r>
          </a:p>
          <a:p xmlns:a="http://schemas.openxmlformats.org/drawingml/2006/main">
            <a:r>
              <a:t/>
            </a:r>
          </a:p>
          <a:p xmlns:a="http://schemas.openxmlformats.org/drawingml/2006/main">
            <a:r>
              <a:t>SAY — suggested wording; adapt honestly:</a:t>
            </a:r>
          </a:p>
          <a:p xmlns:a="http://schemas.openxmlformats.org/drawingml/2006/main">
            <a:r>
              <a:t>Good morning. My name is Jawad Ahmad. Today I am presenting GlobalCommerce, my EduQual Level 6 project. The project connects marketplace records, warehouse inventory, international orders, shipment tracking, demand forecasting and operational monitoring. I will first explain the business problem, then the design, and finally demonstrate one international order. The current implementation is a locally deployed proof of concept. Payments, exchange rates, trade charges and sales histories use simulated data; I am not presenting it as a production trading service.</a:t>
            </a:r>
          </a:p>
          <a:p xmlns:a="http://schemas.openxmlformats.org/drawingml/2006/main">
            <a:r>
              <a:t/>
            </a:r>
          </a:p>
          <a:p xmlns:a="http://schemas.openxmlformats.org/drawingml/2006/main">
            <a:r>
              <a:t>SHOW / DO:</a:t>
            </a:r>
          </a:p>
          <a:p xmlns:a="http://schemas.openxmlformats.org/drawingml/2006/main">
            <a:r>
              <a:t>Begin on the title slide. Introduce yourself, look at the panel, and explain the purpose before listing technologies.</a:t>
            </a:r>
          </a:p>
          <a:p xmlns:a="http://schemas.openxmlformats.org/drawingml/2006/main">
            <a:r>
              <a:t/>
            </a:r>
          </a:p>
          <a:p xmlns:a="http://schemas.openxmlformats.org/drawingml/2006/main">
            <a:r>
              <a:t>IF ASKED:</a:t>
            </a:r>
          </a:p>
          <a:p xmlns:a="http://schemas.openxmlformats.org/drawingml/2006/main">
            <a:r>
              <a:t>What is the project in one sentence? A shared operating workspace that connects an international order with its stock, shipment, forecast and service-health information.</a:t>
            </a:r>
          </a:p>
          <a:p xmlns:a="http://schemas.openxmlformats.org/drawingml/2006/main">
            <a:r>
              <a:t/>
            </a:r>
          </a:p>
          <a:p xmlns:a="http://schemas.openxmlformats.org/drawingml/2006/main">
            <a:r>
              <a:t>FORMAL ASSIGNED TITLE:</a:t>
            </a:r>
          </a:p>
          <a:p xmlns:a="http://schemas.openxmlformats.org/drawingml/2006/main">
            <a:r>
              <a:t>Design and Implementation of an Enterprise Cross-Border Digital Commerce Platform for Marketplace Management, Intelligent Inventory Optimization, AI-Assisted Demand Forecasting, International Order Processing, Logistics Visibility, and Executive Commerce Analytics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C:/Users/HP/Documents/Codex/2026-08-16/i/outputs/globalcommerce-enterprise-platform/docs/project-report.md</a:t>
            </a:r>
          </a:p>
          <a:p xmlns:a="http://schemas.openxmlformats.org/drawingml/2006/main">
            <a:r>
              <a:t>C:/Users/HP/Downloads/Oral Presentation Exam Guide.pdf</a:t>
            </a:r>
          </a:p>
          <a:p xmlns:a="http://schemas.openxmlformats.org/drawingml/2006/main">
            <a:r>
              <a:t>C:/Users/HP/Downloads/Jawad Ahmad _Exam Topic for Oral Presentation_DAIOL6.pdf</a:t>
            </a:r>
          </a:p>
          <a:p xmlns:a="http://schemas.openxmlformats.org/drawingml/2006/main">
            <a:r>
              <a:t>Template layout and retained illustration: C:/Users/HP/Downloads/Sample Presentation EduQual Diplomas (1).pptx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The business problem</a:t>
            </a:r>
          </a:p>
          <a:p xmlns:a="http://schemas.openxmlformats.org/drawingml/2006/main">
            <a:r>
              <a:t/>
            </a:r>
          </a:p>
          <a:p xmlns:a="http://schemas.openxmlformats.org/drawingml/2006/main">
            <a:r>
              <a:t>SAY — suggested wording; adapt honestly:</a:t>
            </a:r>
          </a:p>
          <a:p xmlns:a="http://schemas.openxmlformats.org/drawingml/2006/main">
            <a:r>
              <a:t>Consider a customer placing an international order. The merchant needs to know whether stock is really available, what the total cost is, and where the shipment is. If these activities are disconnected, staff must reconcile the information manually. GlobalCommerce brings these records together. Its intended benefit is better coordination and more informed replenishment decisions. This is a design objective, not a measured claim that the prototype has already reduced costs or stockouts.</a:t>
            </a:r>
          </a:p>
          <a:p xmlns:a="http://schemas.openxmlformats.org/drawingml/2006/main">
            <a:r>
              <a:t/>
            </a:r>
          </a:p>
          <a:p xmlns:a="http://schemas.openxmlformats.org/drawingml/2006/main">
            <a:r>
              <a:t>SHOW / DO:</a:t>
            </a:r>
          </a:p>
          <a:p xmlns:a="http://schemas.openxmlformats.org/drawingml/2006/main">
            <a:r>
              <a:t>Use a simple example: a UK customer buys two units from the warehouse with sufficient available stock.</a:t>
            </a:r>
          </a:p>
          <a:p xmlns:a="http://schemas.openxmlformats.org/drawingml/2006/main">
            <a:r>
              <a:t/>
            </a:r>
          </a:p>
          <a:p xmlns:a="http://schemas.openxmlformats.org/drawingml/2006/main">
            <a:r>
              <a:t>IF ASKED:</a:t>
            </a:r>
          </a:p>
          <a:p xmlns:a="http://schemas.openxmlformats.org/drawingml/2006/main">
            <a:r>
              <a:t>How would you prove business value? Measure baseline and post-pilot stockouts, fulfilment time, forecast error and manual reconciliation effort.</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C:/Users/HP/Documents/Codex/2026-08-16/i/outputs/globalcommerce-enterprise-platform/docs/project-report.md</a:t>
            </a:r>
          </a:p>
          <a:p xmlns:a="http://schemas.openxmlformats.org/drawingml/2006/main">
            <a:r>
              <a:t>Template layout and retained illustration: C:/Users/HP/Downloads/Sample Presentation EduQual Diplomas (1).pptx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What the prototype covers</a:t>
            </a:r>
          </a:p>
          <a:p xmlns:a="http://schemas.openxmlformats.org/drawingml/2006/main">
            <a:r>
              <a:t/>
            </a:r>
          </a:p>
          <a:p xmlns:a="http://schemas.openxmlformats.org/drawingml/2006/main">
            <a:r>
              <a:t>SAY — suggested wording; adapt honestly:</a:t>
            </a:r>
          </a:p>
          <a:p xmlns:a="http://schemas.openxmlformats.org/drawingml/2006/main">
            <a:r>
              <a:t>The prototype has four connected responsibilities. First, it stores marketplace records. Second, it processes inventory reservations and international orders, with a shipment event history. Third, it forecasts demand and proposes replenishment quantities. Fourth, it presents business and technical information. The demonstration uses three warehouse locations and five supported currencies. It does not connect to live payment, carrier or customs services. The source and documentation remain local at present; GitHub submission is a separate step that I will complete after review.</a:t>
            </a:r>
          </a:p>
          <a:p xmlns:a="http://schemas.openxmlformats.org/drawingml/2006/main">
            <a:r>
              <a:t/>
            </a:r>
          </a:p>
          <a:p xmlns:a="http://schemas.openxmlformats.org/drawingml/2006/main">
            <a:r>
              <a:t>SHOW / DO:</a:t>
            </a:r>
          </a:p>
          <a:p xmlns:a="http://schemas.openxmlformats.org/drawingml/2006/main">
            <a:r>
              <a:t>Point out that the full formal project title is recorded in the title-slide notes. Explain implemented scope versus real-world integrations.</a:t>
            </a:r>
          </a:p>
          <a:p xmlns:a="http://schemas.openxmlformats.org/drawingml/2006/main">
            <a:r>
              <a:t/>
            </a:r>
          </a:p>
          <a:p xmlns:a="http://schemas.openxmlformats.org/drawingml/2006/main">
            <a:r>
              <a:t>IF ASKED:</a:t>
            </a:r>
          </a:p>
          <a:p xmlns:a="http://schemas.openxmlformats.org/drawingml/2006/main">
            <a:r>
              <a:t>Why a prototype? It permits an end-to-end demonstration and architectural evaluation within the student hardware and time constraints.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C:/Users/HP/Documents/Codex/2026-08-16/i/outputs/globalcommerce-enterprise-platform/docker-compose.yml</a:t>
            </a:r>
          </a:p>
          <a:p xmlns:a="http://schemas.openxmlformats.org/drawingml/2006/main">
            <a:r>
              <a:t>C:/Users/HP/Documents/Codex/2026-08-16/i/outputs/globalcommerce-enterprise-platform/backend/app/main.py</a:t>
            </a:r>
          </a:p>
          <a:p xmlns:a="http://schemas.openxmlformats.org/drawingml/2006/main">
            <a:r>
              <a:t>C:/Users/HP/Documents/Codex/2026-08-16/i/outputs/globalcommerce-enterprise-platform/docs/project-report.md</a:t>
            </a:r>
          </a:p>
          <a:p xmlns:a="http://schemas.openxmlformats.org/drawingml/2006/main">
            <a:r>
              <a:t>Template layout and retained illustration: C:/Users/HP/Downloads/Sample Presentation EduQual Diplomas (1).pptx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System architecture</a:t>
            </a:r>
            <a:endParaRPr/>
          </a:p>
          <a:p xmlns:a="http://schemas.openxmlformats.org/drawingml/2006/main">
            <a:r>
              <a:t/>
            </a:r>
            <a:endParaRPr/>
          </a:p>
          <a:p xmlns:a="http://schemas.openxmlformats.org/drawingml/2006/main">
            <a:r>
              <a:t>SAY — suggested wording; adapt honestly:</a:t>
            </a:r>
            <a:endParaRPr/>
          </a:p>
          <a:p xmlns:a="http://schemas.openxmlformats.org/drawingml/2006/main">
            <a:r>
              <a:t>The browser runs a React-based console. It sends authenticated requests to a FastAPI application. PostgreSQL stores the business records, while Redis supports rate limiting. Forecasting runs in the application process. Prometheus collects service metrics, and Grafana visualizes those measurements. Docker Compose runs the six services. The design is a modular monolith at the application layer, not a microservice per business feature. This keeps deployment manageable on a 16 GB laptop. A future version could move heavy forecasting jobs to a separate worker and scale the API independently.</a:t>
            </a:r>
            <a:endParaRPr/>
          </a:p>
          <a:p xmlns:a="http://schemas.openxmlformats.org/drawingml/2006/main">
            <a:r>
              <a:t/>
            </a:r>
            <a:endParaRPr/>
          </a:p>
          <a:p xmlns:a="http://schemas.openxmlformats.org/drawingml/2006/main">
            <a:r>
              <a:t>SHOW / DO:</a:t>
            </a:r>
            <a:endParaRPr/>
          </a:p>
          <a:p xmlns:a="http://schemas.openxmlformats.org/drawingml/2006/main">
            <a:r>
              <a:t>Trace browser to API to database. Then trace API metrics to Prometheus to Grafana. Explain Redis separately from the database.</a:t>
            </a:r>
            <a:endParaRPr/>
          </a:p>
          <a:p xmlns:a="http://schemas.openxmlformats.org/drawingml/2006/main">
            <a:r>
              <a:t/>
            </a:r>
            <a:endParaRPr/>
          </a:p>
          <a:p xmlns:a="http://schemas.openxmlformats.org/drawingml/2006/main">
            <a:r>
              <a:t>IF ASKED:</a:t>
            </a:r>
            <a:endParaRPr/>
          </a:p>
          <a:p xmlns:a="http://schemas.openxmlformats.org/drawingml/2006/main">
            <a:r>
              <a:t>Why PostgreSQL? Orders, stock, payments and shipment records have relationships, and order creation needs transactional consistency. Why not microservices now? They add distributed failure and deployment complexity.</a:t>
            </a:r>
            <a:endParaRPr/>
          </a:p>
          <a:p xmlns:a="http://schemas.openxmlformats.org/drawingml/2006/main">
            <a:r>
              <a:t/>
            </a:r>
            <a:endParaRPr/>
          </a:p>
          <a:p xmlns:a="http://schemas.openxmlformats.org/drawingml/2006/main">
            <a:r>
              <a:t>[Sources]</a:t>
            </a:r>
            <a:endParaRPr/>
          </a:p>
          <a:p xmlns:a="http://schemas.openxmlformats.org/drawingml/2006/main">
            <a:r>
              <a:t>C:/Users/HP/Documents/Codex/2026-08-16/i/outputs/globalcommerce-enterprise-platform/docker-compose.yml</a:t>
            </a:r>
            <a:endParaRPr/>
          </a:p>
          <a:p xmlns:a="http://schemas.openxmlformats.org/drawingml/2006/main">
            <a:r>
              <a:t>C:/Users/HP/Documents/Codex/2026-08-16/i/outputs/globalcommerce-enterprise-platform/backend/app/main.py</a:t>
            </a:r>
            <a:endParaRPr/>
          </a:p>
          <a:p xmlns:a="http://schemas.openxmlformats.org/drawingml/2006/main">
            <a:r>
              <a:t>C:/Users/HP/Documents/Codex/2026-08-16/i/outputs/globalcommerce-enterprise-platform/docs/architecture.md</a:t>
            </a:r>
            <a:endParaRPr/>
          </a:p>
          <a:p xmlns:a="http://schemas.openxmlformats.org/drawingml/2006/main">
            <a:r>
              <a:t>Template layout and retained illustration: C:/Users/HP/Downloads/Sample Presentation EduQual Diplomas (1).pptx</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Inventory you can explain</a:t>
            </a:r>
            <a:endParaRPr/>
          </a:p>
          <a:p xmlns:a="http://schemas.openxmlformats.org/drawingml/2006/main">
            <a:r>
              <a:t/>
            </a:r>
            <a:endParaRPr/>
          </a:p>
          <a:p xmlns:a="http://schemas.openxmlformats.org/drawingml/2006/main">
            <a:r>
              <a:t>SAY — suggested wording; adapt honestly:</a:t>
            </a:r>
            <a:endParaRPr/>
          </a:p>
          <a:p xmlns:a="http://schemas.openxmlformats.org/drawingml/2006/main">
            <a:r>
              <a:t>On hand is the recorded stock balance. Reserved units are already promised to orders, and available equals on hand minus reserved. With 120 on hand and 3 reserved, 117 remain available. In this prototype dispatched units stay reserved until delivery. An order increases reserved; delivery decreases both on hand and reserved; pre-dispatch cancellation releases reserved. Receipts increase on hand. The API checks these changes inside database transactions. Concurrent PostgreSQL tests confirmed that competing orders did not oversell the tested stock. Inventory and executive totals now use the same available-stock definition.</a:t>
            </a:r>
            <a:endParaRPr/>
          </a:p>
          <a:p xmlns:a="http://schemas.openxmlformats.org/drawingml/2006/main">
            <a:r>
              <a:t/>
            </a:r>
            <a:endParaRPr/>
          </a:p>
          <a:p xmlns:a="http://schemas.openxmlformats.org/drawingml/2006/main">
            <a:r>
              <a:t>SHOW / DO:</a:t>
            </a:r>
            <a:endParaRPr/>
          </a:p>
          <a:p xmlns:a="http://schemas.openxmlformats.org/drawingml/2006/main">
            <a:r>
              <a:t>Use the equation, then point to the Inventory table in the live demo. These large example numbers are illustrative, not a screenshot measurement.</a:t>
            </a:r>
            <a:endParaRPr/>
          </a:p>
          <a:p xmlns:a="http://schemas.openxmlformats.org/drawingml/2006/main">
            <a:r>
              <a:t/>
            </a:r>
            <a:endParaRPr/>
          </a:p>
          <a:p xmlns:a="http://schemas.openxmlformats.org/drawingml/2006/main">
            <a:r>
              <a:t>IF ASKED:</a:t>
            </a:r>
            <a:endParaRPr/>
          </a:p>
          <a:p xmlns:a="http://schemas.openxmlformats.org/drawingml/2006/main">
            <a:r>
              <a:t>Why deduct at delivery? It keeps the assessment workflow simple and consistent. A production system should distinguish warehouse stock from a separate in-transit stock ledger. Returns and split fulfilment are future work.</a:t>
            </a:r>
            <a:endParaRPr/>
          </a:p>
          <a:p xmlns:a="http://schemas.openxmlformats.org/drawingml/2006/main">
            <a:r>
              <a:t/>
            </a:r>
            <a:endParaRPr/>
          </a:p>
          <a:p xmlns:a="http://schemas.openxmlformats.org/drawingml/2006/main">
            <a:r>
              <a:t>[Sources]</a:t>
            </a:r>
            <a:endParaRPr/>
          </a:p>
          <a:p xmlns:a="http://schemas.openxmlformats.org/drawingml/2006/main">
            <a:r>
              <a:t>C:/Users/HP/Documents/Codex/2026-08-16/i/outputs/globalcommerce-enterprise-platform/backend/app/services/orders.py</a:t>
            </a:r>
            <a:endParaRPr/>
          </a:p>
          <a:p xmlns:a="http://schemas.openxmlformats.org/drawingml/2006/main">
            <a:r>
              <a:t>C:/Users/HP/Documents/Codex/2026-08-16/i/outputs/globalcommerce-enterprise-platform/backend/app/main.py</a:t>
            </a:r>
            <a:endParaRPr/>
          </a:p>
          <a:p xmlns:a="http://schemas.openxmlformats.org/drawingml/2006/main">
            <a:r>
              <a:t>Template layout and retained illustration: C:/Users/HP/Downloads/Sample Presentation EduQual Diplomas (1).pptx</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One order, one workflow</a:t>
            </a:r>
            <a:endParaRPr/>
          </a:p>
          <a:p xmlns:a="http://schemas.openxmlformats.org/drawingml/2006/main">
            <a:r>
              <a:t/>
            </a:r>
            <a:endParaRPr/>
          </a:p>
          <a:p xmlns:a="http://schemas.openxmlformats.org/drawingml/2006/main">
            <a:r>
              <a:t>SAY — suggested wording; adapt honestly:</a:t>
            </a:r>
            <a:endParaRPr/>
          </a:p>
          <a:p xmlns:a="http://schemas.openxmlformats.org/drawingml/2006/main">
            <a:r>
              <a:t>The API validates customer ownership and locks the customer before checking the request key. An identical retry returns the existing order; changed contents with that key are rejected. It locks candidate stock rows in a stable order and chooses one warehouse that can supply every item. Then it reserves stock, rounds charge components and creates the order, simulated payment, shipment and audit records in one transaction. A failure rolls back the uncommitted changes. Concurrent tests covered duplicate requests, competing stock reservations and repeated delivery. Allocation favours available quantity, not distance or transport cost.</a:t>
            </a:r>
            <a:endParaRPr/>
          </a:p>
          <a:p xmlns:a="http://schemas.openxmlformats.org/drawingml/2006/main">
            <a:r>
              <a:t/>
            </a:r>
            <a:endParaRPr/>
          </a:p>
          <a:p xmlns:a="http://schemas.openxmlformats.org/drawingml/2006/main">
            <a:r>
              <a:t>SHOW / DO:</a:t>
            </a:r>
            <a:endParaRPr/>
          </a:p>
          <a:p xmlns:a="http://schemas.openxmlformats.org/drawingml/2006/main">
            <a:r>
              <a:t>Follow the numbered sequence. During the demo, record the order ID and show the corresponding inventory reservation.</a:t>
            </a:r>
            <a:endParaRPr/>
          </a:p>
          <a:p xmlns:a="http://schemas.openxmlformats.org/drawingml/2006/main">
            <a:r>
              <a:t/>
            </a:r>
            <a:endParaRPr/>
          </a:p>
          <a:p xmlns:a="http://schemas.openxmlformats.org/drawingml/2006/main">
            <a:r>
              <a:t>IF ASKED:</a:t>
            </a:r>
            <a:endParaRPr/>
          </a:p>
          <a:p xmlns:a="http://schemas.openxmlformats.org/drawingml/2006/main">
            <a:r>
              <a:t>What is idempotency? A safe retry of the same logical request should not create another order. The client retains its key after a network interruption. An altered payload must use a new logical request and key.</a:t>
            </a:r>
            <a:endParaRPr/>
          </a:p>
          <a:p xmlns:a="http://schemas.openxmlformats.org/drawingml/2006/main">
            <a:r>
              <a:t/>
            </a:r>
            <a:endParaRPr/>
          </a:p>
          <a:p xmlns:a="http://schemas.openxmlformats.org/drawingml/2006/main">
            <a:r>
              <a:t>[Sources]</a:t>
            </a:r>
            <a:endParaRPr/>
          </a:p>
          <a:p xmlns:a="http://schemas.openxmlformats.org/drawingml/2006/main">
            <a:r>
              <a:t>C:/Users/HP/Documents/Codex/2026-08-16/i/outputs/globalcommerce-enterprise-platform/backend/app/services/orders.py</a:t>
            </a:r>
            <a:endParaRPr/>
          </a:p>
          <a:p xmlns:a="http://schemas.openxmlformats.org/drawingml/2006/main">
            <a:r>
              <a:t>C:/Users/HP/Documents/Codex/2026-08-16/i/outputs/globalcommerce-enterprise-platform/backend/tests/test_workflow.py</a:t>
            </a:r>
            <a:endParaRPr/>
          </a:p>
          <a:p xmlns:a="http://schemas.openxmlformats.org/drawingml/2006/main">
            <a:r>
              <a:t>Template layout and retained illustration: C:/Users/HP/Downloads/Sample Presentation EduQual Diplomas (1).pptx</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International order costing</a:t>
            </a:r>
          </a:p>
          <a:p xmlns:a="http://schemas.openxmlformats.org/drawingml/2006/main">
            <a:r>
              <a:t/>
            </a:r>
          </a:p>
          <a:p xmlns:a="http://schemas.openxmlformats.org/drawingml/2006/main">
            <a:r>
              <a:t>SAY — suggested wording; adapt honestly:</a:t>
            </a:r>
          </a:p>
          <a:p xmlns:a="http://schemas.openxmlformats.org/drawingml/2006/main">
            <a:r>
              <a:t>International processing needs more than changing a currency symbol. This prototype stores an order currency and calculates goods, shipping, duty and tax. Its shipping rule is twelve dollars plus three point two dollars per kilogram. Duty is five percent of goods value; tax is eight percent of goods value plus duty. These are demonstration formulas, not real customs advice or country-specific tax rules. Payment authorization and capture are simulated. Production would require jurisdiction-specific rules, payment-provider integration, rounding policies and reliable exchange-rate history.</a:t>
            </a:r>
          </a:p>
          <a:p xmlns:a="http://schemas.openxmlformats.org/drawingml/2006/main">
            <a:r>
              <a:t/>
            </a:r>
          </a:p>
          <a:p xmlns:a="http://schemas.openxmlformats.org/drawingml/2006/main">
            <a:r>
              <a:t>SHOW / DO:</a:t>
            </a:r>
          </a:p>
          <a:p xmlns:a="http://schemas.openxmlformats.org/drawingml/2006/main">
            <a:r>
              <a:t>Open a demo order and identify its currency and separate charge fields. Never call the mixed-currency dashboard total audited revenue.</a:t>
            </a:r>
          </a:p>
          <a:p xmlns:a="http://schemas.openxmlformats.org/drawingml/2006/main">
            <a:r>
              <a:t/>
            </a:r>
          </a:p>
          <a:p xmlns:a="http://schemas.openxmlformats.org/drawingml/2006/main">
            <a:r>
              <a:t>IF ASKED:</a:t>
            </a:r>
          </a:p>
          <a:p xmlns:a="http://schemas.openxmlformats.org/drawingml/2006/main">
            <a:r>
              <a:t>Why retain currency per order? A numeric amount is ambiguous without currency, conversion basis and rounding rules.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C:/Users/HP/Documents/Codex/2026-08-16/i/outputs/globalcommerce-enterprise-platform/backend/app/services/orders.py</a:t>
            </a:r>
          </a:p>
          <a:p xmlns:a="http://schemas.openxmlformats.org/drawingml/2006/main">
            <a:r>
              <a:t>Template layout and retained illustration: C:/Users/HP/Downloads/Sample Presentation EduQual Diplomas (1).pptx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Logistics visibility</a:t>
            </a:r>
          </a:p>
          <a:p xmlns:a="http://schemas.openxmlformats.org/drawingml/2006/main">
            <a:r>
              <a:t/>
            </a:r>
          </a:p>
          <a:p xmlns:a="http://schemas.openxmlformats.org/drawingml/2006/main">
            <a:r>
              <a:t>SAY — suggested wording; adapt honestly:</a:t>
            </a:r>
          </a:p>
          <a:p xmlns:a="http://schemas.openxmlformats.org/drawingml/2006/main">
            <a:r>
              <a:t>Shipment events are manual simulations, not live carrier updates. The normal path is created, picked, in transit, customs clearance, out for delivery and delivered. The API validates each transition and locks the associated order, so cancellation and delivery cannot independently change it at the same time. Dispatch prevents cancellation. In-transit stages can be marked delayed, with valid recovery options. A delivered shipment cannot be delivered again. The order detail shows the tracking number and time-stamped history.</a:t>
            </a:r>
          </a:p>
          <a:p xmlns:a="http://schemas.openxmlformats.org/drawingml/2006/main">
            <a:r>
              <a:t/>
            </a:r>
          </a:p>
          <a:p xmlns:a="http://schemas.openxmlformats.org/drawingml/2006/main">
            <a:r>
              <a:t>SHOW / DO:</a:t>
            </a:r>
          </a:p>
          <a:p xmlns:a="http://schemas.openxmlformats.org/drawingml/2006/main">
            <a:r>
              <a:t>Advance the demo shipment through its valid stages. Optionally mark it delayed in transit and resume. Show the history and the delivery stock change.</a:t>
            </a:r>
          </a:p>
          <a:p xmlns:a="http://schemas.openxmlformats.org/drawingml/2006/main">
            <a:r>
              <a:t/>
            </a:r>
          </a:p>
          <a:p xmlns:a="http://schemas.openxmlformats.org/drawingml/2006/main">
            <a:r>
              <a:t>IF ASKED:</a:t>
            </a:r>
          </a:p>
          <a:p xmlns:a="http://schemas.openxmlformats.org/drawingml/2006/main">
            <a:r>
              <a:t>What if an event is repeated? Repeated delivery is rejected by the current state and protected transaction. A real carrier adapter also needs durable external event IDs and deduplication.</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C:/Users/HP/Documents/Codex/2026-08-16/i/outputs/globalcommerce-enterprise-platform/backend/app/main.py</a:t>
            </a:r>
          </a:p>
          <a:p xmlns:a="http://schemas.openxmlformats.org/drawingml/2006/main">
            <a:r>
              <a:t>C:/Users/HP/Documents/Codex/2026-08-16/i/outputs/globalcommerce-enterprise-platform/backend/app/services/orders.py</a:t>
            </a:r>
          </a:p>
          <a:p xmlns:a="http://schemas.openxmlformats.org/drawingml/2006/main">
            <a:r>
              <a:t>Template layout and retained illustration: C:/Users/HP/Downloads/Sample Presentation EduQual Diplomas (1).pptx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Demand forecasting</a:t>
            </a:r>
            <a:endParaRPr/>
          </a:p>
          <a:p xmlns:a="http://schemas.openxmlformats.org/drawingml/2006/main">
            <a:r>
              <a:t/>
            </a:r>
            <a:endParaRPr/>
          </a:p>
          <a:p xmlns:a="http://schemas.openxmlformats.org/drawingml/2006/main">
            <a:r>
              <a:t>SAY — suggested wording; adapt honestly:</a:t>
            </a:r>
            <a:endParaRPr/>
          </a:p>
          <a:p xmlns:a="http://schemas.openxmlformats.org/drawingml/2006/main">
            <a:r>
              <a:t>Daily sales history is seeded or imported by CSV. It is separate from operational orders. Eligible series have at least thirty-five observations and recent history. Features include past lags, a shifted rolling mean, weekday and trend. Earlier dates train the model; later dates form a fixed-origin recursive holdout. The model does not use future holdout actuals as later input. We compare a Random Forest with a seasonal-naive weekly baseline and select the lower MAE. Then we refit on all history and forecast tomorrow onward for one to thirty days. This is still synthetic-data evidence, and using the same holdout for selection means it is not an independent final test.</a:t>
            </a:r>
            <a:endParaRPr/>
          </a:p>
          <a:p xmlns:a="http://schemas.openxmlformats.org/drawingml/2006/main">
            <a:r>
              <a:t/>
            </a:r>
            <a:endParaRPr/>
          </a:p>
          <a:p xmlns:a="http://schemas.openxmlformats.org/drawingml/2006/main">
            <a:r>
              <a:t>SHOW / DO:</a:t>
            </a:r>
            <a:endParaRPr/>
          </a:p>
          <a:p xmlns:a="http://schemas.openxmlformats.org/drawingml/2006/main">
            <a:r>
              <a:t>Trace the stages, then show the actual MAE and RMSE produced by a run. Do not invent a percentage accuracy.</a:t>
            </a:r>
            <a:endParaRPr/>
          </a:p>
          <a:p xmlns:a="http://schemas.openxmlformats.org/drawingml/2006/main">
            <a:r>
              <a:t/>
            </a:r>
            <a:endParaRPr/>
          </a:p>
          <a:p xmlns:a="http://schemas.openxmlformats.org/drawingml/2006/main">
            <a:r>
              <a:t>IF ASKED:</a:t>
            </a:r>
            <a:endParaRPr/>
          </a:p>
          <a:p xmlns:a="http://schemas.openxmlformats.org/drawingml/2006/main">
            <a:r>
              <a:t>Why a baseline? Complexity is not automatically better. MAE measures average absolute unit error; RMSE penalizes large misses. Real deployment needs rolling-origin tests on representative data.</a:t>
            </a:r>
            <a:endParaRPr/>
          </a:p>
          <a:p xmlns:a="http://schemas.openxmlformats.org/drawingml/2006/main">
            <a:r>
              <a:t/>
            </a:r>
            <a:endParaRPr/>
          </a:p>
          <a:p xmlns:a="http://schemas.openxmlformats.org/drawingml/2006/main">
            <a:r>
              <a:t>[Sources]</a:t>
            </a:r>
            <a:endParaRPr/>
          </a:p>
          <a:p xmlns:a="http://schemas.openxmlformats.org/drawingml/2006/main">
            <a:r>
              <a:t>C:/Users/HP/Documents/Codex/2026-08-16/i/outputs/globalcommerce-enterprise-platform/backend/app/services/forecasting.py</a:t>
            </a:r>
            <a:endParaRPr/>
          </a:p>
          <a:p xmlns:a="http://schemas.openxmlformats.org/drawingml/2006/main">
            <a:r>
              <a:t>C:/Users/HP/Documents/Codex/2026-08-16/i/outputs/globalcommerce-enterprise-platform/docs/model-evaluation.md</a:t>
            </a:r>
            <a:endParaRPr/>
          </a:p>
          <a:p xmlns:a="http://schemas.openxmlformats.org/drawingml/2006/main">
            <a:r>
              <a:t>Template layout and retained illustration: C:/Users/HP/Downloads/Sample Presentation EduQual Diplomas (1).pptx</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From forecast to stock</a:t>
            </a:r>
            <a:endParaRPr/>
          </a:p>
          <a:p xmlns:a="http://schemas.openxmlformats.org/drawingml/2006/main">
            <a:r>
              <a:t/>
            </a:r>
            <a:endParaRPr/>
          </a:p>
          <a:p xmlns:a="http://schemas.openxmlformats.org/drawingml/2006/main">
            <a:r>
              <a:t>SAY — suggested wording; adapt honestly:</a:t>
            </a:r>
            <a:endParaRPr/>
          </a:p>
          <a:p xmlns:a="http://schemas.openxmlformats.org/drawingml/2006/main">
            <a:r>
              <a:t>Replenishment equals the maximum of zero and forecast demand plus safety stock minus available stock. In the example, sixty plus fifteen minus fifty gives twenty-five units. Those numbers are illustrative. The safety allowance uses the selected model's error and the horizon, so it is a heuristic rather than a service-level guarantee. Recommendations show the stock snapshot at run time and current available stock separately. New orders change stock but do not retrain the model or automatically recalculate the saved recommendation. A person reviews the suggestion. Supplier lead times, minimum purchase quantities and procurement approval are future work.</a:t>
            </a:r>
            <a:endParaRPr/>
          </a:p>
          <a:p xmlns:a="http://schemas.openxmlformats.org/drawingml/2006/main">
            <a:r>
              <a:t/>
            </a:r>
            <a:endParaRPr/>
          </a:p>
          <a:p xmlns:a="http://schemas.openxmlformats.org/drawingml/2006/main">
            <a:r>
              <a:t>SHOW / DO:</a:t>
            </a:r>
            <a:endParaRPr/>
          </a:p>
          <a:p xmlns:a="http://schemas.openxmlformats.org/drawingml/2006/main">
            <a:r>
              <a:t>Explain each term before reading the result. During the demo, compare a forecast recommendation with the relevant warehouse balance.</a:t>
            </a:r>
            <a:endParaRPr/>
          </a:p>
          <a:p xmlns:a="http://schemas.openxmlformats.org/drawingml/2006/main">
            <a:r>
              <a:t/>
            </a:r>
            <a:endParaRPr/>
          </a:p>
          <a:p xmlns:a="http://schemas.openxmlformats.org/drawingml/2006/main">
            <a:r>
              <a:t>IF ASKED:</a:t>
            </a:r>
            <a:endParaRPr/>
          </a:p>
          <a:p xmlns:a="http://schemas.openxmlformats.org/drawingml/2006/main">
            <a:r>
              <a:t>Can the model be wrong? Yes. New promotions, changing demand and poor data can invalidate the pattern. A person should review recommendations; formal approval is not implemented.</a:t>
            </a:r>
            <a:endParaRPr/>
          </a:p>
          <a:p xmlns:a="http://schemas.openxmlformats.org/drawingml/2006/main">
            <a:r>
              <a:t/>
            </a:r>
            <a:endParaRPr/>
          </a:p>
          <a:p xmlns:a="http://schemas.openxmlformats.org/drawingml/2006/main">
            <a:r>
              <a:t>[Sources]</a:t>
            </a:r>
            <a:endParaRPr/>
          </a:p>
          <a:p xmlns:a="http://schemas.openxmlformats.org/drawingml/2006/main">
            <a:r>
              <a:t>C:/Users/HP/Documents/Codex/2026-08-16/i/outputs/globalcommerce-enterprise-platform/backend/app/services/forecasting.py</a:t>
            </a:r>
            <a:endParaRPr/>
          </a:p>
          <a:p xmlns:a="http://schemas.openxmlformats.org/drawingml/2006/main">
            <a:r>
              <a:t>Template layout and retained illustration: C:/Users/HP/Downloads/Sample Presentation EduQual Diplomas (1).pptx</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Monitoring has three roles</a:t>
            </a:r>
            <a:endParaRPr/>
          </a:p>
          <a:p xmlns:a="http://schemas.openxmlformats.org/drawingml/2006/main">
            <a:r>
              <a:t/>
            </a:r>
            <a:endParaRPr/>
          </a:p>
          <a:p xmlns:a="http://schemas.openxmlformats.org/drawingml/2006/main">
            <a:r>
              <a:t>SAY — suggested wording; adapt honestly:</a:t>
            </a:r>
            <a:endParaRPr/>
          </a:p>
          <a:p xmlns:a="http://schemas.openxmlformats.org/drawingml/2006/main">
            <a:r>
              <a:t>The commerce console manages business records. Prometheus collects time-series measurements and Grafana visualizes them. The integrated Monitoring page summarizes selected technical signals without replacing those tools. Request rate counts API calls, not orders. P95 latency is approximately the duration within which ninety-five percent of measured requests complete, not an average. Server-error rate counts failures. The Online label is a point-in-time API response check, not a claim of perfect uptime. Sparse measurements after startup are labelled warming or unavailable. In Analytics, delivery completion is a separate business ratio, not on-time performance.</a:t>
            </a:r>
            <a:endParaRPr/>
          </a:p>
          <a:p xmlns:a="http://schemas.openxmlformats.org/drawingml/2006/main">
            <a:r>
              <a:t/>
            </a:r>
            <a:endParaRPr/>
          </a:p>
          <a:p xmlns:a="http://schemas.openxmlformats.org/drawingml/2006/main">
            <a:r>
              <a:t>SHOW / DO:</a:t>
            </a:r>
            <a:endParaRPr/>
          </a:p>
          <a:p xmlns:a="http://schemas.openxmlformats.org/drawingml/2006/main">
            <a:r>
              <a:t>Open Monitoring, explain requests per second, error rate and p95 latency, then follow the Grafana link. Explain that a quiet system can have little recent data.</a:t>
            </a:r>
            <a:endParaRPr/>
          </a:p>
          <a:p xmlns:a="http://schemas.openxmlformats.org/drawingml/2006/main">
            <a:r>
              <a:t/>
            </a:r>
            <a:endParaRPr/>
          </a:p>
          <a:p xmlns:a="http://schemas.openxmlformats.org/drawingml/2006/main">
            <a:r>
              <a:t>IF ASKED:</a:t>
            </a:r>
            <a:endParaRPr/>
          </a:p>
          <a:p xmlns:a="http://schemas.openxmlformats.org/drawingml/2006/main">
            <a:r>
              <a:t>What is p95 latency? Approximately ninety-five percent of observed requests fall at or below that duration in the selected measurement window.</a:t>
            </a:r>
            <a:endParaRPr/>
          </a:p>
          <a:p xmlns:a="http://schemas.openxmlformats.org/drawingml/2006/main">
            <a:r>
              <a:t/>
            </a:r>
            <a:endParaRPr/>
          </a:p>
          <a:p xmlns:a="http://schemas.openxmlformats.org/drawingml/2006/main">
            <a:r>
              <a:t>[Sources]</a:t>
            </a:r>
            <a:endParaRPr/>
          </a:p>
          <a:p xmlns:a="http://schemas.openxmlformats.org/drawingml/2006/main">
            <a:r>
              <a:t>C:/Users/HP/Documents/Codex/2026-08-16/i/outputs/globalcommerce-enterprise-platform/backend/app/main.py</a:t>
            </a:r>
            <a:endParaRPr/>
          </a:p>
          <a:p xmlns:a="http://schemas.openxmlformats.org/drawingml/2006/main">
            <a:r>
              <a:t>C:/Users/HP/Documents/Codex/2026-08-16/i/outputs/globalcommerce-enterprise-platform/infrastructure/prometheus/prometheus.yml</a:t>
            </a:r>
            <a:endParaRPr/>
          </a:p>
          <a:p xmlns:a="http://schemas.openxmlformats.org/drawingml/2006/main">
            <a:r>
              <a:t>C:/Users/HP/Documents/Codex/2026-08-16/i/outputs/globalcommerce-enterprise-platform/infrastructure/grafana/dashboards</a:t>
            </a:r>
            <a:endParaRPr/>
          </a:p>
          <a:p xmlns:a="http://schemas.openxmlformats.org/drawingml/2006/main">
            <a:r>
              <a:t>Template layout and retained illustration: C:/Users/HP/Downloads/Sample Presentation EduQual Diplomas (1).pptx</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The local operating workspace</a:t>
            </a:r>
          </a:p>
          <a:p xmlns:a="http://schemas.openxmlformats.org/drawingml/2006/main">
            <a:r>
              <a:t/>
            </a:r>
          </a:p>
          <a:p xmlns:a="http://schemas.openxmlformats.org/drawingml/2006/main">
            <a:r>
              <a:t>SAY — suggested wording; adapt honestly:</a:t>
            </a:r>
          </a:p>
          <a:p xmlns:a="http://schemas.openxmlformats.org/drawingml/2006/main">
            <a:r>
              <a:t>This is a genuine screenshot of the local Inventory page, captured during slide preparation. The navigation connects marketplace, inventory, orders, forecasting, analytics and monitoring. The table separates physical stock from reservations and available units. The Dubai control-hub row shows 180 on hand, 3 reserved and 177 available at the time of capture. The purpose of the screen is operational clarity, not decorative dashboard numbers. A screenshot is a backup illustration; the assessed demonstration should show an actual request and the corresponding persistent record change.</a:t>
            </a:r>
          </a:p>
          <a:p xmlns:a="http://schemas.openxmlformats.org/drawingml/2006/main">
            <a:r>
              <a:t/>
            </a:r>
          </a:p>
          <a:p xmlns:a="http://schemas.openxmlformats.org/drawingml/2006/main">
            <a:r>
              <a:t>SHOW / DO:</a:t>
            </a:r>
          </a:p>
          <a:p xmlns:a="http://schemas.openxmlformats.org/drawingml/2006/main">
            <a:r>
              <a:t>Point out the selected Inventory page and the three quantity columns. Explain that live values may differ from the screenshot after new orders.</a:t>
            </a:r>
          </a:p>
          <a:p xmlns:a="http://schemas.openxmlformats.org/drawingml/2006/main">
            <a:r>
              <a:t/>
            </a:r>
          </a:p>
          <a:p xmlns:a="http://schemas.openxmlformats.org/drawingml/2006/main">
            <a:r>
              <a:t>IF ASKED:</a:t>
            </a:r>
          </a:p>
          <a:p xmlns:a="http://schemas.openxmlformats.org/drawingml/2006/main">
            <a:r>
              <a:t>Why the bento-style interface? It organizes related information into scannable regions. Visual polish does not replace data correctness or usability testing.</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C:/Users/HP/Documents/Codex/2026-08-16/i/outputs/globalcommerce-enterprise-platform/frontend/app/page.tsx</a:t>
            </a:r>
          </a:p>
          <a:p xmlns:a="http://schemas.openxmlformats.org/drawingml/2006/main">
            <a:r>
              <a:t>http://localhost:3000 — Local UI screenshot captured 28 August 2026</a:t>
            </a:r>
          </a:p>
          <a:p xmlns:a="http://schemas.openxmlformats.org/drawingml/2006/main">
            <a:r>
              <a:t>Template layout and retained illustration: C:/Users/HP/Downloads/Sample Presentation EduQual Diplomas (1).pptx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Security and accountability</a:t>
            </a:r>
          </a:p>
          <a:p xmlns:a="http://schemas.openxmlformats.org/drawingml/2006/main">
            <a:r>
              <a:t/>
            </a:r>
          </a:p>
          <a:p xmlns:a="http://schemas.openxmlformats.org/drawingml/2006/main">
            <a:r>
              <a:t>SAY — suggested wording; adapt honestly:</a:t>
            </a:r>
          </a:p>
          <a:p xmlns:a="http://schemas.openxmlformats.org/drawingml/2006/main">
            <a:r>
              <a:t>Authentication identifies a user; authorization determines which actions and records they can access. Customer endpoints enforce ownership, merchant reports contain only owned product lines, and staff roles control administrative and operational writes. Staff intentionally have cross-merchant operational access. Tests cover wrong credentials, missing tokens and unauthorized object access. Passwords are hashed. Rate limiting, request IDs and audit entries support operations. The deployment binds to localhost, but uses HTTP and demo credentials. Production needs stronger identity, managed secrets and independent security testing. None of these controls amounts to ISO certification.</a:t>
            </a:r>
          </a:p>
          <a:p xmlns:a="http://schemas.openxmlformats.org/drawingml/2006/main">
            <a:r>
              <a:t/>
            </a:r>
          </a:p>
          <a:p xmlns:a="http://schemas.openxmlformats.org/drawingml/2006/main">
            <a:r>
              <a:t>SHOW / DO:</a:t>
            </a:r>
          </a:p>
          <a:p xmlns:a="http://schemas.openxmlformats.org/drawingml/2006/main">
            <a:r>
              <a:t>Explain one protected endpoint and an audit record. Do not display passwords, bearer tokens or local secret values in slides or screen sharing.</a:t>
            </a:r>
          </a:p>
          <a:p xmlns:a="http://schemas.openxmlformats.org/drawingml/2006/main">
            <a:r>
              <a:t/>
            </a:r>
          </a:p>
          <a:p xmlns:a="http://schemas.openxmlformats.org/drawingml/2006/main">
            <a:r>
              <a:t>IF ASKED:</a:t>
            </a:r>
          </a:p>
          <a:p xmlns:a="http://schemas.openxmlformats.org/drawingml/2006/main">
            <a:r>
              <a:t>What are the remaining security limitations? Local HTTP, demonstration credentials, broad staff scopes, no MFA, fail-open rate limiting during Redis failure and no formal penetration test.</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C:/Users/HP/Documents/Codex/2026-08-16/i/outputs/globalcommerce-enterprise-platform/backend/app/main.py</a:t>
            </a:r>
          </a:p>
          <a:p xmlns:a="http://schemas.openxmlformats.org/drawingml/2006/main">
            <a:r>
              <a:t>C:/Users/HP/Documents/Codex/2026-08-16/i/outputs/globalcommerce-enterprise-platform/docs/security-and-standards.md</a:t>
            </a:r>
          </a:p>
          <a:p xmlns:a="http://schemas.openxmlformats.org/drawingml/2006/main">
            <a:r>
              <a:t>C:/Users/HP/Documents/Codex/2026-08-16/i/outputs/globalcommerce-enterprise-platform/backend/tests/test_security.py</a:t>
            </a:r>
          </a:p>
          <a:p xmlns:a="http://schemas.openxmlformats.org/drawingml/2006/main">
            <a:r>
              <a:t>Template layout and retained illustration: C:/Users/HP/Downloads/Sample Presentation EduQual Diplomas (1).pptx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Evidence before confidence</a:t>
            </a:r>
          </a:p>
          <a:p xmlns:a="http://schemas.openxmlformats.org/drawingml/2006/main">
            <a:r>
              <a:t/>
            </a:r>
          </a:p>
          <a:p xmlns:a="http://schemas.openxmlformats.org/drawingml/2006/main">
            <a:r>
              <a:t>SAY — suggested wording; adapt honestly:</a:t>
            </a:r>
          </a:p>
          <a:p xmlns:a="http://schemas.openxmlformats.org/drawingml/2006/main">
            <a:r>
              <a:t>The recorded backend suite passed twenty tests with approximately ninety percent line coverage. Most functional cases run in isolated SQLite databases. A separate PostgreSQL test checks real concurrent requests: identical retries produce one order, competing orders do not oversell, and delivery deducts once. Frontend source contracts, TypeScript and production build checks cover a different layer. The verification folder contains exact outputs and scan scope. Coverage and clean scans do not guarantee every behaviour or security condition. There is no production-scale throughput benchmark and no claim of real-business forecast accuracy.</a:t>
            </a:r>
          </a:p>
          <a:p xmlns:a="http://schemas.openxmlformats.org/drawingml/2006/main">
            <a:r>
              <a:t/>
            </a:r>
          </a:p>
          <a:p xmlns:a="http://schemas.openxmlformats.org/drawingml/2006/main">
            <a:r>
              <a:t>SHOW / DO:</a:t>
            </a:r>
          </a:p>
          <a:p xmlns:a="http://schemas.openxmlformats.org/drawingml/2006/main">
            <a:r>
              <a:t>Open reports/verification and show the dated results. Explain one negative test and the isolated PostgreSQL evidence.</a:t>
            </a:r>
          </a:p>
          <a:p xmlns:a="http://schemas.openxmlformats.org/drawingml/2006/main">
            <a:r>
              <a:t/>
            </a:r>
          </a:p>
          <a:p xmlns:a="http://schemas.openxmlformats.org/drawingml/2006/main">
            <a:r>
              <a:t>IF ASKED:</a:t>
            </a:r>
          </a:p>
          <a:p xmlns:a="http://schemas.openxmlformats.org/drawingml/2006/main">
            <a:r>
              <a:t>What still needs testing? Real-data forecast evaluation, large-scale load, external provider failure modes, penetration testing and broader automated browser regression.</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C:/Users/HP/Documents/Codex/2026-08-16/i/outputs/globalcommerce-enterprise-platform/backend/tests/test_workflow.py</a:t>
            </a:r>
          </a:p>
          <a:p xmlns:a="http://schemas.openxmlformats.org/drawingml/2006/main">
            <a:r>
              <a:t>C:/Users/HP/Documents/Codex/2026-08-16/i/outputs/globalcommerce-enterprise-platform/backend/tests/test_security.py</a:t>
            </a:r>
          </a:p>
          <a:p xmlns:a="http://schemas.openxmlformats.org/drawingml/2006/main">
            <a:r>
              <a:t>C:/Users/HP/Documents/Codex/2026-08-16/i/outputs/globalcommerce-enterprise-platform/docs/testing.md</a:t>
            </a:r>
          </a:p>
          <a:p xmlns:a="http://schemas.openxmlformats.org/drawingml/2006/main">
            <a:r>
              <a:t>Template layout and retained illustration: C:/Users/HP/Downloads/Sample Presentation EduQual Diplomas (1).pptx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Live demonstration</a:t>
            </a:r>
          </a:p>
          <a:p xmlns:a="http://schemas.openxmlformats.org/drawingml/2006/main">
            <a:r>
              <a:t/>
            </a:r>
          </a:p>
          <a:p xmlns:a="http://schemas.openxmlformats.org/drawingml/2006/main">
            <a:r>
              <a:t>SAY — suggested wording; adapt honestly:</a:t>
            </a:r>
          </a:p>
          <a:p xmlns:a="http://schemas.openxmlformats.org/drawingml/2006/main">
            <a:r>
              <a:t>I will now demonstrate one order from beginning to end. First I will show that the services are running and open the inventory balance. I will create a two-unit order for a UK destination in GBP and show the order ID, simulated charges and reserved units. Next I will advance the shipment and inspect its event history. Finally I will run a seven-day forecast and open the monitoring views. This connects the business workflow to its stored records and technical visibility. The current quantities may differ because this is a running demonstration system.</a:t>
            </a:r>
          </a:p>
          <a:p xmlns:a="http://schemas.openxmlformats.org/drawingml/2006/main">
            <a:r>
              <a:t/>
            </a:r>
          </a:p>
          <a:p xmlns:a="http://schemas.openxmlformats.org/drawingml/2006/main">
            <a:r>
              <a:t>SHOW / DO:</a:t>
            </a:r>
          </a:p>
          <a:p xmlns:a="http://schemas.openxmlformats.org/drawingml/2006/main">
            <a:r>
              <a:t>Allow about five minutes if the exam timing permits. Open http://localhost:3000, http://localhost:8000/docs, http://localhost:3001 and http://localhost:9090 in advance. Verify every step before exam day. Do not run reset-demo during the assessment or erase existing records without reviewing the impact. Return to slide 16 afterward.</a:t>
            </a:r>
          </a:p>
          <a:p xmlns:a="http://schemas.openxmlformats.org/drawingml/2006/main">
            <a:r>
              <a:t/>
            </a:r>
          </a:p>
          <a:p xmlns:a="http://schemas.openxmlformats.org/drawingml/2006/main">
            <a:r>
              <a:t>IF ASKED:</a:t>
            </a:r>
          </a:p>
          <a:p xmlns:a="http://schemas.openxmlformats.org/drawingml/2006/main">
            <a:r>
              <a:t>If the UI fails, use the documented API only if rehearsed. If using screenshots or a recording, identify them clearly as recorded evidence, not live execution.</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C:/Users/HP/Documents/Codex/2026-08-16/i/outputs/globalcommerce-enterprise-platform/docs/demo-script.md</a:t>
            </a:r>
          </a:p>
          <a:p xmlns:a="http://schemas.openxmlformats.org/drawingml/2006/main">
            <a:r>
              <a:t>C:/Users/HP/Documents/Codex/2026-08-16/i/outputs/globalcommerce-enterprise-platform/docs/api-guide.md</a:t>
            </a:r>
          </a:p>
          <a:p xmlns:a="http://schemas.openxmlformats.org/drawingml/2006/main">
            <a:r>
              <a:t>Template layout and retained illustration: C:/Users/HP/Downloads/Sample Presentation EduQual Diplomas (1).pptx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16: From prototype to production</a:t>
            </a:r>
          </a:p>
          <a:p xmlns:a="http://schemas.openxmlformats.org/drawingml/2006/main">
            <a:r>
              <a:t/>
            </a:r>
          </a:p>
          <a:p xmlns:a="http://schemas.openxmlformats.org/drawingml/2006/main">
            <a:r>
              <a:t>SAY — suggested wording; adapt honestly:</a:t>
            </a:r>
          </a:p>
          <a:p xmlns:a="http://schemas.openxmlformats.org/drawingml/2006/main">
            <a:r>
              <a:t>The local assessment features are connected and testable. Production is a separate stage. It needs real provider adapters, current trade rules, external identity, TLS, managed secrets and tighter staff access. Forecasting needs representative data, independent rolling evaluation, supplier lead times and calibrated inventory policies. Larger workloads need background workers, database tuning, pagination and measured capacity. A production financial ledger should use fixed-precision database columns. Returns, split shipments and procurement are not part of this local version. The assigned enterprise-scale scenario guides the architecture; it is not a measured throughput result.</a:t>
            </a:r>
          </a:p>
          <a:p xmlns:a="http://schemas.openxmlformats.org/drawingml/2006/main">
            <a:r>
              <a:t/>
            </a:r>
          </a:p>
          <a:p xmlns:a="http://schemas.openxmlformats.org/drawingml/2006/main">
            <a:r>
              <a:t>SHOW / DO:</a:t>
            </a:r>
          </a:p>
          <a:p xmlns:a="http://schemas.openxmlformats.org/drawingml/2006/main">
            <a:r>
              <a:t>Lead with correctness, then security, then model quality and scale. Explain one specific fix if the panel asks for a redesign.</a:t>
            </a:r>
          </a:p>
          <a:p xmlns:a="http://schemas.openxmlformats.org/drawingml/2006/main">
            <a:r>
              <a:t/>
            </a:r>
          </a:p>
          <a:p xmlns:a="http://schemas.openxmlformats.org/drawingml/2006/main">
            <a:r>
              <a:t>IF ASKED:</a:t>
            </a:r>
          </a:p>
          <a:p xmlns:a="http://schemas.openxmlformats.org/drawingml/2006/main">
            <a:r>
              <a:t>How would you scale? Separate forecast workers, make API replicas stateless, tune database queries and connection pools, introduce reliable integration events, then measure bottlenecks.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C:/Users/HP/Documents/Codex/2026-08-16/i/outputs/globalcommerce-enterprise-platform/backend/app/main.py</a:t>
            </a:r>
          </a:p>
          <a:p xmlns:a="http://schemas.openxmlformats.org/drawingml/2006/main">
            <a:r>
              <a:t>C:/Users/HP/Documents/Codex/2026-08-16/i/outputs/globalcommerce-enterprise-platform/backend/app/services/orders.py</a:t>
            </a:r>
          </a:p>
          <a:p xmlns:a="http://schemas.openxmlformats.org/drawingml/2006/main">
            <a:r>
              <a:t>C:/Users/HP/Documents/Codex/2026-08-16/i/outputs/globalcommerce-enterprise-platform/backend/app/services/forecasting.py</a:t>
            </a:r>
          </a:p>
          <a:p xmlns:a="http://schemas.openxmlformats.org/drawingml/2006/main">
            <a:r>
              <a:t>C:/Users/HP/Documents/Codex/2026-08-16/i/outputs/globalcommerce-enterprise-platform/docs/architecture.md</a:t>
            </a:r>
          </a:p>
          <a:p xmlns:a="http://schemas.openxmlformats.org/drawingml/2006/main">
            <a:r>
              <a:t>Template layout and retained illustration: C:/Users/HP/Downloads/Sample Presentation EduQual Diplomas (1).pptx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17: Conclusion</a:t>
            </a:r>
          </a:p>
          <a:p xmlns:a="http://schemas.openxmlformats.org/drawingml/2006/main">
            <a:r>
              <a:t/>
            </a:r>
          </a:p>
          <a:p xmlns:a="http://schemas.openxmlformats.org/drawingml/2006/main">
            <a:r>
              <a:t>SAY — suggested wording; adapt honestly:</a:t>
            </a:r>
          </a:p>
          <a:p xmlns:a="http://schemas.openxmlformats.org/drawingml/2006/main">
            <a:r>
              <a:t>GlobalCommerce connects marketplace administration, inventory, international orders, shipment history, forecasting and reporting in one local system. The demonstration shows real database changes with explicit business definitions, and the test evidence supports the checked workflows. External commerce services and historical seed data are simulated. The system has clear boundaries and a documented path toward production. Thank you for listening. I welcome questions about the implementation, tests, limitations and design decisions. I will explain only the work I personally understand and the checks I have actually reproduced.</a:t>
            </a:r>
          </a:p>
          <a:p xmlns:a="http://schemas.openxmlformats.org/drawingml/2006/main">
            <a:r>
              <a:t/>
            </a:r>
          </a:p>
          <a:p xmlns:a="http://schemas.openxmlformats.org/drawingml/2006/main">
            <a:r>
              <a:t>SHOW / DO:</a:t>
            </a:r>
          </a:p>
          <a:p xmlns:a="http://schemas.openxmlformats.org/drawingml/2006/main">
            <a:r>
              <a:t>Stop here for the main presentation. Appendix slides 18 and 19 are for questions and preparation, not part of the main speech.</a:t>
            </a:r>
          </a:p>
          <a:p xmlns:a="http://schemas.openxmlformats.org/drawingml/2006/main">
            <a:r>
              <a:t/>
            </a:r>
          </a:p>
          <a:p xmlns:a="http://schemas.openxmlformats.org/drawingml/2006/main">
            <a:r>
              <a:t>IF ASKED:</a:t>
            </a:r>
          </a:p>
          <a:p xmlns:a="http://schemas.openxmlformats.org/drawingml/2006/main">
            <a:r>
              <a:t>What did you learn? Answer personally and truthfully about the code paths you understand, decisions you reviewed and tests you can reproduce.</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C:/Users/HP/Documents/Codex/2026-08-16/i/outputs/globalcommerce-enterprise-platform/docs/project-report.md</a:t>
            </a:r>
          </a:p>
          <a:p xmlns:a="http://schemas.openxmlformats.org/drawingml/2006/main">
            <a:r>
              <a:t>Template layout and retained illustration: C:/Users/HP/Downloads/Sample Presentation EduQual Diplomas (1).pptx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18: Appendix: design questions</a:t>
            </a:r>
          </a:p>
          <a:p xmlns:a="http://schemas.openxmlformats.org/drawingml/2006/main">
            <a:r>
              <a:t/>
            </a:r>
          </a:p>
          <a:p xmlns:a="http://schemas.openxmlformats.org/drawingml/2006/main">
            <a:r>
              <a:t>SAY — suggested wording; adapt honestly:</a:t>
            </a:r>
          </a:p>
          <a:p xmlns:a="http://schemas.openxmlformats.org/drawingml/2006/main">
            <a:r>
              <a:t>Answer each design question with the decision, its reason, its evidence and its limitation. For overselling, explain transactional reservations and the separate PostgreSQL concurrency test. For forecasting, explain the chronological recursive holdout and seasonal baseline, then acknowledge synthetic data and selection bias. For failures, explain rollback, retained request keys and state validation. Production event delivery still needs an outbox and external deduplication. If asked to redesign for a twenty-one-day lead time, adapt the horizon and stock policy, then evaluate on matching multi-day backtests.</a:t>
            </a:r>
          </a:p>
          <a:p xmlns:a="http://schemas.openxmlformats.org/drawingml/2006/main">
            <a:r>
              <a:t/>
            </a:r>
          </a:p>
          <a:p xmlns:a="http://schemas.openxmlformats.org/drawingml/2006/main">
            <a:r>
              <a:t>SHOW / DO:</a:t>
            </a:r>
          </a:p>
          <a:p xmlns:a="http://schemas.openxmlformats.org/drawingml/2006/main">
            <a:r>
              <a:t>Practice these questions without reading the slide. Be ready to locate the corresponding source function and explain it line by line.</a:t>
            </a:r>
          </a:p>
          <a:p xmlns:a="http://schemas.openxmlformats.org/drawingml/2006/main">
            <a:r>
              <a:t/>
            </a:r>
          </a:p>
          <a:p xmlns:a="http://schemas.openxmlformats.org/drawingml/2006/main">
            <a:r>
              <a:t>IF ASKED:</a:t>
            </a:r>
          </a:p>
          <a:p xmlns:a="http://schemas.openxmlformats.org/drawingml/2006/main">
            <a:r>
              <a:t>Unexpected redesign: if supplier lead time becomes twenty-one days, adapt the forecast horizon and inventory policy, then validate on matching multi-day holdouts.</a:t>
            </a:r>
          </a:p>
          <a:p xmlns:a="http://schemas.openxmlformats.org/drawingml/2006/main">
            <a:r>
              <a:t/>
            </a:r>
          </a:p>
          <a:p xmlns:a="http://schemas.openxmlformats.org/drawingml/2006/main">
            <a:r>
              <a:t>[Sources]</a:t>
            </a:r>
          </a:p>
          <a:p xmlns:a="http://schemas.openxmlformats.org/drawingml/2006/main">
            <a:r>
              <a:t>C:/Users/HP/Documents/Codex/2026-08-16/i/outputs/globalcommerce-enterprise-platform/backend/app/services/orders.py</a:t>
            </a:r>
          </a:p>
          <a:p xmlns:a="http://schemas.openxmlformats.org/drawingml/2006/main">
            <a:r>
              <a:t>C:/Users/HP/Documents/Codex/2026-08-16/i/outputs/globalcommerce-enterprise-platform/backend/app/services/forecasting.py</a:t>
            </a:r>
          </a:p>
          <a:p xmlns:a="http://schemas.openxmlformats.org/drawingml/2006/main">
            <a:r>
              <a:t>C:/Users/HP/Documents/Codex/2026-08-16/i/outputs/globalcommerce-enterprise-platform/docs/viva-preparation.md</a:t>
            </a:r>
          </a:p>
          <a:p xmlns:a="http://schemas.openxmlformats.org/drawingml/2006/main">
            <a:r>
              <a:t>Template layout and retained illustration: C:/Users/HP/Downloads/Sample Presentation EduQual Diplomas (1).pptx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19: Appendix: evidence and tools</a:t>
            </a:r>
          </a:p>
          <a:p xmlns:a="http://schemas.openxmlformats.org/drawingml/2006/main">
            <a:r>
              <a:t/>
            </a:r>
          </a:p>
          <a:p xmlns:a="http://schemas.openxmlformats.org/drawingml/2006/main">
            <a:r>
              <a:t>SAY — suggested wording; adapt honestly:</a:t>
            </a:r>
          </a:p>
          <a:p xmlns:a="http://schemas.openxmlformats.org/drawingml/2006/main">
            <a:r>
              <a:t>The assessment guide allows AI assistance but requires the student to understand, justify and verify the work. AI tools assisted the preparation of code, documentation and these presentation materials. That assistance is not a substitute for my own understanding. Before presenting, I need to personally review the code, run the system, reproduce the tests and be able to explain the design and limitations. I should describe only the checks I actually completed. The slides contain source references in their notes, and the screenshot is from the local application rather than a mock-up.</a:t>
            </a:r>
          </a:p>
          <a:p xmlns:a="http://schemas.openxmlformats.org/drawingml/2006/main">
            <a:r>
              <a:t/>
            </a:r>
          </a:p>
          <a:p xmlns:a="http://schemas.openxmlformats.org/drawingml/2006/main">
            <a:r>
              <a:t>SHOW / DO:</a:t>
            </a:r>
          </a:p>
          <a:p xmlns:a="http://schemas.openxmlformats.org/drawingml/2006/main">
            <a:r>
              <a:t>Preparation checklist: rehearse opening and closing; verify demo data; rerun tests; review the critical code; prepare a clearly labelled backup recording; review submission rules; upload to your own GitHub repository only when satisfied. Replace any personal speaking claims with wording that is true for you.</a:t>
            </a:r>
          </a:p>
          <a:p xmlns:a="http://schemas.openxmlformats.org/drawingml/2006/main">
            <a:r>
              <a:t/>
            </a:r>
          </a:p>
          <a:p xmlns:a="http://schemas.openxmlformats.org/drawingml/2006/main">
            <a:r>
              <a:t>IF ASKED:</a:t>
            </a:r>
          </a:p>
          <a:p xmlns:a="http://schemas.openxmlformats.org/drawingml/2006/main">
            <a:r>
              <a:t>How were tools used? Explain exactly which work was assisted, what you changed or reviewed, and what evidence you independently checked. Do not claim unaided authorship.</a:t>
            </a:r>
          </a:p>
          <a:p xmlns:a="http://schemas.openxmlformats.org/drawingml/2006/main">
            <a:r>
              <a:t/>
            </a:r>
          </a:p>
          <a:p xmlns:a="http://schemas.openxmlformats.org/drawingml/2006/main">
            <a:r>
              <a:t>[Sources]</a:t>
            </a:r>
          </a:p>
          <a:p xmlns:a="http://schemas.openxmlformats.org/drawingml/2006/main">
            <a:r>
              <a:t>C:/Users/HP/Downloads/Oral Presentation Exam Guide.pdf</a:t>
            </a:r>
          </a:p>
          <a:p xmlns:a="http://schemas.openxmlformats.org/drawingml/2006/main">
            <a:r>
              <a:t>C:/Users/HP/Downloads/Sample Presentation EduQual Diplomas (1).pptx</a:t>
            </a:r>
          </a:p>
          <a:p xmlns:a="http://schemas.openxmlformats.org/drawingml/2006/main">
            <a:r>
              <a:t>C:/Users/HP/Documents/Codex/2026-08-16/i/outputs/globalcommerce-enterprise-platform/docs/project-report.md</a:t>
            </a:r>
          </a:p>
          <a:p xmlns:a="http://schemas.openxmlformats.org/drawingml/2006/main">
            <a:r>
              <a:t>Template layout and retained illustration: C:/Users/HP/Downloads/Sample Presentation EduQual Diplomas (1).pptx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a32965e64748b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ea6b93d146f45f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efa988a8a8442f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232bb08d1b46a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77ae4af4b57418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0254890455c4de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fc2947cf4644be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84bb1a953a5469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42369aadf04421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d67eb490234466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f95d47d0dac4d6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52e7e66331b046ca" /><Relationship Type="http://schemas.openxmlformats.org/officeDocument/2006/relationships/image" Target="/ppt/media/image.emf" Id="R416b1aedace24aa0" /><Relationship Type="http://schemas.openxmlformats.org/officeDocument/2006/relationships/image" Target="/ppt/media/image2.emf" Id="R0e8eead2cffc4866"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bb19c954aa894a22"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b7ce56a07e164e3d"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affd914b6bc447c2"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4b48bd099af1400a"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4691cbc737044b71"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917b142bfd1b4782"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16c99bf9bb2844dd"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c082af6be22e4c2c"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1a26159b2f074017"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d54671c55a2d43f3"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2.xml" Id="R353d117fe3394aff"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2.xml" Id="R4f88e67323a0403f"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2.xml" Id="R2151b623e0e6412c"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2.xml" Id="R8ac9b3e52c364eea"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2.xml" Id="R0e341aab0ed044ee"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2.xml" Id="R5dfa2feb912a415a"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2.xml" Id="R18b84b70de374ac6"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2.xml" Id="R600cfc44b7414d02"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2.xml" Id="R1976a090408e4b58"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2.xml" Id="R707c91a819184d09"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2.xml" Id="R571c62f6d5194d39"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2.xml" Id="Rd72c155fce614eaa" /><Relationship Type="http://schemas.openxmlformats.org/officeDocument/2006/relationships/image" Target="/ppt/media/image.emf" Id="R873be078dc2649de" /><Relationship Type="http://schemas.openxmlformats.org/officeDocument/2006/relationships/image" Target="/ppt/media/image2.emf" Id="Rbae315e550d546e4"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954205-5EAD-4719-B003-E9D766F74CB8}"/>
              </a:ext>
            </a:extLst>
          </p:cNvPr>
          <p:cNvSpPr>
            <a:spLocks xmlns:a="http://schemas.openxmlformats.org/drawingml/2006/main" noGrp="1"/>
          </p:cNvSpPr>
          <p:nvPr>
            <p:ph type="ctrTitle" idx="0"/>
          </p:nvPr>
        </p:nvSpPr>
        <p:spPr>
          <a:xfrm xmlns:a="http://schemas.openxmlformats.org/drawingml/2006/main">
            <a:off x="1143000" y="841772"/>
            <a:ext cx="6858000" cy="1790700"/>
          </a:xfrm>
        </p:spPr>
        <p:txBody>
          <a:bodyPr xmlns:a="http://schemas.openxmlformats.org/drawingml/2006/main" anchor="b"/>
          <a:lstStyle xmlns:a="http://schemas.openxmlformats.org/drawingml/2006/main">
            <a:lvl1pPr algn="ctr">
              <a:buNone/>
              <a:defRPr sz="4500"/>
            </a:lvl1pPr>
          </a:lstStyle>
          <a:p xmlns:a="http://schemas.openxmlformats.org/drawingml/2006/main">
            <a:r>
              <a:t>Enterprise commerce project</a:t>
            </a:r>
            <a:endParaRPr/>
          </a:p>
        </p:txBody>
      </p:sp>
      <p:sp>
        <p:nvSpPr>
          <p:cNvPr id="3" name="Subtitle 2">
            <a:extLst xmlns:a="http://schemas.openxmlformats.org/drawingml/2006/main">
              <a:ext uri="{FF2B5EF4-FFF2-40B4-BE49-F238E27FC236}">
                <a16:creationId xmlns:a16="http://schemas.microsoft.com/office/drawing/2014/main" id="{00D9CD32-35EA-4A47-9134-56A16328959D}"/>
              </a:ext>
            </a:extLst>
          </p:cNvPr>
          <p:cNvSpPr>
            <a:spLocks xmlns:a="http://schemas.openxmlformats.org/drawingml/2006/main" noGrp="1"/>
          </p:cNvSpPr>
          <p:nvPr>
            <p:ph type="subTitle" idx="1"/>
          </p:nvPr>
        </p:nvSpPr>
        <p:spPr>
          <a:xfrm xmlns:a="http://schemas.openxmlformats.org/drawingml/2006/main">
            <a:off x="1143000" y="2701528"/>
            <a:ext cx="6858000" cy="1241822"/>
          </a:xfrm>
        </p:spPr>
        <p:txBody>
          <a:bodyPr xmlns:a="http://schemas.openxmlformats.org/drawingml/2006/main"/>
          <a:lstStyle xmlns:a="http://schemas.openxmlformats.org/drawingml/2006/main">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xmlns:a="http://schemas.openxmlformats.org/drawingml/2006/main">
            <a:r>
              <a:t>Enterprise commerce project</a:t>
            </a:r>
            <a:endParaRPr/>
          </a:p>
        </p:txBody>
      </p:sp>
      <p:sp>
        <p:nvSpPr>
          <p:cNvPr id="4" name="Date Placeholder 3">
            <a:extLst xmlns:a="http://schemas.openxmlformats.org/drawingml/2006/main">
              <a:ext uri="{FF2B5EF4-FFF2-40B4-BE49-F238E27FC236}">
                <a16:creationId xmlns:a16="http://schemas.microsoft.com/office/drawing/2014/main" id="{CE969763-CE62-47F4-AFE3-9C30F4BBDB75}"/>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endParaRPr/>
          </a:p>
        </p:txBody>
      </p:sp>
      <p:sp>
        <p:nvSpPr>
          <p:cNvPr id="5" name="Footer Placeholder 4">
            <a:extLst xmlns:a="http://schemas.openxmlformats.org/drawingml/2006/main">
              <a:ext uri="{FF2B5EF4-FFF2-40B4-BE49-F238E27FC236}">
                <a16:creationId xmlns:a16="http://schemas.microsoft.com/office/drawing/2014/main" id="{4E5ED07A-2D20-4154-93DD-D30692B245C4}"/>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p>
        </p:txBody>
      </p:sp>
      <p:sp>
        <p:nvSpPr>
          <p:cNvPr id="6" name="Slide Number Placeholder 5">
            <a:extLst xmlns:a="http://schemas.openxmlformats.org/drawingml/2006/main">
              <a:ext uri="{FF2B5EF4-FFF2-40B4-BE49-F238E27FC236}">
                <a16:creationId xmlns:a16="http://schemas.microsoft.com/office/drawing/2014/main" id="{DBCD620F-ADF7-4937-802A-B45F6C8977D5}"/>
              </a:ext>
            </a:extLst>
          </p:cNvPr>
          <p:cNvSpPr>
            <a:spLocks xmlns:a="http://schemas.openxmlformats.org/drawingml/2006/main" noGrp="1"/>
          </p:cNvSpPr>
          <p:nvPr>
            <p:ph type="sldNum" idx="12"/>
          </p:nvPr>
        </p:nvSpPr>
        <p:spPr>
          <a:xfrm xmlns:a="http://schemas.openxmlformats.org/drawingml/2006/main">
            <a:off x="2514600" y="4832420"/>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DD80CA47-2CC1-5762-B8A6-43F3F75358E0}" type="slidenum">
              <a:t>Enterprise commerce project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50254EA-EE69-4448-B66A-34C68E85AA5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GlobalCommerce</a:t>
            </a:r>
            <a:endParaRPr/>
          </a:p>
        </p:txBody>
      </p:sp>
      <p:sp>
        <p:nvSpPr>
          <p:cNvPr id="3" name="Content Placeholder 2">
            <a:extLst xmlns:a="http://schemas.openxmlformats.org/drawingml/2006/main">
              <a:ext uri="{FF2B5EF4-FFF2-40B4-BE49-F238E27FC236}">
                <a16:creationId xmlns:a16="http://schemas.microsoft.com/office/drawing/2014/main" id="{45DAC34F-E0AB-436E-B3E8-D3C6A57CC9BA}"/>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Enterprise commerce project</a:t>
            </a:r>
          </a:p>
        </p:txBody>
      </p:sp>
      <p:sp>
        <p:nvSpPr>
          <p:cNvPr id="4" name="Date Placeholder 3">
            <a:extLst xmlns:a="http://schemas.openxmlformats.org/drawingml/2006/main">
              <a:ext uri="{FF2B5EF4-FFF2-40B4-BE49-F238E27FC236}">
                <a16:creationId xmlns:a16="http://schemas.microsoft.com/office/drawing/2014/main" id="{55754F36-11B4-483B-9828-146178111648}"/>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endParaRPr/>
          </a:p>
        </p:txBody>
      </p:sp>
      <p:sp>
        <p:nvSpPr>
          <p:cNvPr id="5" name="Footer Placeholder 4">
            <a:extLst xmlns:a="http://schemas.openxmlformats.org/drawingml/2006/main">
              <a:ext uri="{FF2B5EF4-FFF2-40B4-BE49-F238E27FC236}">
                <a16:creationId xmlns:a16="http://schemas.microsoft.com/office/drawing/2014/main" id="{DBD1F423-F1D9-441F-A4B2-FE1138C37D6F}"/>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p>
        </p:txBody>
      </p:sp>
      <p:sp>
        <p:nvSpPr>
          <p:cNvPr id="6" name="Slide Number Placeholder 5">
            <a:extLst xmlns:a="http://schemas.openxmlformats.org/drawingml/2006/main">
              <a:ext uri="{FF2B5EF4-FFF2-40B4-BE49-F238E27FC236}">
                <a16:creationId xmlns:a16="http://schemas.microsoft.com/office/drawing/2014/main" id="{4B9FD0F2-7545-49A6-83A5-55C47F1375E7}"/>
              </a:ext>
            </a:extLst>
          </p:cNvPr>
          <p:cNvSpPr>
            <a:spLocks xmlns:a="http://schemas.openxmlformats.org/drawingml/2006/main" noGrp="1"/>
          </p:cNvSpPr>
          <p:nvPr>
            <p:ph type="sldNum" idx="12"/>
          </p:nvPr>
        </p:nvSpPr>
        <p:spPr>
          <a:xfrm xmlns:a="http://schemas.openxmlformats.org/drawingml/2006/main">
            <a:off x="2514600" y="4832420"/>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DD80CA47-2CC1-5762-B8A6-43F3F75358E0}" type="slidenum">
              <a:t>Enterprise commerce project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C0222CE-18E6-4281-9135-F5FADA4F6E70}"/>
              </a:ext>
            </a:extLst>
          </p:cNvPr>
          <p:cNvSpPr>
            <a:spLocks xmlns:a="http://schemas.openxmlformats.org/drawingml/2006/main" noGrp="1"/>
          </p:cNvSpPr>
          <p:nvPr>
            <p:ph type="title" idx="0"/>
          </p:nvPr>
        </p:nvSpPr>
        <p:spPr>
          <a:xfrm xmlns:a="http://schemas.openxmlformats.org/drawingml/2006/main">
            <a:off x="623888" y="1282304"/>
            <a:ext cx="7886700" cy="2139553"/>
          </a:xfrm>
        </p:spPr>
        <p:txBody>
          <a:bodyPr xmlns:a="http://schemas.openxmlformats.org/drawingml/2006/main" anchor="b"/>
          <a:lstStyle xmlns:a="http://schemas.openxmlformats.org/drawingml/2006/main">
            <a:lvl1pPr>
              <a:buNone/>
              <a:defRPr sz="4500"/>
            </a:lvl1pPr>
          </a:lstStyle>
          <a:p xmlns:a="http://schemas.openxmlformats.org/drawingml/2006/main">
            <a:r>
              <a:t>GlobalCommerce</a:t>
            </a:r>
            <a:endParaRPr/>
          </a:p>
        </p:txBody>
      </p:sp>
      <p:sp>
        <p:nvSpPr>
          <p:cNvPr id="3" name="Text Placeholder 2">
            <a:extLst xmlns:a="http://schemas.openxmlformats.org/drawingml/2006/main">
              <a:ext uri="{FF2B5EF4-FFF2-40B4-BE49-F238E27FC236}">
                <a16:creationId xmlns:a16="http://schemas.microsoft.com/office/drawing/2014/main" id="{ED9C64A0-DFA0-45F3-BBCB-D43AAF7BDFE9}"/>
              </a:ext>
            </a:extLst>
          </p:cNvPr>
          <p:cNvSpPr>
            <a:spLocks xmlns:a="http://schemas.openxmlformats.org/drawingml/2006/main" noGrp="1"/>
          </p:cNvSpPr>
          <p:nvPr>
            <p:ph type="body" idx="1"/>
          </p:nvPr>
        </p:nvSpPr>
        <p:spPr>
          <a:xfrm xmlns:a="http://schemas.openxmlformats.org/drawingml/2006/main">
            <a:off x="623888" y="3442098"/>
            <a:ext cx="7886700" cy="1125140"/>
          </a:xfrm>
        </p:spPr>
        <p:txBody>
          <a:bodyPr xmlns:a="http://schemas.openxmlformats.org/drawingml/2006/main"/>
          <a:lstStyle xmlns:a="http://schemas.openxmlformats.org/drawingml/2006/main">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xmlns:a="http://schemas.openxmlformats.org/drawingml/2006/main">
            <a:pPr lvl="0">
              <a:buNone/>
            </a:pPr>
            <a:r>
              <a:t>Enterprise commerce project</a:t>
            </a:r>
          </a:p>
        </p:txBody>
      </p:sp>
      <p:sp>
        <p:nvSpPr>
          <p:cNvPr id="4" name="Date Placeholder 3">
            <a:extLst xmlns:a="http://schemas.openxmlformats.org/drawingml/2006/main">
              <a:ext uri="{FF2B5EF4-FFF2-40B4-BE49-F238E27FC236}">
                <a16:creationId xmlns:a16="http://schemas.microsoft.com/office/drawing/2014/main" id="{D88BC92E-51E1-45AA-81AE-4ACA26C6AD8C}"/>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endParaRPr/>
          </a:p>
        </p:txBody>
      </p:sp>
      <p:sp>
        <p:nvSpPr>
          <p:cNvPr id="5" name="Footer Placeholder 4">
            <a:extLst xmlns:a="http://schemas.openxmlformats.org/drawingml/2006/main">
              <a:ext uri="{FF2B5EF4-FFF2-40B4-BE49-F238E27FC236}">
                <a16:creationId xmlns:a16="http://schemas.microsoft.com/office/drawing/2014/main" id="{01E1C9B3-880E-4AF1-99CE-E7343424BC05}"/>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p>
        </p:txBody>
      </p:sp>
      <p:sp>
        <p:nvSpPr>
          <p:cNvPr id="6" name="Slide Number Placeholder 5">
            <a:extLst xmlns:a="http://schemas.openxmlformats.org/drawingml/2006/main">
              <a:ext uri="{FF2B5EF4-FFF2-40B4-BE49-F238E27FC236}">
                <a16:creationId xmlns:a16="http://schemas.microsoft.com/office/drawing/2014/main" id="{55BB8779-F45E-488F-8C53-E5FAAE4FF637}"/>
              </a:ext>
            </a:extLst>
          </p:cNvPr>
          <p:cNvSpPr>
            <a:spLocks xmlns:a="http://schemas.openxmlformats.org/drawingml/2006/main" noGrp="1"/>
          </p:cNvSpPr>
          <p:nvPr>
            <p:ph type="sldNum" idx="12"/>
          </p:nvPr>
        </p:nvSpPr>
        <p:spPr>
          <a:xfrm xmlns:a="http://schemas.openxmlformats.org/drawingml/2006/main">
            <a:off x="2514600" y="4832420"/>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DD80CA47-2CC1-5762-B8A6-43F3F75358E0}" type="slidenum">
              <a:t>Enterprise commerce project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2AF1971-6BA6-4D28-A328-4B00335D5F6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GlobalCommerce</a:t>
            </a:r>
            <a:endParaRPr/>
          </a:p>
        </p:txBody>
      </p:sp>
      <p:sp>
        <p:nvSpPr>
          <p:cNvPr id="3" name="Content Placeholder 2">
            <a:extLst xmlns:a="http://schemas.openxmlformats.org/drawingml/2006/main">
              <a:ext uri="{FF2B5EF4-FFF2-40B4-BE49-F238E27FC236}">
                <a16:creationId xmlns:a16="http://schemas.microsoft.com/office/drawing/2014/main" id="{CCA6F83A-A0DF-4503-BE52-EE1015AE87C7}"/>
              </a:ext>
            </a:extLst>
          </p:cNvPr>
          <p:cNvSpPr>
            <a:spLocks xmlns:a="http://schemas.openxmlformats.org/drawingml/2006/main" noGrp="1"/>
          </p:cNvSpPr>
          <p:nvPr>
            <p:ph idx="1"/>
          </p:nvPr>
        </p:nvSpPr>
        <p:spPr>
          <a:xfrm xmlns:a="http://schemas.openxmlformats.org/drawingml/2006/main">
            <a:off x="628650" y="1369219"/>
            <a:ext cx="3886200" cy="3263504"/>
          </a:xfrm>
        </p:spPr>
        <p:txBody>
          <a:bodyPr xmlns:a="http://schemas.openxmlformats.org/drawingml/2006/main"/>
          <a:lstStyle xmlns:a="http://schemas.openxmlformats.org/drawingml/2006/main"/>
          <a:p xmlns:a="http://schemas.openxmlformats.org/drawingml/2006/main">
            <a:pPr lvl="0">
              <a:buNone/>
            </a:pPr>
            <a:r>
              <a:t>Enterprise commerce project</a:t>
            </a:r>
          </a:p>
        </p:txBody>
      </p:sp>
      <p:sp>
        <p:nvSpPr>
          <p:cNvPr id="4" name="Content Placeholder 3">
            <a:extLst xmlns:a="http://schemas.openxmlformats.org/drawingml/2006/main">
              <a:ext uri="{FF2B5EF4-FFF2-40B4-BE49-F238E27FC236}">
                <a16:creationId xmlns:a16="http://schemas.microsoft.com/office/drawing/2014/main" id="{2DB84CAC-6917-467F-86EA-74721C0AF497}"/>
              </a:ext>
            </a:extLst>
          </p:cNvPr>
          <p:cNvSpPr>
            <a:spLocks xmlns:a="http://schemas.openxmlformats.org/drawingml/2006/main" noGrp="1"/>
          </p:cNvSpPr>
          <p:nvPr>
            <p:ph idx="2"/>
          </p:nvPr>
        </p:nvSpPr>
        <p:spPr>
          <a:xfrm xmlns:a="http://schemas.openxmlformats.org/drawingml/2006/main">
            <a:off x="4629150" y="1369219"/>
            <a:ext cx="3886200" cy="3263504"/>
          </a:xfrm>
        </p:spPr>
        <p:txBody>
          <a:bodyPr xmlns:a="http://schemas.openxmlformats.org/drawingml/2006/main"/>
          <a:lstStyle xmlns:a="http://schemas.openxmlformats.org/drawingml/2006/main"/>
          <a:p xmlns:a="http://schemas.openxmlformats.org/drawingml/2006/main">
            <a:pPr lvl="0">
              <a:buNone/>
            </a:pPr>
            <a:r>
              <a:t>Enterprise commerce project</a:t>
            </a:r>
          </a:p>
        </p:txBody>
      </p:sp>
      <p:sp>
        <p:nvSpPr>
          <p:cNvPr id="5" name="Date Placeholder 4">
            <a:extLst xmlns:a="http://schemas.openxmlformats.org/drawingml/2006/main">
              <a:ext uri="{FF2B5EF4-FFF2-40B4-BE49-F238E27FC236}">
                <a16:creationId xmlns:a16="http://schemas.microsoft.com/office/drawing/2014/main" id="{B032D8A9-DD7B-4263-9B0C-35270044B24F}"/>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endParaRPr/>
          </a:p>
        </p:txBody>
      </p:sp>
      <p:sp>
        <p:nvSpPr>
          <p:cNvPr id="6" name="Footer Placeholder 5">
            <a:extLst xmlns:a="http://schemas.openxmlformats.org/drawingml/2006/main">
              <a:ext uri="{FF2B5EF4-FFF2-40B4-BE49-F238E27FC236}">
                <a16:creationId xmlns:a16="http://schemas.microsoft.com/office/drawing/2014/main" id="{22C4C896-53DF-4D03-A392-864BE09F1B9F}"/>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p>
        </p:txBody>
      </p:sp>
      <p:sp>
        <p:nvSpPr>
          <p:cNvPr id="7" name="Slide Number Placeholder 6">
            <a:extLst xmlns:a="http://schemas.openxmlformats.org/drawingml/2006/main">
              <a:ext uri="{FF2B5EF4-FFF2-40B4-BE49-F238E27FC236}">
                <a16:creationId xmlns:a16="http://schemas.microsoft.com/office/drawing/2014/main" id="{231F6AEA-F206-41ED-8433-203233F2B8A4}"/>
              </a:ext>
            </a:extLst>
          </p:cNvPr>
          <p:cNvSpPr>
            <a:spLocks xmlns:a="http://schemas.openxmlformats.org/drawingml/2006/main" noGrp="1"/>
          </p:cNvSpPr>
          <p:nvPr>
            <p:ph type="sldNum" idx="12"/>
          </p:nvPr>
        </p:nvSpPr>
        <p:spPr>
          <a:xfrm xmlns:a="http://schemas.openxmlformats.org/drawingml/2006/main">
            <a:off x="2514600" y="4832420"/>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DD80CA47-2CC1-5762-B8A6-43F3F75358E0}" type="slidenum">
              <a:t>Enterprise commerce project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B22F409-F5AD-4D3F-97D1-6183859C0EA3}"/>
              </a:ext>
            </a:extLst>
          </p:cNvPr>
          <p:cNvSpPr>
            <a:spLocks xmlns:a="http://schemas.openxmlformats.org/drawingml/2006/main" noGrp="1"/>
          </p:cNvSpPr>
          <p:nvPr>
            <p:ph type="title" idx="0"/>
          </p:nvPr>
        </p:nvSpPr>
        <p:spPr>
          <a:xfrm xmlns:a="http://schemas.openxmlformats.org/drawingml/2006/main">
            <a:off x="629841" y="273844"/>
            <a:ext cx="7886700" cy="994172"/>
          </a:xfrm>
        </p:spPr>
        <p:txBody>
          <a:bodyPr xmlns:a="http://schemas.openxmlformats.org/drawingml/2006/main"/>
          <a:lstStyle xmlns:a="http://schemas.openxmlformats.org/drawingml/2006/main"/>
          <a:p xmlns:a="http://schemas.openxmlformats.org/drawingml/2006/main">
            <a:r>
              <a:t>GlobalCommerce</a:t>
            </a:r>
            <a:endParaRPr/>
          </a:p>
        </p:txBody>
      </p:sp>
      <p:sp>
        <p:nvSpPr>
          <p:cNvPr id="3" name="Text Placeholder 2">
            <a:extLst xmlns:a="http://schemas.openxmlformats.org/drawingml/2006/main">
              <a:ext uri="{FF2B5EF4-FFF2-40B4-BE49-F238E27FC236}">
                <a16:creationId xmlns:a16="http://schemas.microsoft.com/office/drawing/2014/main" id="{3AD3A6BE-D62C-4046-9600-93EA074F2D95}"/>
              </a:ext>
            </a:extLst>
          </p:cNvPr>
          <p:cNvSpPr>
            <a:spLocks xmlns:a="http://schemas.openxmlformats.org/drawingml/2006/main" noGrp="1"/>
          </p:cNvSpPr>
          <p:nvPr>
            <p:ph type="body" idx="1"/>
          </p:nvPr>
        </p:nvSpPr>
        <p:spPr>
          <a:xfrm xmlns:a="http://schemas.openxmlformats.org/drawingml/2006/main">
            <a:off x="629842" y="1260872"/>
            <a:ext cx="3868340" cy="617934"/>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Enterprise commerce project</a:t>
            </a:r>
          </a:p>
        </p:txBody>
      </p:sp>
      <p:sp>
        <p:nvSpPr>
          <p:cNvPr id="4" name="Content Placeholder 3">
            <a:extLst xmlns:a="http://schemas.openxmlformats.org/drawingml/2006/main">
              <a:ext uri="{FF2B5EF4-FFF2-40B4-BE49-F238E27FC236}">
                <a16:creationId xmlns:a16="http://schemas.microsoft.com/office/drawing/2014/main" id="{7ADA2045-8339-44D5-8D00-3B41E47FADA8}"/>
              </a:ext>
            </a:extLst>
          </p:cNvPr>
          <p:cNvSpPr>
            <a:spLocks xmlns:a="http://schemas.openxmlformats.org/drawingml/2006/main" noGrp="1"/>
          </p:cNvSpPr>
          <p:nvPr>
            <p:ph idx="2"/>
          </p:nvPr>
        </p:nvSpPr>
        <p:spPr>
          <a:xfrm xmlns:a="http://schemas.openxmlformats.org/drawingml/2006/main">
            <a:off x="629842" y="1878806"/>
            <a:ext cx="3868340" cy="2763441"/>
          </a:xfrm>
        </p:spPr>
        <p:txBody>
          <a:bodyPr xmlns:a="http://schemas.openxmlformats.org/drawingml/2006/main"/>
          <a:lstStyle xmlns:a="http://schemas.openxmlformats.org/drawingml/2006/main"/>
          <a:p xmlns:a="http://schemas.openxmlformats.org/drawingml/2006/main">
            <a:pPr lvl="0">
              <a:buNone/>
            </a:pPr>
            <a:r>
              <a:t>Enterprise commerce project</a:t>
            </a:r>
          </a:p>
        </p:txBody>
      </p:sp>
      <p:sp>
        <p:nvSpPr>
          <p:cNvPr id="5" name="Text Placeholder 4">
            <a:extLst xmlns:a="http://schemas.openxmlformats.org/drawingml/2006/main">
              <a:ext uri="{FF2B5EF4-FFF2-40B4-BE49-F238E27FC236}">
                <a16:creationId xmlns:a16="http://schemas.microsoft.com/office/drawing/2014/main" id="{050B00BA-5500-4859-9AC2-A76881EAB77C}"/>
              </a:ext>
            </a:extLst>
          </p:cNvPr>
          <p:cNvSpPr>
            <a:spLocks xmlns:a="http://schemas.openxmlformats.org/drawingml/2006/main" noGrp="1"/>
          </p:cNvSpPr>
          <p:nvPr>
            <p:ph type="body" idx="3"/>
          </p:nvPr>
        </p:nvSpPr>
        <p:spPr>
          <a:xfrm xmlns:a="http://schemas.openxmlformats.org/drawingml/2006/main">
            <a:off x="4629150" y="1260872"/>
            <a:ext cx="3887391" cy="617934"/>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Enterprise commerce project</a:t>
            </a:r>
          </a:p>
        </p:txBody>
      </p:sp>
      <p:sp>
        <p:nvSpPr>
          <p:cNvPr id="6" name="Content Placeholder 5">
            <a:extLst xmlns:a="http://schemas.openxmlformats.org/drawingml/2006/main">
              <a:ext uri="{FF2B5EF4-FFF2-40B4-BE49-F238E27FC236}">
                <a16:creationId xmlns:a16="http://schemas.microsoft.com/office/drawing/2014/main" id="{5159599C-1E38-43D0-9E3F-583347A07323}"/>
              </a:ext>
            </a:extLst>
          </p:cNvPr>
          <p:cNvSpPr>
            <a:spLocks xmlns:a="http://schemas.openxmlformats.org/drawingml/2006/main" noGrp="1"/>
          </p:cNvSpPr>
          <p:nvPr>
            <p:ph idx="4"/>
          </p:nvPr>
        </p:nvSpPr>
        <p:spPr>
          <a:xfrm xmlns:a="http://schemas.openxmlformats.org/drawingml/2006/main">
            <a:off x="4629150" y="1878806"/>
            <a:ext cx="3887391" cy="2763441"/>
          </a:xfrm>
        </p:spPr>
        <p:txBody>
          <a:bodyPr xmlns:a="http://schemas.openxmlformats.org/drawingml/2006/main"/>
          <a:lstStyle xmlns:a="http://schemas.openxmlformats.org/drawingml/2006/main"/>
          <a:p xmlns:a="http://schemas.openxmlformats.org/drawingml/2006/main">
            <a:pPr lvl="0">
              <a:buNone/>
            </a:pPr>
            <a:r>
              <a:t>Enterprise commerce project</a:t>
            </a:r>
          </a:p>
        </p:txBody>
      </p:sp>
      <p:sp>
        <p:nvSpPr>
          <p:cNvPr id="7" name="Date Placeholder 6">
            <a:extLst xmlns:a="http://schemas.openxmlformats.org/drawingml/2006/main">
              <a:ext uri="{FF2B5EF4-FFF2-40B4-BE49-F238E27FC236}">
                <a16:creationId xmlns:a16="http://schemas.microsoft.com/office/drawing/2014/main" id="{22E863EA-7B47-4952-8A7E-9D1BA262D942}"/>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endParaRPr/>
          </a:p>
        </p:txBody>
      </p:sp>
      <p:sp>
        <p:nvSpPr>
          <p:cNvPr id="8" name="Footer Placeholder 7">
            <a:extLst xmlns:a="http://schemas.openxmlformats.org/drawingml/2006/main">
              <a:ext uri="{FF2B5EF4-FFF2-40B4-BE49-F238E27FC236}">
                <a16:creationId xmlns:a16="http://schemas.microsoft.com/office/drawing/2014/main" id="{0E12CEC2-AEB3-4C5B-BA17-C45A77ABBC84}"/>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p>
        </p:txBody>
      </p:sp>
      <p:sp>
        <p:nvSpPr>
          <p:cNvPr id="9" name="Slide Number Placeholder 8">
            <a:extLst xmlns:a="http://schemas.openxmlformats.org/drawingml/2006/main">
              <a:ext uri="{FF2B5EF4-FFF2-40B4-BE49-F238E27FC236}">
                <a16:creationId xmlns:a16="http://schemas.microsoft.com/office/drawing/2014/main" id="{EDE4B81B-ABCB-4842-A88A-5B93EC7B7C82}"/>
              </a:ext>
            </a:extLst>
          </p:cNvPr>
          <p:cNvSpPr>
            <a:spLocks xmlns:a="http://schemas.openxmlformats.org/drawingml/2006/main" noGrp="1"/>
          </p:cNvSpPr>
          <p:nvPr>
            <p:ph type="sldNum" idx="12"/>
          </p:nvPr>
        </p:nvSpPr>
        <p:spPr>
          <a:xfrm xmlns:a="http://schemas.openxmlformats.org/drawingml/2006/main">
            <a:off x="2514600" y="4832420"/>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DD80CA47-2CC1-5762-B8A6-43F3F75358E0}" type="slidenum">
              <a:t>Enterprise commerce project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A35C0A1-31A9-4071-B627-EE4CAB71978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GlobalCommerce</a:t>
            </a:r>
            <a:endParaRPr/>
          </a:p>
        </p:txBody>
      </p:sp>
      <p:sp>
        <p:nvSpPr>
          <p:cNvPr id="3" name="Date Placeholder 2">
            <a:extLst xmlns:a="http://schemas.openxmlformats.org/drawingml/2006/main">
              <a:ext uri="{FF2B5EF4-FFF2-40B4-BE49-F238E27FC236}">
                <a16:creationId xmlns:a16="http://schemas.microsoft.com/office/drawing/2014/main" id="{A006C5B1-B150-4B7D-A720-EFBD0B3B445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endParaRPr/>
          </a:p>
        </p:txBody>
      </p:sp>
      <p:sp>
        <p:nvSpPr>
          <p:cNvPr id="4" name="Footer Placeholder 3">
            <a:extLst xmlns:a="http://schemas.openxmlformats.org/drawingml/2006/main">
              <a:ext uri="{FF2B5EF4-FFF2-40B4-BE49-F238E27FC236}">
                <a16:creationId xmlns:a16="http://schemas.microsoft.com/office/drawing/2014/main" id="{BEADA653-F279-43CB-9C3D-D37B69F00BBC}"/>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p>
        </p:txBody>
      </p:sp>
      <p:sp>
        <p:nvSpPr>
          <p:cNvPr id="5" name="Slide Number Placeholder 4">
            <a:extLst xmlns:a="http://schemas.openxmlformats.org/drawingml/2006/main">
              <a:ext uri="{FF2B5EF4-FFF2-40B4-BE49-F238E27FC236}">
                <a16:creationId xmlns:a16="http://schemas.microsoft.com/office/drawing/2014/main" id="{FAB39ADF-B895-4193-BBD0-BBA87559BB06}"/>
              </a:ext>
            </a:extLst>
          </p:cNvPr>
          <p:cNvSpPr>
            <a:spLocks xmlns:a="http://schemas.openxmlformats.org/drawingml/2006/main" noGrp="1"/>
          </p:cNvSpPr>
          <p:nvPr>
            <p:ph type="sldNum" idx="12"/>
          </p:nvPr>
        </p:nvSpPr>
        <p:spPr>
          <a:xfrm xmlns:a="http://schemas.openxmlformats.org/drawingml/2006/main">
            <a:off x="2514600" y="4832420"/>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DD80CA47-2CC1-5762-B8A6-43F3F75358E0}" type="slidenum">
              <a:t>Enterprise commerce project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5B17D4F-50D8-4ECB-B4D6-1B445A368702}"/>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endParaRPr/>
          </a:p>
        </p:txBody>
      </p:sp>
    </p:spTree>
  </p:cSld>
  <p:hf hdr="0" ftr="0" dt="0"/>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A4DA97C-65DB-4160-B469-1C7DB4F5AB74}"/>
              </a:ext>
            </a:extLst>
          </p:cNvPr>
          <p:cNvSpPr>
            <a:spLocks xmlns:a="http://schemas.openxmlformats.org/drawingml/2006/main" noGrp="1"/>
          </p:cNvSpPr>
          <p:nvPr>
            <p:ph type="title" idx="0"/>
          </p:nvPr>
        </p:nvSpPr>
        <p:spPr>
          <a:xfrm xmlns:a="http://schemas.openxmlformats.org/drawingml/2006/main">
            <a:off x="629841" y="342900"/>
            <a:ext cx="2949178" cy="1200150"/>
          </a:xfrm>
        </p:spPr>
        <p:txBody>
          <a:bodyPr xmlns:a="http://schemas.openxmlformats.org/drawingml/2006/main" anchor="b"/>
          <a:lstStyle xmlns:a="http://schemas.openxmlformats.org/drawingml/2006/main">
            <a:lvl1pPr>
              <a:buNone/>
              <a:defRPr sz="2400"/>
            </a:lvl1pPr>
          </a:lstStyle>
          <a:p xmlns:a="http://schemas.openxmlformats.org/drawingml/2006/main">
            <a:r>
              <a:t>GlobalCommerce</a:t>
            </a:r>
            <a:endParaRPr/>
          </a:p>
        </p:txBody>
      </p:sp>
      <p:sp>
        <p:nvSpPr>
          <p:cNvPr id="3" name="Content Placeholder 2">
            <a:extLst xmlns:a="http://schemas.openxmlformats.org/drawingml/2006/main">
              <a:ext uri="{FF2B5EF4-FFF2-40B4-BE49-F238E27FC236}">
                <a16:creationId xmlns:a16="http://schemas.microsoft.com/office/drawing/2014/main" id="{D4FB927E-9ADC-4E75-9665-6CECF137E5D7}"/>
              </a:ext>
            </a:extLst>
          </p:cNvPr>
          <p:cNvSpPr>
            <a:spLocks xmlns:a="http://schemas.openxmlformats.org/drawingml/2006/main" noGrp="1"/>
          </p:cNvSpPr>
          <p:nvPr>
            <p:ph idx="1"/>
          </p:nvPr>
        </p:nvSpPr>
        <p:spPr>
          <a:xfrm xmlns:a="http://schemas.openxmlformats.org/drawingml/2006/main">
            <a:off x="3887391" y="740569"/>
            <a:ext cx="4629150" cy="3655219"/>
          </a:xfrm>
        </p:spPr>
        <p:txBody>
          <a:bodyPr xmlns:a="http://schemas.openxmlformats.org/drawingml/2006/main"/>
          <a:lstStyle xmlns:a="http://schemas.openxmlformats.org/drawingml/2006/main">
            <a:lvl1pPr>
              <a:buNone/>
              <a:defRPr sz="2400"/>
            </a:lvl1pPr>
            <a:lvl2pPr>
              <a:buNone/>
              <a:defRPr sz="2100"/>
            </a:lvl2pPr>
            <a:lvl3pPr>
              <a:buNone/>
              <a:defRPr sz="1800"/>
            </a:lvl3pPr>
            <a:lvl4pPr>
              <a:buNone/>
              <a:defRPr sz="1500"/>
            </a:lvl4pPr>
            <a:lvl5pPr>
              <a:buNone/>
              <a:defRPr sz="1500"/>
            </a:lvl5pPr>
            <a:lvl6pPr>
              <a:buNone/>
              <a:defRPr sz="1500"/>
            </a:lvl6pPr>
            <a:lvl7pPr>
              <a:buNone/>
              <a:defRPr sz="1500"/>
            </a:lvl7pPr>
            <a:lvl8pPr>
              <a:buNone/>
              <a:defRPr sz="1500"/>
            </a:lvl8pPr>
            <a:lvl9pPr>
              <a:buNone/>
              <a:defRPr sz="1500"/>
            </a:lvl9pPr>
          </a:lstStyle>
          <a:p xmlns:a="http://schemas.openxmlformats.org/drawingml/2006/main">
            <a:pPr lvl="0">
              <a:buNone/>
            </a:pPr>
            <a:r>
              <a:t>Enterprise commerce project</a:t>
            </a:r>
          </a:p>
        </p:txBody>
      </p:sp>
      <p:sp>
        <p:nvSpPr>
          <p:cNvPr id="4" name="Text Placeholder 3">
            <a:extLst xmlns:a="http://schemas.openxmlformats.org/drawingml/2006/main">
              <a:ext uri="{FF2B5EF4-FFF2-40B4-BE49-F238E27FC236}">
                <a16:creationId xmlns:a16="http://schemas.microsoft.com/office/drawing/2014/main" id="{1226C1AC-A22E-4BE1-82F8-E4BC40BF23A6}"/>
              </a:ext>
            </a:extLst>
          </p:cNvPr>
          <p:cNvSpPr>
            <a:spLocks xmlns:a="http://schemas.openxmlformats.org/drawingml/2006/main" noGrp="1"/>
          </p:cNvSpPr>
          <p:nvPr>
            <p:ph type="body" idx="2"/>
          </p:nvPr>
        </p:nvSpPr>
        <p:spPr>
          <a:xfrm xmlns:a="http://schemas.openxmlformats.org/drawingml/2006/main">
            <a:off x="629841" y="1543050"/>
            <a:ext cx="2949178" cy="2858691"/>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Enterprise commerce project</a:t>
            </a:r>
          </a:p>
        </p:txBody>
      </p:sp>
      <p:sp>
        <p:nvSpPr>
          <p:cNvPr id="5" name="Date Placeholder 4">
            <a:extLst xmlns:a="http://schemas.openxmlformats.org/drawingml/2006/main">
              <a:ext uri="{FF2B5EF4-FFF2-40B4-BE49-F238E27FC236}">
                <a16:creationId xmlns:a16="http://schemas.microsoft.com/office/drawing/2014/main" id="{6F4C056A-37D3-4187-B5D0-E0D124E70264}"/>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endParaRPr/>
          </a:p>
        </p:txBody>
      </p:sp>
      <p:sp>
        <p:nvSpPr>
          <p:cNvPr id="6" name="Footer Placeholder 5">
            <a:extLst xmlns:a="http://schemas.openxmlformats.org/drawingml/2006/main">
              <a:ext uri="{FF2B5EF4-FFF2-40B4-BE49-F238E27FC236}">
                <a16:creationId xmlns:a16="http://schemas.microsoft.com/office/drawing/2014/main" id="{2604E49B-D7F0-4F33-B3A7-A0D1B4A6D2C3}"/>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p>
        </p:txBody>
      </p:sp>
      <p:sp>
        <p:nvSpPr>
          <p:cNvPr id="7" name="Slide Number Placeholder 6">
            <a:extLst xmlns:a="http://schemas.openxmlformats.org/drawingml/2006/main">
              <a:ext uri="{FF2B5EF4-FFF2-40B4-BE49-F238E27FC236}">
                <a16:creationId xmlns:a16="http://schemas.microsoft.com/office/drawing/2014/main" id="{3754543F-299C-4C62-9C82-4447CEC1D7BC}"/>
              </a:ext>
            </a:extLst>
          </p:cNvPr>
          <p:cNvSpPr>
            <a:spLocks xmlns:a="http://schemas.openxmlformats.org/drawingml/2006/main" noGrp="1"/>
          </p:cNvSpPr>
          <p:nvPr>
            <p:ph type="sldNum" idx="12"/>
          </p:nvPr>
        </p:nvSpPr>
        <p:spPr>
          <a:xfrm xmlns:a="http://schemas.openxmlformats.org/drawingml/2006/main">
            <a:off x="2514600" y="4832420"/>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DD80CA47-2CC1-5762-B8A6-43F3F75358E0}" type="slidenum">
              <a:t>Enterprise commerce project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3AB42A6-52E4-4CC6-94FF-3F95A5451EE0}"/>
              </a:ext>
            </a:extLst>
          </p:cNvPr>
          <p:cNvSpPr>
            <a:spLocks xmlns:a="http://schemas.openxmlformats.org/drawingml/2006/main" noGrp="1"/>
          </p:cNvSpPr>
          <p:nvPr>
            <p:ph type="title" idx="0"/>
          </p:nvPr>
        </p:nvSpPr>
        <p:spPr>
          <a:xfrm xmlns:a="http://schemas.openxmlformats.org/drawingml/2006/main">
            <a:off x="629841" y="342900"/>
            <a:ext cx="2949178" cy="1200150"/>
          </a:xfrm>
        </p:spPr>
        <p:txBody>
          <a:bodyPr xmlns:a="http://schemas.openxmlformats.org/drawingml/2006/main" anchor="b"/>
          <a:lstStyle xmlns:a="http://schemas.openxmlformats.org/drawingml/2006/main">
            <a:lvl1pPr>
              <a:buNone/>
              <a:defRPr sz="2400"/>
            </a:lvl1pPr>
          </a:lstStyle>
          <a:p xmlns:a="http://schemas.openxmlformats.org/drawingml/2006/main">
            <a:r>
              <a:t>GlobalCommerce</a:t>
            </a:r>
            <a:endParaRPr/>
          </a:p>
        </p:txBody>
      </p:sp>
      <p:sp>
        <p:nvSpPr>
          <p:cNvPr id="3" name="Picture Placeholder 2">
            <a:extLst xmlns:a="http://schemas.openxmlformats.org/drawingml/2006/main">
              <a:ext uri="{FF2B5EF4-FFF2-40B4-BE49-F238E27FC236}">
                <a16:creationId xmlns:a16="http://schemas.microsoft.com/office/drawing/2014/main" id="{A948051B-EB17-4BD8-8B6C-B259FE4BFCDE}"/>
              </a:ext>
            </a:extLst>
          </p:cNvPr>
          <p:cNvSpPr>
            <a:spLocks xmlns:a="http://schemas.openxmlformats.org/drawingml/2006/main" noGrp="1"/>
          </p:cNvSpPr>
          <p:nvPr>
            <p:ph type="pic" idx="1"/>
          </p:nvPr>
        </p:nvSpPr>
        <p:spPr>
          <a:xfrm xmlns:a="http://schemas.openxmlformats.org/drawingml/2006/main">
            <a:off x="3887391" y="740569"/>
            <a:ext cx="4629150" cy="3655219"/>
          </a:xfrm>
        </p:spPr>
        <p:txBody>
          <a:bodyPr xmlns:a="http://schemas.openxmlformats.org/drawingml/2006/main"/>
          <a:lstStyle xmlns:a="http://schemas.openxmlformats.org/drawingml/2006/main">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xmlns:a="http://schemas.openxmlformats.org/drawingml/2006/main">
            <a:r>
              <a:t>Project illustration</a:t>
            </a:r>
            <a:endParaRPr/>
          </a:p>
        </p:txBody>
      </p:sp>
      <p:sp>
        <p:nvSpPr>
          <p:cNvPr id="4" name="Text Placeholder 3">
            <a:extLst xmlns:a="http://schemas.openxmlformats.org/drawingml/2006/main">
              <a:ext uri="{FF2B5EF4-FFF2-40B4-BE49-F238E27FC236}">
                <a16:creationId xmlns:a16="http://schemas.microsoft.com/office/drawing/2014/main" id="{F5F5EFEB-D564-46F8-BBAA-6A25ACF41472}"/>
              </a:ext>
            </a:extLst>
          </p:cNvPr>
          <p:cNvSpPr>
            <a:spLocks xmlns:a="http://schemas.openxmlformats.org/drawingml/2006/main" noGrp="1"/>
          </p:cNvSpPr>
          <p:nvPr>
            <p:ph type="body" idx="2"/>
          </p:nvPr>
        </p:nvSpPr>
        <p:spPr>
          <a:xfrm xmlns:a="http://schemas.openxmlformats.org/drawingml/2006/main">
            <a:off x="629841" y="1543050"/>
            <a:ext cx="2949178" cy="2858691"/>
          </a:xfrm>
        </p:spPr>
        <p:txBody>
          <a:bodyPr xmlns:a="http://schemas.openxmlformats.org/drawingml/2006/main"/>
          <a:lstStyle xmlns:a="http://schemas.openxmlformats.org/drawingml/2006/main">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Enterprise commerce project</a:t>
            </a:r>
          </a:p>
        </p:txBody>
      </p:sp>
      <p:sp>
        <p:nvSpPr>
          <p:cNvPr id="5" name="Date Placeholder 4">
            <a:extLst xmlns:a="http://schemas.openxmlformats.org/drawingml/2006/main">
              <a:ext uri="{FF2B5EF4-FFF2-40B4-BE49-F238E27FC236}">
                <a16:creationId xmlns:a16="http://schemas.microsoft.com/office/drawing/2014/main" id="{97E18252-2F11-4782-987E-4F3A169243B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endParaRPr/>
          </a:p>
        </p:txBody>
      </p:sp>
      <p:sp>
        <p:nvSpPr>
          <p:cNvPr id="6" name="Footer Placeholder 5">
            <a:extLst xmlns:a="http://schemas.openxmlformats.org/drawingml/2006/main">
              <a:ext uri="{FF2B5EF4-FFF2-40B4-BE49-F238E27FC236}">
                <a16:creationId xmlns:a16="http://schemas.microsoft.com/office/drawing/2014/main" id="{E0CAC13F-4B6C-4EF0-9A02-7CA8BC2DAB55}"/>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p>
        </p:txBody>
      </p:sp>
      <p:sp>
        <p:nvSpPr>
          <p:cNvPr id="7" name="Slide Number Placeholder 6">
            <a:extLst xmlns:a="http://schemas.openxmlformats.org/drawingml/2006/main">
              <a:ext uri="{FF2B5EF4-FFF2-40B4-BE49-F238E27FC236}">
                <a16:creationId xmlns:a16="http://schemas.microsoft.com/office/drawing/2014/main" id="{E7124FA9-D269-4612-9C24-4BFD65938F0E}"/>
              </a:ext>
            </a:extLst>
          </p:cNvPr>
          <p:cNvSpPr>
            <a:spLocks xmlns:a="http://schemas.openxmlformats.org/drawingml/2006/main" noGrp="1"/>
          </p:cNvSpPr>
          <p:nvPr>
            <p:ph type="sldNum" idx="12"/>
          </p:nvPr>
        </p:nvSpPr>
        <p:spPr>
          <a:xfrm xmlns:a="http://schemas.openxmlformats.org/drawingml/2006/main">
            <a:off x="2514600" y="4832420"/>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DD80CA47-2CC1-5762-B8A6-43F3F75358E0}" type="slidenum">
              <a:t>Enterprise commerce project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08E3F84-59C7-4FA1-8F22-2813D487F77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GlobalCommerce</a:t>
            </a:r>
            <a:endParaRPr/>
          </a:p>
        </p:txBody>
      </p:sp>
      <p:sp>
        <p:nvSpPr>
          <p:cNvPr id="3" name="Vertical Text Placeholder 2">
            <a:extLst xmlns:a="http://schemas.openxmlformats.org/drawingml/2006/main">
              <a:ext uri="{FF2B5EF4-FFF2-40B4-BE49-F238E27FC236}">
                <a16:creationId xmlns:a16="http://schemas.microsoft.com/office/drawing/2014/main" id="{3980C2A6-D2EA-41E8-A071-5AE2111F7EB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Enterprise commerce project</a:t>
            </a:r>
          </a:p>
        </p:txBody>
      </p:sp>
      <p:sp>
        <p:nvSpPr>
          <p:cNvPr id="4" name="Date Placeholder 3">
            <a:extLst xmlns:a="http://schemas.openxmlformats.org/drawingml/2006/main">
              <a:ext uri="{FF2B5EF4-FFF2-40B4-BE49-F238E27FC236}">
                <a16:creationId xmlns:a16="http://schemas.microsoft.com/office/drawing/2014/main" id="{96E9B3DE-3070-4ACB-B8D9-D8D7A39D8F40}"/>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endParaRPr/>
          </a:p>
        </p:txBody>
      </p:sp>
      <p:sp>
        <p:nvSpPr>
          <p:cNvPr id="5" name="Footer Placeholder 4">
            <a:extLst xmlns:a="http://schemas.openxmlformats.org/drawingml/2006/main">
              <a:ext uri="{FF2B5EF4-FFF2-40B4-BE49-F238E27FC236}">
                <a16:creationId xmlns:a16="http://schemas.microsoft.com/office/drawing/2014/main" id="{4DD56E4D-785E-47F8-9826-8CEF58800E1D}"/>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p>
        </p:txBody>
      </p:sp>
      <p:sp>
        <p:nvSpPr>
          <p:cNvPr id="6" name="Slide Number Placeholder 5">
            <a:extLst xmlns:a="http://schemas.openxmlformats.org/drawingml/2006/main">
              <a:ext uri="{FF2B5EF4-FFF2-40B4-BE49-F238E27FC236}">
                <a16:creationId xmlns:a16="http://schemas.microsoft.com/office/drawing/2014/main" id="{2F6EE967-0A4A-45A2-84B8-D7C9F3050EF9}"/>
              </a:ext>
            </a:extLst>
          </p:cNvPr>
          <p:cNvSpPr>
            <a:spLocks xmlns:a="http://schemas.openxmlformats.org/drawingml/2006/main" noGrp="1"/>
          </p:cNvSpPr>
          <p:nvPr>
            <p:ph type="sldNum" idx="12"/>
          </p:nvPr>
        </p:nvSpPr>
        <p:spPr>
          <a:xfrm xmlns:a="http://schemas.openxmlformats.org/drawingml/2006/main">
            <a:off x="2514600" y="4832420"/>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DD80CA47-2CC1-5762-B8A6-43F3F75358E0}" type="slidenum">
              <a:t>Enterprise commerce project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CAB71A90-E1CB-4734-8095-7C0388F912D1}"/>
              </a:ext>
            </a:extLst>
          </p:cNvPr>
          <p:cNvSpPr>
            <a:spLocks xmlns:a="http://schemas.openxmlformats.org/drawingml/2006/main" noGrp="1"/>
          </p:cNvSpPr>
          <p:nvPr>
            <p:ph type="title" idx="0"/>
          </p:nvPr>
        </p:nvSpPr>
        <p:spPr>
          <a:xfrm xmlns:a="http://schemas.openxmlformats.org/drawingml/2006/main">
            <a:off x="6543675" y="273844"/>
            <a:ext cx="1971675" cy="4358879"/>
          </a:xfrm>
        </p:spPr>
        <p:txBody>
          <a:bodyPr xmlns:a="http://schemas.openxmlformats.org/drawingml/2006/main" vert="eaVert"/>
          <a:lstStyle xmlns:a="http://schemas.openxmlformats.org/drawingml/2006/main"/>
          <a:p xmlns:a="http://schemas.openxmlformats.org/drawingml/2006/main">
            <a:r>
              <a:t>GlobalCommerce</a:t>
            </a:r>
            <a:endParaRPr/>
          </a:p>
        </p:txBody>
      </p:sp>
      <p:sp>
        <p:nvSpPr>
          <p:cNvPr id="3" name="Vertical Text Placeholder 2">
            <a:extLst xmlns:a="http://schemas.openxmlformats.org/drawingml/2006/main">
              <a:ext uri="{FF2B5EF4-FFF2-40B4-BE49-F238E27FC236}">
                <a16:creationId xmlns:a16="http://schemas.microsoft.com/office/drawing/2014/main" id="{94F289BF-7523-4EBB-ABF4-60D411B26C49}"/>
              </a:ext>
            </a:extLst>
          </p:cNvPr>
          <p:cNvSpPr>
            <a:spLocks xmlns:a="http://schemas.openxmlformats.org/drawingml/2006/main" noGrp="1"/>
          </p:cNvSpPr>
          <p:nvPr>
            <p:ph type="body" idx="1"/>
          </p:nvPr>
        </p:nvSpPr>
        <p:spPr>
          <a:xfrm xmlns:a="http://schemas.openxmlformats.org/drawingml/2006/main">
            <a:off x="628650" y="273844"/>
            <a:ext cx="5800725" cy="4358879"/>
          </a:xfrm>
        </p:spPr>
        <p:txBody>
          <a:bodyPr xmlns:a="http://schemas.openxmlformats.org/drawingml/2006/main" vert="eaVert"/>
          <a:lstStyle xmlns:a="http://schemas.openxmlformats.org/drawingml/2006/main"/>
          <a:p xmlns:a="http://schemas.openxmlformats.org/drawingml/2006/main">
            <a:pPr lvl="0">
              <a:buNone/>
            </a:pPr>
            <a:r>
              <a:t>Enterprise commerce project</a:t>
            </a:r>
          </a:p>
        </p:txBody>
      </p:sp>
      <p:sp>
        <p:nvSpPr>
          <p:cNvPr id="4" name="Date Placeholder 3">
            <a:extLst xmlns:a="http://schemas.openxmlformats.org/drawingml/2006/main">
              <a:ext uri="{FF2B5EF4-FFF2-40B4-BE49-F238E27FC236}">
                <a16:creationId xmlns:a16="http://schemas.microsoft.com/office/drawing/2014/main" id="{98168B0A-8293-4A1C-BA44-01FA90F3846A}"/>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endParaRPr/>
          </a:p>
        </p:txBody>
      </p:sp>
      <p:sp>
        <p:nvSpPr>
          <p:cNvPr id="5" name="Footer Placeholder 4">
            <a:extLst xmlns:a="http://schemas.openxmlformats.org/drawingml/2006/main">
              <a:ext uri="{FF2B5EF4-FFF2-40B4-BE49-F238E27FC236}">
                <a16:creationId xmlns:a16="http://schemas.microsoft.com/office/drawing/2014/main" id="{BEEBA867-75CE-452C-BF16-4B2BF0E2C194}"/>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Enterprise commerce project</a:t>
            </a:r>
          </a:p>
        </p:txBody>
      </p:sp>
      <p:sp>
        <p:nvSpPr>
          <p:cNvPr id="6" name="Slide Number Placeholder 5">
            <a:extLst xmlns:a="http://schemas.openxmlformats.org/drawingml/2006/main">
              <a:ext uri="{FF2B5EF4-FFF2-40B4-BE49-F238E27FC236}">
                <a16:creationId xmlns:a16="http://schemas.microsoft.com/office/drawing/2014/main" id="{4D921C07-3A8B-4CF4-8158-848B7CEA629C}"/>
              </a:ext>
            </a:extLst>
          </p:cNvPr>
          <p:cNvSpPr>
            <a:spLocks xmlns:a="http://schemas.openxmlformats.org/drawingml/2006/main" noGrp="1"/>
          </p:cNvSpPr>
          <p:nvPr>
            <p:ph type="sldNum" idx="12"/>
          </p:nvPr>
        </p:nvSpPr>
        <p:spPr>
          <a:xfrm xmlns:a="http://schemas.openxmlformats.org/drawingml/2006/main">
            <a:off x="2514600" y="4832420"/>
            <a:ext cx="2057400" cy="273844"/>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DD80CA47-2CC1-5762-B8A6-43F3F75358E0}" type="slidenum">
              <a:t>Enterprise commerce project</a:t>
            </a:fld>
            <a:endParaRPr/>
          </a:p>
        </p:txBody>
      </p:sp>
    </p:spTree>
  </p:cSld>
</p:sldLayout>
</file>

<file path=ppt/slideLayouts/slideLayout12.xml><?xml version="1.0" encoding="utf-8"?>
<p:sldLayout xmlns:p="http://schemas.openxmlformats.org/presentationml/2006/main" userDrawn="1">
  <p:cSld name="Cover Page 1">
    <p:spTree>
      <p:nvGrpSpPr>
        <p:cNvPr id="1" name=""/>
        <p:cNvGrpSpPr/>
        <p:nvPr/>
      </p:nvGrpSpPr>
      <p:grpSpPr>
        <a:xfrm xmlns:a="http://schemas.openxmlformats.org/drawingml/2006/main"/>
      </p:grpSpPr>
      <p:sp>
        <p:nvSpPr>
          <p:cNvPr id="13" name="Rectangle 12">
            <a:extLst xmlns:a="http://schemas.openxmlformats.org/drawingml/2006/main">
              <a:ext uri="{FF2B5EF4-FFF2-40B4-BE49-F238E27FC236}">
                <a16:creationId xmlns:a16="http://schemas.microsoft.com/office/drawing/2014/main" id="{DB222BB8-33BB-420F-929B-E547D8E2C3F8}"/>
              </a:ext>
            </a:extLst>
          </p:cNvPr>
          <p:cNvSpPr>
            <a:spLocks xmlns:a="http://schemas.openxmlformats.org/drawingml/2006/main" noGrp="1"/>
          </p:cNvSpPr>
          <p:nvPr/>
        </p:nvSpPr>
        <p:spPr>
          <a:xfrm xmlns:a="http://schemas.openxmlformats.org/drawingml/2006/main">
            <a:off x="148652" y="1134"/>
            <a:ext cx="4343081" cy="590422"/>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81630" tIns="40816" rIns="81630" bIns="40816" anchor="ctr"/>
          <a:lstStyle xmlns:a="http://schemas.openxmlformats.org/drawingml/2006/main"/>
          <a:p xmlns:a="http://schemas.openxmlformats.org/drawingml/2006/main">
            <a:pPr algn="ctr">
              <a:buNone/>
            </a:pPr>
            <a:endParaRPr/>
          </a:p>
        </p:txBody>
      </p:sp>
      <p:pic>
        <p:nvPicPr>
          <p:cNvPr id="29" name="Picture 14"/>
          <p:cNvPicPr>
            <a:picLocks xmlns:a="http://schemas.openxmlformats.org/drawingml/2006/main" noChangeAspect="1"/>
          </p:cNvPicPr>
          <p:nvPr/>
        </p:nvPicPr>
        <p:blipFill>
          <a:blip xmlns:r="http://schemas.openxmlformats.org/officeDocument/2006/relationships" xmlns:a="http://schemas.openxmlformats.org/drawingml/2006/main" r:embed="R416b1aedace24aa0"/>
          <a:stretch xmlns:a="http://schemas.openxmlformats.org/drawingml/2006/main">
            <a:fillRect l="0" t="0" r="0" b="0"/>
          </a:stretch>
        </p:blipFill>
        <p:spPr>
          <a:xfrm xmlns:a="http://schemas.openxmlformats.org/drawingml/2006/main">
            <a:off x="-65616" y="299482"/>
            <a:ext cx="5072017" cy="4643999"/>
          </a:xfrm>
          <a:prstGeom xmlns:a="http://schemas.openxmlformats.org/drawingml/2006/main" prst="rect">
            <a:avLst/>
          </a:prstGeom>
        </p:spPr>
      </p:pic>
      <p:pic>
        <p:nvPicPr>
          <p:cNvPr id="30" name="Picture 13"/>
          <p:cNvPicPr>
            <a:picLocks xmlns:a="http://schemas.openxmlformats.org/drawingml/2006/main" noChangeAspect="1"/>
          </p:cNvPicPr>
          <p:nvPr/>
        </p:nvPicPr>
        <p:blipFill>
          <a:blip xmlns:r="http://schemas.openxmlformats.org/officeDocument/2006/relationships" xmlns:a="http://schemas.openxmlformats.org/drawingml/2006/main" r:embed="R0e8eead2cffc4866"/>
          <a:stretch xmlns:a="http://schemas.openxmlformats.org/drawingml/2006/main">
            <a:fillRect l="0" t="0" r="0" b="0"/>
          </a:stretch>
        </p:blipFill>
        <p:spPr>
          <a:xfrm xmlns:a="http://schemas.openxmlformats.org/drawingml/2006/main">
            <a:off x="2670832" y="2211117"/>
            <a:ext cx="1012168" cy="298621"/>
          </a:xfrm>
          <a:prstGeom xmlns:a="http://schemas.openxmlformats.org/drawingml/2006/main" prst="rect">
            <a:avLst/>
          </a:prstGeom>
        </p:spPr>
      </p:pic>
      <p:sp>
        <p:nvSpPr>
          <p:cNvPr id="12" name="Rectangle 11">
            <a:extLst xmlns:a="http://schemas.openxmlformats.org/drawingml/2006/main">
              <a:ext uri="{FF2B5EF4-FFF2-40B4-BE49-F238E27FC236}">
                <a16:creationId xmlns:a16="http://schemas.microsoft.com/office/drawing/2014/main" id="{E956691B-9D86-4E78-9750-8E2750BAF2C6}"/>
              </a:ext>
            </a:extLst>
          </p:cNvPr>
          <p:cNvSpPr>
            <a:spLocks xmlns:a="http://schemas.openxmlformats.org/drawingml/2006/main" noGrp="1"/>
          </p:cNvSpPr>
          <p:nvPr/>
        </p:nvSpPr>
        <p:spPr>
          <a:xfrm xmlns:a="http://schemas.openxmlformats.org/drawingml/2006/main">
            <a:off x="1" y="4521029"/>
            <a:ext cx="4343081" cy="590422"/>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81630" tIns="40816" rIns="81630" bIns="40816" anchor="ctr"/>
          <a:lstStyle xmlns:a="http://schemas.openxmlformats.org/drawingml/2006/main"/>
          <a:p xmlns:a="http://schemas.openxmlformats.org/drawingml/2006/main">
            <a:pPr algn="ctr">
              <a:buNone/>
            </a:pPr>
            <a:endParaRPr/>
          </a:p>
        </p:txBody>
      </p:sp>
      <p:sp>
        <p:nvSpPr>
          <p:cNvPr id="10" name="Text Box">
            <a:extLst xmlns:a="http://schemas.openxmlformats.org/drawingml/2006/main">
              <a:ext uri="{FF2B5EF4-FFF2-40B4-BE49-F238E27FC236}">
                <a16:creationId xmlns:a16="http://schemas.microsoft.com/office/drawing/2014/main" id="{40FC0EF3-A18B-4BF2-8877-B25A19E16712}"/>
              </a:ext>
            </a:extLst>
          </p:cNvPr>
          <p:cNvSpPr>
            <a:spLocks xmlns:a="http://schemas.openxmlformats.org/drawingml/2006/main" noGrp="1"/>
          </p:cNvSpPr>
          <p:nvPr>
            <p:ph type="body" idx="10" hasCustomPrompt="1"/>
          </p:nvPr>
        </p:nvSpPr>
        <p:spPr>
          <a:xfrm xmlns:a="http://schemas.openxmlformats.org/drawingml/2006/main">
            <a:off x="5264152" y="1923323"/>
            <a:ext cx="3328988" cy="2773694"/>
          </a:xfrm>
          <a:prstGeom xmlns:a="http://schemas.openxmlformats.org/drawingml/2006/main" prst="rect">
            <a:avLst/>
          </a:prstGeom>
        </p:spPr>
        <p:txBody>
          <a:bodyPr xmlns:a="http://schemas.openxmlformats.org/drawingml/2006/main" vert="horz" lIns="81623" tIns="40811" rIns="81623" bIns="40811"/>
          <a:lstStyle xmlns:a="http://schemas.openxmlformats.org/drawingml/2006/main">
            <a:lvl1pPr marL="0" indent="0">
              <a:spcBef>
                <a:spcPts val="507"/>
              </a:spcBef>
              <a:buFont typeface="Arial"/>
              <a:buNone/>
              <a:defRPr sz="1400" b="0">
                <a:solidFill>
                  <a:schemeClr val="tx1"/>
                </a:solidFill>
                <a:latin typeface="Arial"/>
                <a:ea typeface="Arial"/>
                <a:cs typeface="Arial"/>
              </a:defRPr>
            </a:lvl1pPr>
          </a:lstStyle>
          <a:p xmlns:a="http://schemas.openxmlformats.org/drawingml/2006/main">
            <a:pPr marL="0" indent="0">
              <a:spcBef>
                <a:spcPts val="600"/>
              </a:spcBef>
              <a:buNone/>
            </a:pPr>
            <a:r>
              <a:rPr sz="1400">
                <a:solidFill>
                  <a:srgbClr val="413F41"/>
                </a:solidFill>
                <a:latin typeface="Arial"/>
                <a:ea typeface="Arial"/>
                <a:cs typeface="Arial"/>
              </a:rPr>
              <a:t>Enterprise commerce project</a:t>
            </a:r>
          </a:p>
        </p:txBody>
      </p:sp>
      <p:sp>
        <p:nvSpPr>
          <p:cNvPr id="23" name="Picture Placeholder 6">
            <a:extLst xmlns:a="http://schemas.openxmlformats.org/drawingml/2006/main">
              <a:ext uri="{FF2B5EF4-FFF2-40B4-BE49-F238E27FC236}">
                <a16:creationId xmlns:a16="http://schemas.microsoft.com/office/drawing/2014/main" id="{1AA02E4E-96D6-4F22-AB6D-2B786C20F4F3}"/>
              </a:ext>
            </a:extLst>
          </p:cNvPr>
          <p:cNvSpPr>
            <a:spLocks xmlns:a="http://schemas.openxmlformats.org/drawingml/2006/main" noGrp="1"/>
          </p:cNvSpPr>
          <p:nvPr>
            <p:ph type="pic" idx="16" hasCustomPrompt="1"/>
          </p:nvPr>
        </p:nvSpPr>
        <p:spPr>
          <a:xfrm xmlns:a="http://schemas.openxmlformats.org/drawingml/2006/main">
            <a:off x="925455" y="1950885"/>
            <a:ext cx="1618850" cy="1032540"/>
          </a:xfrm>
          <a:prstGeom xmlns:a="http://schemas.openxmlformats.org/drawingml/2006/main" prst="roundRect">
            <a:avLst>
              <a:gd name="adj" fmla="val 3941"/>
            </a:avLst>
          </a:prstGeom>
        </p:spPr>
        <p:txBody>
          <a:bodyPr xmlns:a="http://schemas.openxmlformats.org/drawingml/2006/main" vert="horz" lIns="96661" tIns="48331" rIns="96661" bIns="48331"/>
          <a:lstStyle xmlns:a="http://schemas.openxmlformats.org/drawingml/2006/main">
            <a:lvl1pPr marL="0" indent="0">
              <a:buNone/>
              <a:defRPr sz="700" b="0">
                <a:latin typeface="Arial"/>
                <a:ea typeface="Arial"/>
                <a:cs typeface="Arial"/>
              </a:defRPr>
            </a:lvl1pPr>
          </a:lstStyle>
          <a:p xmlns:a="http://schemas.openxmlformats.org/drawingml/2006/main">
            <a:r>
              <a:t>Project illustration</a:t>
            </a:r>
            <a:endParaRPr/>
          </a:p>
        </p:txBody>
      </p:sp>
      <p:sp>
        <p:nvSpPr>
          <p:cNvPr id="24" name="Picture Placeholder 6">
            <a:extLst xmlns:a="http://schemas.openxmlformats.org/drawingml/2006/main">
              <a:ext uri="{FF2B5EF4-FFF2-40B4-BE49-F238E27FC236}">
                <a16:creationId xmlns:a16="http://schemas.microsoft.com/office/drawing/2014/main" id="{C6E3E8C2-0DCA-4303-BA29-D1A64748D94D}"/>
              </a:ext>
            </a:extLst>
          </p:cNvPr>
          <p:cNvSpPr>
            <a:spLocks xmlns:a="http://schemas.openxmlformats.org/drawingml/2006/main" noGrp="1"/>
          </p:cNvSpPr>
          <p:nvPr>
            <p:ph type="pic" idx="17" hasCustomPrompt="1"/>
          </p:nvPr>
        </p:nvSpPr>
        <p:spPr>
          <a:xfrm xmlns:a="http://schemas.openxmlformats.org/drawingml/2006/main">
            <a:off x="2598964" y="2843893"/>
            <a:ext cx="665390" cy="868629"/>
          </a:xfrm>
          <a:prstGeom xmlns:a="http://schemas.openxmlformats.org/drawingml/2006/main" prst="roundRect">
            <a:avLst>
              <a:gd name="adj" fmla="val 7545"/>
            </a:avLst>
          </a:prstGeom>
        </p:spPr>
        <p:txBody>
          <a:bodyPr xmlns:a="http://schemas.openxmlformats.org/drawingml/2006/main" vert="horz" lIns="96661" tIns="48331" rIns="96661" bIns="48331"/>
          <a:lstStyle xmlns:a="http://schemas.openxmlformats.org/drawingml/2006/main">
            <a:lvl1pPr marL="0" indent="0">
              <a:buNone/>
              <a:defRPr sz="600" b="0">
                <a:latin typeface="Arial"/>
                <a:ea typeface="Arial"/>
                <a:cs typeface="Arial"/>
              </a:defRPr>
            </a:lvl1pPr>
          </a:lstStyle>
          <a:p xmlns:a="http://schemas.openxmlformats.org/drawingml/2006/main">
            <a:r>
              <a:t>Project illustration</a:t>
            </a:r>
            <a:endParaRPr/>
          </a:p>
        </p:txBody>
      </p:sp>
      <p:sp>
        <p:nvSpPr>
          <p:cNvPr id="25" name="Picture Placeholder 6">
            <a:extLst xmlns:a="http://schemas.openxmlformats.org/drawingml/2006/main">
              <a:ext uri="{FF2B5EF4-FFF2-40B4-BE49-F238E27FC236}">
                <a16:creationId xmlns:a16="http://schemas.microsoft.com/office/drawing/2014/main" id="{E70D440A-D8BC-4554-AF9B-459C69736CB7}"/>
              </a:ext>
            </a:extLst>
          </p:cNvPr>
          <p:cNvSpPr>
            <a:spLocks xmlns:a="http://schemas.openxmlformats.org/drawingml/2006/main" noGrp="1"/>
          </p:cNvSpPr>
          <p:nvPr>
            <p:ph type="pic" idx="18" hasCustomPrompt="1"/>
          </p:nvPr>
        </p:nvSpPr>
        <p:spPr>
          <a:xfrm xmlns:a="http://schemas.openxmlformats.org/drawingml/2006/main">
            <a:off x="748783" y="303644"/>
            <a:ext cx="798881" cy="696314"/>
          </a:xfrm>
          <a:prstGeom xmlns:a="http://schemas.openxmlformats.org/drawingml/2006/main" prst="roundRect">
            <a:avLst>
              <a:gd name="adj" fmla="val 10948"/>
            </a:avLst>
          </a:prstGeom>
        </p:spPr>
        <p:txBody>
          <a:bodyPr xmlns:a="http://schemas.openxmlformats.org/drawingml/2006/main" vert="horz" lIns="96661" tIns="48331" rIns="96661" bIns="48331"/>
          <a:lstStyle xmlns:a="http://schemas.openxmlformats.org/drawingml/2006/main">
            <a:lvl1pPr marL="0" indent="0">
              <a:buNone/>
              <a:defRPr sz="700" b="0" baseline="0">
                <a:latin typeface="Arial"/>
                <a:ea typeface="Arial"/>
                <a:cs typeface="Arial"/>
              </a:defRPr>
            </a:lvl1pPr>
          </a:lstStyle>
          <a:p xmlns:a="http://schemas.openxmlformats.org/drawingml/2006/main">
            <a:r>
              <a:t>Project illustration</a:t>
            </a:r>
            <a:endParaRPr/>
          </a:p>
        </p:txBody>
      </p:sp>
      <p:sp>
        <p:nvSpPr>
          <p:cNvPr id="11" name="Rounded Rectangle 10">
            <a:extLst xmlns:a="http://schemas.openxmlformats.org/drawingml/2006/main">
              <a:ext uri="{FF2B5EF4-FFF2-40B4-BE49-F238E27FC236}">
                <a16:creationId xmlns:a16="http://schemas.microsoft.com/office/drawing/2014/main" id="{DF2B26C6-A54A-4AEC-A265-FF0685400C4A}"/>
              </a:ext>
            </a:extLst>
          </p:cNvPr>
          <p:cNvSpPr>
            <a:spLocks xmlns:a="http://schemas.openxmlformats.org/drawingml/2006/main" noGrp="1"/>
          </p:cNvSpPr>
          <p:nvPr/>
        </p:nvSpPr>
        <p:spPr>
          <a:xfrm xmlns:a="http://schemas.openxmlformats.org/drawingml/2006/main">
            <a:off x="733133" y="1038711"/>
            <a:ext cx="1204782" cy="850012"/>
          </a:xfrm>
          <a:prstGeom xmlns:a="http://schemas.openxmlformats.org/drawingml/2006/main" prst="roundRect">
            <a:avLst>
              <a:gd name="adj" fmla="val 8383"/>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buNone/>
            </a:pPr>
            <a:r>
              <a:rPr>
                <a:solidFill>
                  <a:schemeClr val="tx1"/>
                </a:solidFill>
              </a:rPr>
              <a:t>         </a:t>
            </a:r>
          </a:p>
        </p:txBody>
      </p:sp>
      <p:sp>
        <p:nvSpPr>
          <p:cNvPr id="16" name="Rounded Rectangle 15">
            <a:extLst xmlns:a="http://schemas.openxmlformats.org/drawingml/2006/main">
              <a:ext uri="{FF2B5EF4-FFF2-40B4-BE49-F238E27FC236}">
                <a16:creationId xmlns:a16="http://schemas.microsoft.com/office/drawing/2014/main" id="{9350680E-287D-47E1-97AD-8A4ADB9E1865}"/>
              </a:ext>
            </a:extLst>
          </p:cNvPr>
          <p:cNvSpPr>
            <a:spLocks xmlns:a="http://schemas.openxmlformats.org/drawingml/2006/main" noGrp="1"/>
          </p:cNvSpPr>
          <p:nvPr/>
        </p:nvSpPr>
        <p:spPr>
          <a:xfrm xmlns:a="http://schemas.openxmlformats.org/drawingml/2006/main">
            <a:off x="202453" y="1945852"/>
            <a:ext cx="672939" cy="1043183"/>
          </a:xfrm>
          <a:prstGeom xmlns:a="http://schemas.openxmlformats.org/drawingml/2006/main" prst="roundRect">
            <a:avLst>
              <a:gd name="adj" fmla="val 8383"/>
            </a:avLst>
          </a:prstGeom>
          <a:solidFill xmlns:a="http://schemas.openxmlformats.org/drawingml/2006/main">
            <a:srgbClr val="E4A02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buNone/>
            </a:pPr>
            <a:r>
              <a:rPr>
                <a:solidFill>
                  <a:schemeClr val="tx1"/>
                </a:solidFill>
              </a:rPr>
              <a:t>         </a:t>
            </a:r>
          </a:p>
        </p:txBody>
      </p:sp>
    </p:spTree>
  </p:cSld>
</p:sldLayout>
</file>

<file path=ppt/slideLayouts/slideLayout13.xml><?xml version="1.0" encoding="utf-8"?>
<p:sldLayout xmlns:p="http://schemas.openxmlformats.org/presentationml/2006/main" showMasterSp="0" preserve="1">
  <p:cSld name="Cover Slide">
    <p:spTree>
      <p:nvGrpSpPr>
        <p:cNvPr id="1" name=""/>
        <p:cNvGrpSpPr/>
        <p:nvPr/>
      </p:nvGrpSpPr>
      <p:grpSpPr>
        <a:xfrm xmlns:a="http://schemas.openxmlformats.org/drawingml/2006/main"/>
      </p:grpSpPr>
      <p:sp>
        <p:nvSpPr>
          <p:cNvPr id="23" name="Rectangle 17">
            <a:extLst xmlns:a="http://schemas.openxmlformats.org/drawingml/2006/main">
              <a:ext uri="{FF2B5EF4-FFF2-40B4-BE49-F238E27FC236}">
                <a16:creationId xmlns:a16="http://schemas.microsoft.com/office/drawing/2014/main" id="{0737F992-3362-46BC-801B-B229EFE6206C}"/>
              </a:ext>
            </a:extLst>
          </p:cNvPr>
          <p:cNvSpPr>
            <a:spLocks xmlns:a="http://schemas.openxmlformats.org/drawingml/2006/main" noGrp="1"/>
          </p:cNvSpPr>
          <p:nvPr/>
        </p:nvSpPr>
        <p:spPr>
          <a:xfrm xmlns:a="http://schemas.openxmlformats.org/drawingml/2006/main" rot="0" flipH="0" flipV="0">
            <a:off x="1752601" y="3146723"/>
            <a:ext cx="2286000" cy="1485285"/>
          </a:xfrm>
          <a:prstGeom xmlns:a="http://schemas.openxmlformats.org/drawingml/2006/main" prst="rect">
            <a:avLst/>
          </a:prstGeom>
          <a:solidFill xmlns:a="http://schemas.openxmlformats.org/drawingml/2006/main">
            <a:srgbClr val="9A1702"/>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24" name="Rectangle 7">
            <a:extLst xmlns:a="http://schemas.openxmlformats.org/drawingml/2006/main">
              <a:ext uri="{FF2B5EF4-FFF2-40B4-BE49-F238E27FC236}">
                <a16:creationId xmlns:a16="http://schemas.microsoft.com/office/drawing/2014/main" id="{70F19625-BC67-4FBC-A2E6-F0B24327BB4E}"/>
              </a:ext>
            </a:extLst>
          </p:cNvPr>
          <p:cNvSpPr>
            <a:spLocks xmlns:a="http://schemas.openxmlformats.org/drawingml/2006/main" noGrp="1"/>
          </p:cNvSpPr>
          <p:nvPr/>
        </p:nvSpPr>
        <p:spPr>
          <a:xfrm xmlns:a="http://schemas.openxmlformats.org/drawingml/2006/main" rot="0" flipH="0" flipV="0">
            <a:off x="8229600" y="3028735"/>
            <a:ext cx="914400" cy="1603272"/>
          </a:xfrm>
          <a:prstGeom xmlns:a="http://schemas.openxmlformats.org/drawingml/2006/main" prst="rect">
            <a:avLst/>
          </a:prstGeom>
          <a:solidFill xmlns:a="http://schemas.openxmlformats.org/drawingml/2006/main">
            <a:srgbClr val="F3BE26"/>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28" name="Rectangle 8">
            <a:extLst xmlns:a="http://schemas.openxmlformats.org/drawingml/2006/main">
              <a:ext uri="{FF2B5EF4-FFF2-40B4-BE49-F238E27FC236}">
                <a16:creationId xmlns:a16="http://schemas.microsoft.com/office/drawing/2014/main" id="{5CB079E8-DBD7-4A08-B74E-6852DF3F33E4}"/>
              </a:ext>
            </a:extLst>
          </p:cNvPr>
          <p:cNvSpPr>
            <a:spLocks xmlns:a="http://schemas.openxmlformats.org/drawingml/2006/main" noGrp="1"/>
          </p:cNvSpPr>
          <p:nvPr/>
        </p:nvSpPr>
        <p:spPr>
          <a:xfrm xmlns:a="http://schemas.openxmlformats.org/drawingml/2006/main" rot="0" flipH="0" flipV="0">
            <a:off x="7620000" y="2174983"/>
            <a:ext cx="729522" cy="971739"/>
          </a:xfrm>
          <a:prstGeom xmlns:a="http://schemas.openxmlformats.org/drawingml/2006/main" prst="rect">
            <a:avLst/>
          </a:prstGeom>
          <a:solidFill xmlns:a="http://schemas.openxmlformats.org/drawingml/2006/main">
            <a:srgbClr val="F3BC87"/>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33" name="Rectangle 9">
            <a:extLst xmlns:a="http://schemas.openxmlformats.org/drawingml/2006/main">
              <a:ext uri="{FF2B5EF4-FFF2-40B4-BE49-F238E27FC236}">
                <a16:creationId xmlns:a16="http://schemas.microsoft.com/office/drawing/2014/main" id="{4E7E0D8F-20D3-4012-B5E7-BBA487E31BFF}"/>
              </a:ext>
            </a:extLst>
          </p:cNvPr>
          <p:cNvSpPr>
            <a:spLocks xmlns:a="http://schemas.openxmlformats.org/drawingml/2006/main" noGrp="1"/>
          </p:cNvSpPr>
          <p:nvPr/>
        </p:nvSpPr>
        <p:spPr>
          <a:xfrm xmlns:a="http://schemas.openxmlformats.org/drawingml/2006/main" rot="0" flipH="0" flipV="0">
            <a:off x="7620000" y="3028735"/>
            <a:ext cx="729521" cy="1603272"/>
          </a:xfrm>
          <a:prstGeom xmlns:a="http://schemas.openxmlformats.org/drawingml/2006/main" prst="rect">
            <a:avLst/>
          </a:prstGeom>
          <a:solidFill xmlns:a="http://schemas.openxmlformats.org/drawingml/2006/main">
            <a:srgbClr val="E88C14"/>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34" name="Rectangle 11">
            <a:extLst xmlns:a="http://schemas.openxmlformats.org/drawingml/2006/main">
              <a:ext uri="{FF2B5EF4-FFF2-40B4-BE49-F238E27FC236}">
                <a16:creationId xmlns:a16="http://schemas.microsoft.com/office/drawing/2014/main" id="{168F2DA1-318A-4ADE-9A71-8CF267AC8A48}"/>
              </a:ext>
            </a:extLst>
          </p:cNvPr>
          <p:cNvSpPr>
            <a:spLocks xmlns:a="http://schemas.openxmlformats.org/drawingml/2006/main" noGrp="1"/>
          </p:cNvSpPr>
          <p:nvPr/>
        </p:nvSpPr>
        <p:spPr>
          <a:xfrm xmlns:a="http://schemas.openxmlformats.org/drawingml/2006/main" rot="0" flipH="0" flipV="0">
            <a:off x="7238999" y="522071"/>
            <a:ext cx="473687" cy="1706224"/>
          </a:xfrm>
          <a:prstGeom xmlns:a="http://schemas.openxmlformats.org/drawingml/2006/main" prst="rect">
            <a:avLst/>
          </a:prstGeom>
          <a:solidFill xmlns:a="http://schemas.openxmlformats.org/drawingml/2006/main">
            <a:srgbClr val="E669A2"/>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35" name="Rectangle 12">
            <a:extLst xmlns:a="http://schemas.openxmlformats.org/drawingml/2006/main">
              <a:ext uri="{FF2B5EF4-FFF2-40B4-BE49-F238E27FC236}">
                <a16:creationId xmlns:a16="http://schemas.microsoft.com/office/drawing/2014/main" id="{FD9C5CCA-F3B6-4BA0-B51A-E88B9A751E1D}"/>
              </a:ext>
            </a:extLst>
          </p:cNvPr>
          <p:cNvSpPr>
            <a:spLocks xmlns:a="http://schemas.openxmlformats.org/drawingml/2006/main" noGrp="1"/>
          </p:cNvSpPr>
          <p:nvPr/>
        </p:nvSpPr>
        <p:spPr>
          <a:xfrm xmlns:a="http://schemas.openxmlformats.org/drawingml/2006/main" rot="0" flipH="0" flipV="0">
            <a:off x="7238999" y="2174984"/>
            <a:ext cx="473687" cy="971739"/>
          </a:xfrm>
          <a:prstGeom xmlns:a="http://schemas.openxmlformats.org/drawingml/2006/main" prst="rect">
            <a:avLst/>
          </a:prstGeom>
          <a:solidFill xmlns:a="http://schemas.openxmlformats.org/drawingml/2006/main">
            <a:srgbClr val="DB4D56"/>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36" name="Rectangle 13">
            <a:extLst xmlns:a="http://schemas.openxmlformats.org/drawingml/2006/main">
              <a:ext uri="{FF2B5EF4-FFF2-40B4-BE49-F238E27FC236}">
                <a16:creationId xmlns:a16="http://schemas.microsoft.com/office/drawing/2014/main" id="{A4A40E08-4479-4CFD-B9E9-D09F7CFCF6A5}"/>
              </a:ext>
            </a:extLst>
          </p:cNvPr>
          <p:cNvSpPr>
            <a:spLocks xmlns:a="http://schemas.openxmlformats.org/drawingml/2006/main" noGrp="1"/>
          </p:cNvSpPr>
          <p:nvPr/>
        </p:nvSpPr>
        <p:spPr>
          <a:xfrm xmlns:a="http://schemas.openxmlformats.org/drawingml/2006/main" rot="0" flipH="0" flipV="0">
            <a:off x="7238999" y="3028735"/>
            <a:ext cx="473687" cy="1603272"/>
          </a:xfrm>
          <a:prstGeom xmlns:a="http://schemas.openxmlformats.org/drawingml/2006/main" prst="rect">
            <a:avLst/>
          </a:prstGeom>
          <a:solidFill xmlns:a="http://schemas.openxmlformats.org/drawingml/2006/main">
            <a:srgbClr val="D13A0D"/>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37" name="Rectangle 14">
            <a:extLst xmlns:a="http://schemas.openxmlformats.org/drawingml/2006/main">
              <a:ext uri="{FF2B5EF4-FFF2-40B4-BE49-F238E27FC236}">
                <a16:creationId xmlns:a16="http://schemas.microsoft.com/office/drawing/2014/main" id="{632340C6-FF8B-4CFC-85B9-1F7FFB83C67E}"/>
              </a:ext>
            </a:extLst>
          </p:cNvPr>
          <p:cNvSpPr>
            <a:spLocks xmlns:a="http://schemas.openxmlformats.org/drawingml/2006/main" noGrp="1"/>
          </p:cNvSpPr>
          <p:nvPr/>
        </p:nvSpPr>
        <p:spPr>
          <a:xfrm xmlns:a="http://schemas.openxmlformats.org/drawingml/2006/main" rot="0" flipH="0" flipV="0">
            <a:off x="1752601" y="494607"/>
            <a:ext cx="5622752" cy="1733688"/>
          </a:xfrm>
          <a:prstGeom xmlns:a="http://schemas.openxmlformats.org/drawingml/2006/main" prst="rect">
            <a:avLst/>
          </a:prstGeom>
          <a:solidFill xmlns:a="http://schemas.openxmlformats.org/drawingml/2006/main">
            <a:srgbClr val="D74021"/>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38" name="Rectangle 15">
            <a:extLst xmlns:a="http://schemas.openxmlformats.org/drawingml/2006/main">
              <a:ext uri="{FF2B5EF4-FFF2-40B4-BE49-F238E27FC236}">
                <a16:creationId xmlns:a16="http://schemas.microsoft.com/office/drawing/2014/main" id="{5D89332A-04CA-44AB-8788-F3D4926AEC70}"/>
              </a:ext>
            </a:extLst>
          </p:cNvPr>
          <p:cNvSpPr>
            <a:spLocks xmlns:a="http://schemas.openxmlformats.org/drawingml/2006/main" noGrp="1"/>
          </p:cNvSpPr>
          <p:nvPr/>
        </p:nvSpPr>
        <p:spPr>
          <a:xfrm xmlns:a="http://schemas.openxmlformats.org/drawingml/2006/main" rot="0" flipH="0" flipV="0">
            <a:off x="1752601" y="2174984"/>
            <a:ext cx="5622752" cy="971739"/>
          </a:xfrm>
          <a:prstGeom xmlns:a="http://schemas.openxmlformats.org/drawingml/2006/main" prst="rect">
            <a:avLst/>
          </a:prstGeom>
          <a:solidFill xmlns:a="http://schemas.openxmlformats.org/drawingml/2006/main">
            <a:srgbClr val="CD2F12"/>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39" name="Freeform 16">
            <a:extLst xmlns:a="http://schemas.openxmlformats.org/drawingml/2006/main">
              <a:ext uri="{FF2B5EF4-FFF2-40B4-BE49-F238E27FC236}">
                <a16:creationId xmlns:a16="http://schemas.microsoft.com/office/drawing/2014/main" id="{F6064E5B-1BB7-45D5-972F-829516F25880}"/>
              </a:ext>
            </a:extLst>
          </p:cNvPr>
          <p:cNvSpPr>
            <a:spLocks xmlns:a="http://schemas.openxmlformats.org/drawingml/2006/main" noGrp="1"/>
          </p:cNvSpPr>
          <p:nvPr/>
        </p:nvSpPr>
        <p:spPr>
          <a:xfrm xmlns:a="http://schemas.openxmlformats.org/drawingml/2006/main" rot="0" flipH="0" flipV="0">
            <a:off x="1752601" y="3028735"/>
            <a:ext cx="5622752" cy="1603272"/>
          </a:xfrm>
          <a:custGeom xmlns:a="http://schemas.openxmlformats.org/drawingml/2006/main">
            <a:rect l="0" t="0" r="r" b="b"/>
            <a:pathLst>
              <a:path w="3567" h="1340">
                <a:moveTo>
                  <a:pt x="0" y="0"/>
                </a:moveTo>
                <a:lnTo>
                  <a:pt x="3567" y="0"/>
                </a:lnTo>
                <a:lnTo>
                  <a:pt x="3567" y="1340"/>
                </a:lnTo>
                <a:lnTo>
                  <a:pt x="1372" y="1340"/>
                </a:lnTo>
                <a:lnTo>
                  <a:pt x="1372" y="181"/>
                </a:lnTo>
                <a:lnTo>
                  <a:pt x="0" y="181"/>
                </a:lnTo>
                <a:lnTo>
                  <a:pt x="0" y="0"/>
                </a:lnTo>
                <a:close/>
              </a:path>
            </a:pathLst>
          </a:custGeom>
          <a:solidFill xmlns:a="http://schemas.openxmlformats.org/drawingml/2006/main">
            <a:srgbClr val="C42303"/>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40" name="Rectangle 10">
            <a:extLst xmlns:a="http://schemas.openxmlformats.org/drawingml/2006/main">
              <a:ext uri="{FF2B5EF4-FFF2-40B4-BE49-F238E27FC236}">
                <a16:creationId xmlns:a16="http://schemas.microsoft.com/office/drawing/2014/main" id="{FB024C0D-6A42-420F-BBDF-88FFBB3D43BC}"/>
              </a:ext>
            </a:extLst>
          </p:cNvPr>
          <p:cNvSpPr>
            <a:spLocks xmlns:a="http://schemas.openxmlformats.org/drawingml/2006/main" noGrp="1"/>
          </p:cNvSpPr>
          <p:nvPr/>
        </p:nvSpPr>
        <p:spPr>
          <a:xfrm xmlns:a="http://schemas.openxmlformats.org/drawingml/2006/main" rot="0" flipH="0" flipV="0">
            <a:off x="1752601" y="1"/>
            <a:ext cx="5622752" cy="522070"/>
          </a:xfrm>
          <a:prstGeom xmlns:a="http://schemas.openxmlformats.org/drawingml/2006/main" prst="rect">
            <a:avLst/>
          </a:prstGeom>
          <a:solidFill xmlns:a="http://schemas.openxmlformats.org/drawingml/2006/main">
            <a:srgbClr val="EE9C34"/>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5" name="Title 1">
            <a:extLst xmlns:a="http://schemas.openxmlformats.org/drawingml/2006/main">
              <a:ext uri="{FF2B5EF4-FFF2-40B4-BE49-F238E27FC236}">
                <a16:creationId xmlns:a16="http://schemas.microsoft.com/office/drawing/2014/main" id="{F05AC22C-1060-45B2-840F-9D92847115D7}"/>
              </a:ext>
            </a:extLst>
          </p:cNvPr>
          <p:cNvSpPr>
            <a:spLocks xmlns:a="http://schemas.openxmlformats.org/drawingml/2006/main" noGrp="1"/>
          </p:cNvSpPr>
          <p:nvPr>
            <p:ph type="ctrTitle" idx="0" hasCustomPrompt="1"/>
          </p:nvPr>
        </p:nvSpPr>
        <p:spPr>
          <a:xfrm xmlns:a="http://schemas.openxmlformats.org/drawingml/2006/main">
            <a:off x="1895476" y="628650"/>
            <a:ext cx="5343525" cy="685800"/>
          </a:xfrm>
        </p:spPr>
        <p:txBody>
          <a:bodyPr xmlns:a="http://schemas.openxmlformats.org/drawingml/2006/main" anchor="t">
            <a:noAutofit/>
          </a:bodyPr>
          <a:lstStyle xmlns:a="http://schemas.openxmlformats.org/drawingml/2006/main">
            <a:lvl1pPr>
              <a:lnSpc>
                <a:spcPct val="90000"/>
              </a:lnSpc>
              <a:buNone/>
              <a:defRPr sz="2400" b="1" i="1" baseline="0">
                <a:solidFill>
                  <a:schemeClr val="bg1"/>
                </a:solidFill>
              </a:defRPr>
            </a:lvl1pPr>
          </a:lstStyle>
          <a:p xmlns:a="http://schemas.openxmlformats.org/drawingml/2006/main">
            <a:r>
              <a:t>Enterprise commerce project</a:t>
            </a:r>
          </a:p>
        </p:txBody>
      </p:sp>
      <p:sp>
        <p:nvSpPr>
          <p:cNvPr id="18" name="Subtitle 2">
            <a:extLst xmlns:a="http://schemas.openxmlformats.org/drawingml/2006/main">
              <a:ext uri="{FF2B5EF4-FFF2-40B4-BE49-F238E27FC236}">
                <a16:creationId xmlns:a16="http://schemas.microsoft.com/office/drawing/2014/main" id="{2D16E0AA-0378-472D-8B1F-2DD5F3D5A3C5}"/>
              </a:ext>
            </a:extLst>
          </p:cNvPr>
          <p:cNvSpPr>
            <a:spLocks xmlns:a="http://schemas.openxmlformats.org/drawingml/2006/main" noGrp="1"/>
          </p:cNvSpPr>
          <p:nvPr>
            <p:ph type="subTitle" idx="1" hasCustomPrompt="1"/>
          </p:nvPr>
        </p:nvSpPr>
        <p:spPr>
          <a:xfrm xmlns:a="http://schemas.openxmlformats.org/drawingml/2006/main">
            <a:off x="1895476" y="2171700"/>
            <a:ext cx="5343525" cy="685801"/>
          </a:xfrm>
        </p:spPr>
        <p:txBody>
          <a:bodyPr xmlns:a="http://schemas.openxmlformats.org/drawingml/2006/main">
            <a:noAutofit/>
          </a:bodyPr>
          <a:lstStyle xmlns:a="http://schemas.openxmlformats.org/drawingml/2006/main">
            <a:lvl1pPr marL="0" indent="0" algn="l">
              <a:lnSpc>
                <a:spcPct val="90000"/>
              </a:lnSpc>
              <a:spcAft>
                <a:spcPts val="0"/>
              </a:spcAft>
              <a:buNone/>
              <a:defRPr sz="2400" b="0" i="0" baseline="0">
                <a:solidFill>
                  <a:schemeClr val="bg1"/>
                </a:solidFill>
                <a:latin typeface="+mj-lt"/>
                <a:ea typeface="+mj-lt"/>
                <a:cs typeface="+mj-lt"/>
              </a:defRPr>
            </a:lvl1pPr>
            <a:lvl2pPr marL="0" indent="0" algn="l">
              <a:buNone/>
              <a:defRPr sz="1350">
                <a:solidFill>
                  <a:schemeClr val="bg1"/>
                </a:solidFill>
                <a:latin typeface="+mj-lt"/>
                <a:ea typeface="+mj-lt"/>
                <a:cs typeface="+mj-lt"/>
              </a:defRPr>
            </a:lvl2pPr>
            <a:lvl3pPr marL="342900" indent="0" algn="l">
              <a:buNone/>
              <a:defRPr sz="1350">
                <a:solidFill>
                  <a:schemeClr val="bg1"/>
                </a:solidFill>
                <a:latin typeface="+mj-lt"/>
                <a:ea typeface="+mj-lt"/>
                <a:cs typeface="+mj-lt"/>
              </a:defRPr>
            </a:lvl3pPr>
            <a:lvl4pPr marL="685800" indent="0" algn="l">
              <a:buNone/>
              <a:defRPr sz="1350">
                <a:solidFill>
                  <a:schemeClr val="bg1"/>
                </a:solidFill>
                <a:latin typeface="+mj-lt"/>
                <a:ea typeface="+mj-lt"/>
                <a:cs typeface="+mj-lt"/>
              </a:defRPr>
            </a:lvl4pPr>
            <a:lvl5pPr marL="1028700" indent="0" algn="l">
              <a:buNone/>
              <a:defRPr sz="1350">
                <a:solidFill>
                  <a:schemeClr val="bg1"/>
                </a:solidFill>
                <a:latin typeface="+mj-lt"/>
                <a:ea typeface="+mj-lt"/>
                <a:cs typeface="+mj-lt"/>
              </a:defRPr>
            </a:lvl5pPr>
            <a:lvl6pPr marL="1371600" indent="0" algn="l">
              <a:buNone/>
              <a:defRPr sz="1350">
                <a:solidFill>
                  <a:schemeClr val="bg1"/>
                </a:solidFill>
                <a:latin typeface="+mj-lt"/>
                <a:ea typeface="+mj-lt"/>
                <a:cs typeface="+mj-lt"/>
              </a:defRPr>
            </a:lvl6pPr>
            <a:lvl7pPr marL="1714500" indent="0" algn="l">
              <a:buNone/>
              <a:defRPr sz="1350">
                <a:solidFill>
                  <a:schemeClr val="bg1"/>
                </a:solidFill>
                <a:latin typeface="+mj-lt"/>
                <a:ea typeface="+mj-lt"/>
                <a:cs typeface="+mj-lt"/>
              </a:defRPr>
            </a:lvl7pPr>
            <a:lvl8pPr marL="2057400" indent="0" algn="l">
              <a:buNone/>
              <a:defRPr sz="1350">
                <a:solidFill>
                  <a:schemeClr val="bg1"/>
                </a:solidFill>
                <a:latin typeface="+mj-lt"/>
                <a:ea typeface="+mj-lt"/>
                <a:cs typeface="+mj-lt"/>
              </a:defRPr>
            </a:lvl8pPr>
            <a:lvl9pPr marL="2400300" indent="0" algn="l">
              <a:buNone/>
              <a:defRPr sz="1350">
                <a:solidFill>
                  <a:schemeClr val="bg1"/>
                </a:solidFill>
                <a:latin typeface="+mj-lt"/>
                <a:ea typeface="+mj-lt"/>
                <a:cs typeface="+mj-lt"/>
              </a:defRPr>
            </a:lvl9pPr>
          </a:lstStyle>
          <a:p xmlns:a="http://schemas.openxmlformats.org/drawingml/2006/main">
            <a:r>
              <a:t>Enterprise commerce project</a:t>
            </a:r>
          </a:p>
        </p:txBody>
      </p:sp>
      <p:sp>
        <p:nvSpPr>
          <p:cNvPr id="21" name="Text Placeholder 31">
            <a:extLst xmlns:a="http://schemas.openxmlformats.org/drawingml/2006/main">
              <a:ext uri="{FF2B5EF4-FFF2-40B4-BE49-F238E27FC236}">
                <a16:creationId xmlns:a16="http://schemas.microsoft.com/office/drawing/2014/main" id="{BE8E687E-5DF9-49B7-87F9-E024BA12C899}"/>
              </a:ext>
            </a:extLst>
          </p:cNvPr>
          <p:cNvSpPr>
            <a:spLocks xmlns:a="http://schemas.openxmlformats.org/drawingml/2006/main" noGrp="1"/>
          </p:cNvSpPr>
          <p:nvPr>
            <p:ph type="body" idx="10" hasCustomPrompt="1"/>
          </p:nvPr>
        </p:nvSpPr>
        <p:spPr>
          <a:xfrm xmlns:a="http://schemas.openxmlformats.org/drawingml/2006/main">
            <a:off x="1895475" y="281178"/>
            <a:ext cx="4105656" cy="109728"/>
          </a:xfrm>
        </p:spPr>
        <p:txBody>
          <a:bodyPr xmlns:a="http://schemas.openxmlformats.org/drawingml/2006/main"/>
          <a:lstStyle xmlns:a="http://schemas.openxmlformats.org/drawingml/2006/main">
            <a:lvl1pPr>
              <a:buNone/>
              <a:defRPr sz="825">
                <a:solidFill>
                  <a:schemeClr val="bg1"/>
                </a:solidFill>
                <a:latin typeface="Arial"/>
                <a:ea typeface="Arial"/>
                <a:cs typeface="Arial"/>
              </a:defRPr>
            </a:lvl1pPr>
            <a:lvl2pPr>
              <a:buNone/>
              <a:defRPr sz="750">
                <a:solidFill>
                  <a:schemeClr val="bg1"/>
                </a:solidFill>
                <a:latin typeface="Arial"/>
                <a:ea typeface="Arial"/>
                <a:cs typeface="Arial"/>
              </a:defRPr>
            </a:lvl2pPr>
            <a:lvl3pPr>
              <a:buNone/>
              <a:defRPr sz="750">
                <a:solidFill>
                  <a:schemeClr val="bg1"/>
                </a:solidFill>
                <a:latin typeface="Arial"/>
                <a:ea typeface="Arial"/>
                <a:cs typeface="Arial"/>
              </a:defRPr>
            </a:lvl3pPr>
            <a:lvl4pPr>
              <a:buNone/>
              <a:defRPr sz="750">
                <a:solidFill>
                  <a:schemeClr val="bg1"/>
                </a:solidFill>
                <a:latin typeface="Arial"/>
                <a:ea typeface="Arial"/>
                <a:cs typeface="Arial"/>
              </a:defRPr>
            </a:lvl4pPr>
            <a:lvl5pPr>
              <a:buNone/>
              <a:defRPr sz="750">
                <a:solidFill>
                  <a:schemeClr val="bg1"/>
                </a:solidFill>
                <a:latin typeface="Arial"/>
                <a:ea typeface="Arial"/>
                <a:cs typeface="Arial"/>
              </a:defRPr>
            </a:lvl5pPr>
          </a:lstStyle>
          <a:p xmlns:a="http://schemas.openxmlformats.org/drawingml/2006/main">
            <a:pPr lvl="0">
              <a:buNone/>
            </a:pPr>
            <a:r>
              <a:t>Enterprise commerce project</a:t>
            </a:r>
          </a:p>
        </p:txBody>
      </p:sp>
      <p:sp>
        <p:nvSpPr>
          <p:cNvPr id="17" name="Rectangle 37">
            <a:extLst xmlns:a="http://schemas.openxmlformats.org/drawingml/2006/main">
              <a:ext uri="{FF2B5EF4-FFF2-40B4-BE49-F238E27FC236}">
                <a16:creationId xmlns:a16="http://schemas.microsoft.com/office/drawing/2014/main" id="{A342B543-6C69-418F-AE65-751FDEA6DF65}"/>
              </a:ext>
            </a:extLst>
          </p:cNvPr>
          <p:cNvSpPr>
            <a:spLocks xmlns:a="http://schemas.openxmlformats.org/drawingml/2006/main" noGrp="1"/>
          </p:cNvSpPr>
          <p:nvPr/>
        </p:nvSpPr>
        <p:spPr>
          <a:xfrm xmlns:a="http://schemas.openxmlformats.org/drawingml/2006/main" rot="0" flipH="0" flipV="0">
            <a:off x="1524116" y="4628244"/>
            <a:ext cx="228600" cy="39484"/>
          </a:xfrm>
          <a:prstGeom xmlns:a="http://schemas.openxmlformats.org/drawingml/2006/main" prst="rect">
            <a:avLst/>
          </a:prstGeom>
          <a:solidFill xmlns:a="http://schemas.openxmlformats.org/drawingml/2006/main">
            <a:srgbClr val="A10000"/>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20" name="Freeform 7">
            <a:extLst xmlns:a="http://schemas.openxmlformats.org/drawingml/2006/main">
              <a:ext uri="{FF2B5EF4-FFF2-40B4-BE49-F238E27FC236}">
                <a16:creationId xmlns:a16="http://schemas.microsoft.com/office/drawing/2014/main" id="{C29AACFE-7774-453F-A56A-4AE4CC2F23CA}"/>
              </a:ext>
            </a:extLst>
          </p:cNvPr>
          <p:cNvSpPr>
            <a:spLocks xmlns:a="http://schemas.openxmlformats.org/drawingml/2006/main" noGrp="1"/>
          </p:cNvSpPr>
          <p:nvPr/>
        </p:nvSpPr>
        <p:spPr>
          <a:xfrm xmlns:a="http://schemas.openxmlformats.org/drawingml/2006/main" rot="0" flipH="0" flipV="0">
            <a:off x="968592" y="4769861"/>
            <a:ext cx="914400" cy="258492"/>
          </a:xfrm>
          <a:custGeom xmlns:a="http://schemas.openxmlformats.org/drawingml/2006/main">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xmlns:a="http://schemas.openxmlformats.org/drawingml/2006/main">
            <a:srgbClr val="000000"/>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Tree>
  </p:cSld>
</p:sldLayout>
</file>

<file path=ppt/slideLayouts/slideLayout14.xml><?xml version="1.0" encoding="utf-8"?>
<p:sldLayout xmlns:p="http://schemas.openxmlformats.org/presentationml/2006/main" preserve="1">
  <p:cSld name="Content: On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BFD24F-30F7-4FAC-9458-2A73275A3E34}"/>
              </a:ext>
            </a:extLst>
          </p:cNvPr>
          <p:cNvSpPr>
            <a:spLocks xmlns:a="http://schemas.openxmlformats.org/drawingml/2006/main" noGrp="1"/>
          </p:cNvSpPr>
          <p:nvPr>
            <p:ph type="title" idx="0"/>
          </p:nvPr>
        </p:nvSpPr>
        <p:spPr>
          <a:xfrm xmlns:a="http://schemas.openxmlformats.org/drawingml/2006/main">
            <a:off x="533400" y="514350"/>
            <a:ext cx="8077200" cy="685800"/>
          </a:xfrm>
        </p:spPr>
        <p:txBody>
          <a:bodyPr xmlns:a="http://schemas.openxmlformats.org/drawingml/2006/main"/>
          <a:lstStyle xmlns:a="http://schemas.openxmlformats.org/drawingml/2006/main">
            <a:lvl1pPr>
              <a:buNone/>
              <a:defRPr/>
            </a:lvl1pPr>
          </a:lstStyle>
          <a:p xmlns:a="http://schemas.openxmlformats.org/drawingml/2006/main">
            <a:r>
              <a:t>GlobalCommerce</a:t>
            </a:r>
            <a:endParaRPr/>
          </a:p>
        </p:txBody>
      </p:sp>
      <p:sp>
        <p:nvSpPr>
          <p:cNvPr id="31" name="Content Placeholder 26">
            <a:extLst xmlns:a="http://schemas.openxmlformats.org/drawingml/2006/main">
              <a:ext uri="{FF2B5EF4-FFF2-40B4-BE49-F238E27FC236}">
                <a16:creationId xmlns:a16="http://schemas.microsoft.com/office/drawing/2014/main" id="{7CBCBF50-9D02-46BA-A5A0-F58C555F3B9D}"/>
              </a:ext>
            </a:extLst>
          </p:cNvPr>
          <p:cNvSpPr>
            <a:spLocks xmlns:a="http://schemas.openxmlformats.org/drawingml/2006/main" noGrp="1"/>
          </p:cNvSpPr>
          <p:nvPr>
            <p:ph idx="15"/>
          </p:nvPr>
        </p:nvSpPr>
        <p:spPr>
          <a:xfrm xmlns:a="http://schemas.openxmlformats.org/drawingml/2006/main">
            <a:off x="533400" y="1314450"/>
            <a:ext cx="8077200" cy="3314700"/>
          </a:xfrm>
        </p:spPr>
        <p:txBody>
          <a:bodyPr xmlns:a="http://schemas.openxmlformats.org/drawingml/2006/main"/>
          <a:lstStyle xmlns:a="http://schemas.openxmlformats.org/drawingml/2006/main">
            <a:lvl1pPr>
              <a:buNone/>
              <a:defRPr baseline="0"/>
            </a:lvl1pPr>
          </a:lstStyle>
          <a:p xmlns:a="http://schemas.openxmlformats.org/drawingml/2006/main">
            <a:pPr lvl="0">
              <a:buNone/>
            </a:pPr>
            <a:r>
              <a:t>Enterprise commerce project</a:t>
            </a:r>
          </a:p>
        </p:txBody>
      </p:sp>
      <p:sp>
        <p:nvSpPr>
          <p:cNvPr id="27" name="Footer Placeholder 4">
            <a:extLst xmlns:a="http://schemas.openxmlformats.org/drawingml/2006/main">
              <a:ext uri="{FF2B5EF4-FFF2-40B4-BE49-F238E27FC236}">
                <a16:creationId xmlns:a16="http://schemas.microsoft.com/office/drawing/2014/main" id="{DE9DFCFB-0E19-4E34-B441-E1460BE005D2}"/>
              </a:ext>
            </a:extLst>
          </p:cNvPr>
          <p:cNvSpPr>
            <a:spLocks xmlns:a="http://schemas.openxmlformats.org/drawingml/2006/main" noGrp="1"/>
          </p:cNvSpPr>
          <p:nvPr>
            <p:ph type="ftr" idx="3"/>
          </p:nvPr>
        </p:nvSpPr>
        <p:spPr>
          <a:xfrm xmlns:a="http://schemas.openxmlformats.org/drawingml/2006/main">
            <a:off x="533400" y="4743450"/>
            <a:ext cx="5257800" cy="11430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l">
              <a:buNone/>
              <a:defRPr sz="750">
                <a:solidFill>
                  <a:schemeClr val="tx1"/>
                </a:solidFill>
                <a:latin typeface="Arial"/>
                <a:ea typeface="Arial"/>
                <a:cs typeface="Arial"/>
              </a:defRPr>
            </a:lvl1pPr>
          </a:lstStyle>
          <a:p xmlns:a="http://schemas.openxmlformats.org/drawingml/2006/main">
            <a:r>
              <a:t>Enterprise commerce project</a:t>
            </a:r>
            <a:endParaRPr>
              <a:solidFill>
                <a:srgbClr val="000000"/>
              </a:solidFill>
            </a:endParaRPr>
          </a:p>
        </p:txBody>
      </p:sp>
      <p:cxnSp>
        <p:nvCxnSpPr>
          <p:cNvPr id="39" name="Shape 14"/>
          <p:cNvCxnSpPr/>
          <p:nvPr/>
        </p:nvCxnSpPr>
        <p:spPr>
          <a:xfrm xmlns:a="http://schemas.openxmlformats.org/drawingml/2006/main" rot="5400000" flipH="1" flipV="1">
            <a:off x="4438652" y="-3600450"/>
            <a:ext cx="114299" cy="8229600"/>
          </a:xfrm>
          <a:prstGeom xmlns:a="http://schemas.openxmlformats.org/drawingml/2006/main" prst="bentConnector2">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9" name="Slide Number Placeholder 5">
            <a:extLst xmlns:a="http://schemas.openxmlformats.org/drawingml/2006/main">
              <a:ext uri="{FF2B5EF4-FFF2-40B4-BE49-F238E27FC236}">
                <a16:creationId xmlns:a16="http://schemas.microsoft.com/office/drawing/2014/main" id="{9CEFDD8B-987B-448D-A60D-8DA628E0CCF5}"/>
              </a:ext>
            </a:extLst>
          </p:cNvPr>
          <p:cNvSpPr>
            <a:spLocks xmlns:a="http://schemas.openxmlformats.org/drawingml/2006/main" noGrp="1"/>
          </p:cNvSpPr>
          <p:nvPr>
            <p:ph type="sldNum" idx="4"/>
          </p:nvPr>
        </p:nvSpPr>
        <p:spPr>
          <a:xfrm xmlns:a="http://schemas.openxmlformats.org/drawingml/2006/main">
            <a:off x="7086600" y="4857750"/>
            <a:ext cx="1527048"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fld id="{DD80CA47-2CC1-5762-B8A6-43F3F75358E0}" type="slidenum">
              <a:rPr>
                <a:solidFill>
                  <a:srgbClr val="000000"/>
                </a:solidFill>
              </a:rPr>
              <a:t>Enterprise commerce project</a:t>
            </a:fld>
            <a:endParaRPr>
              <a:solidFill>
                <a:srgbClr val="000000"/>
              </a:solidFill>
            </a:endParaRPr>
          </a:p>
        </p:txBody>
      </p:sp>
      <p:sp>
        <p:nvSpPr>
          <p:cNvPr id="10" name="Date Placeholder 3">
            <a:extLst xmlns:a="http://schemas.openxmlformats.org/drawingml/2006/main">
              <a:ext uri="{FF2B5EF4-FFF2-40B4-BE49-F238E27FC236}">
                <a16:creationId xmlns:a16="http://schemas.microsoft.com/office/drawing/2014/main" id="{F439671C-3E65-4A66-A3F9-440F3535644A}"/>
              </a:ext>
            </a:extLst>
          </p:cNvPr>
          <p:cNvSpPr>
            <a:spLocks xmlns:a="http://schemas.openxmlformats.org/drawingml/2006/main" noGrp="1"/>
          </p:cNvSpPr>
          <p:nvPr>
            <p:ph type="dt" idx="2"/>
          </p:nvPr>
        </p:nvSpPr>
        <p:spPr>
          <a:xfrm xmlns:a="http://schemas.openxmlformats.org/drawingml/2006/main">
            <a:off x="7086600" y="4743450"/>
            <a:ext cx="1524000"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r>
              <a:t>Enterprise commerce project</a:t>
            </a:r>
            <a:endParaRPr>
              <a:solidFill>
                <a:srgbClr val="000000"/>
              </a:solidFill>
            </a:endParaRPr>
          </a:p>
        </p:txBody>
      </p:sp>
    </p:spTree>
  </p:cSld>
</p:sldLayout>
</file>

<file path=ppt/slideLayouts/slideLayout15.xml><?xml version="1.0" encoding="utf-8"?>
<p:sldLayout xmlns:p="http://schemas.openxmlformats.org/presentationml/2006/main" preserve="1">
  <p:cSld name="Content: Two">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B0F787-4354-4137-85D4-F016602F8015}"/>
              </a:ext>
            </a:extLst>
          </p:cNvPr>
          <p:cNvSpPr>
            <a:spLocks xmlns:a="http://schemas.openxmlformats.org/drawingml/2006/main" noGrp="1"/>
          </p:cNvSpPr>
          <p:nvPr>
            <p:ph type="title" idx="0"/>
          </p:nvPr>
        </p:nvSpPr>
        <p:spPr>
          <a:xfrm xmlns:a="http://schemas.openxmlformats.org/drawingml/2006/main">
            <a:off x="533400" y="514350"/>
            <a:ext cx="8077200" cy="685800"/>
          </a:xfrm>
        </p:spPr>
        <p:txBody>
          <a:bodyPr xmlns:a="http://schemas.openxmlformats.org/drawingml/2006/main"/>
          <a:lstStyle xmlns:a="http://schemas.openxmlformats.org/drawingml/2006/main"/>
          <a:p xmlns:a="http://schemas.openxmlformats.org/drawingml/2006/main">
            <a:r>
              <a:t>GlobalCommerce</a:t>
            </a:r>
            <a:endParaRPr/>
          </a:p>
        </p:txBody>
      </p:sp>
      <p:sp>
        <p:nvSpPr>
          <p:cNvPr id="28" name="Content Placeholder 26">
            <a:extLst xmlns:a="http://schemas.openxmlformats.org/drawingml/2006/main">
              <a:ext uri="{FF2B5EF4-FFF2-40B4-BE49-F238E27FC236}">
                <a16:creationId xmlns:a16="http://schemas.microsoft.com/office/drawing/2014/main" id="{2CC3D2EB-73F3-422E-8E4A-58D6C903C002}"/>
              </a:ext>
            </a:extLst>
          </p:cNvPr>
          <p:cNvSpPr>
            <a:spLocks xmlns:a="http://schemas.openxmlformats.org/drawingml/2006/main" noGrp="1"/>
          </p:cNvSpPr>
          <p:nvPr>
            <p:ph idx="14"/>
          </p:nvPr>
        </p:nvSpPr>
        <p:spPr>
          <a:xfrm xmlns:a="http://schemas.openxmlformats.org/drawingml/2006/main">
            <a:off x="533400" y="1314451"/>
            <a:ext cx="3962400" cy="3314699"/>
          </a:xfrm>
        </p:spPr>
        <p:txBody>
          <a:bodyPr xmlns:a="http://schemas.openxmlformats.org/drawingml/2006/main"/>
          <a:lstStyle xmlns:a="http://schemas.openxmlformats.org/drawingml/2006/main"/>
          <a:p xmlns:a="http://schemas.openxmlformats.org/drawingml/2006/main">
            <a:pPr lvl="0">
              <a:buNone/>
            </a:pPr>
            <a:r>
              <a:t>Enterprise commerce project</a:t>
            </a:r>
          </a:p>
        </p:txBody>
      </p:sp>
      <p:sp>
        <p:nvSpPr>
          <p:cNvPr id="31" name="Content Placeholder 26">
            <a:extLst xmlns:a="http://schemas.openxmlformats.org/drawingml/2006/main">
              <a:ext uri="{FF2B5EF4-FFF2-40B4-BE49-F238E27FC236}">
                <a16:creationId xmlns:a16="http://schemas.microsoft.com/office/drawing/2014/main" id="{F7B0E3E0-3B73-4EBD-810A-2EC362657FC4}"/>
              </a:ext>
            </a:extLst>
          </p:cNvPr>
          <p:cNvSpPr>
            <a:spLocks xmlns:a="http://schemas.openxmlformats.org/drawingml/2006/main" noGrp="1"/>
          </p:cNvSpPr>
          <p:nvPr>
            <p:ph idx="15"/>
          </p:nvPr>
        </p:nvSpPr>
        <p:spPr>
          <a:xfrm xmlns:a="http://schemas.openxmlformats.org/drawingml/2006/main">
            <a:off x="4648202" y="1314450"/>
            <a:ext cx="3962399" cy="3314700"/>
          </a:xfrm>
        </p:spPr>
        <p:txBody>
          <a:bodyPr xmlns:a="http://schemas.openxmlformats.org/drawingml/2006/main"/>
          <a:lstStyle xmlns:a="http://schemas.openxmlformats.org/drawingml/2006/main"/>
          <a:p xmlns:a="http://schemas.openxmlformats.org/drawingml/2006/main">
            <a:pPr lvl="0">
              <a:buNone/>
            </a:pPr>
            <a:r>
              <a:t>Enterprise commerce project</a:t>
            </a:r>
          </a:p>
        </p:txBody>
      </p:sp>
      <p:sp>
        <p:nvSpPr>
          <p:cNvPr id="32" name="Footer Placeholder 4">
            <a:extLst xmlns:a="http://schemas.openxmlformats.org/drawingml/2006/main">
              <a:ext uri="{FF2B5EF4-FFF2-40B4-BE49-F238E27FC236}">
                <a16:creationId xmlns:a16="http://schemas.microsoft.com/office/drawing/2014/main" id="{AB1FC105-66D9-41D9-94EC-95C5B2842E01}"/>
              </a:ext>
            </a:extLst>
          </p:cNvPr>
          <p:cNvSpPr>
            <a:spLocks xmlns:a="http://schemas.openxmlformats.org/drawingml/2006/main" noGrp="1"/>
          </p:cNvSpPr>
          <p:nvPr>
            <p:ph type="ftr" idx="3"/>
          </p:nvPr>
        </p:nvSpPr>
        <p:spPr>
          <a:xfrm xmlns:a="http://schemas.openxmlformats.org/drawingml/2006/main">
            <a:off x="533400" y="4743450"/>
            <a:ext cx="5257800" cy="11430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l">
              <a:buNone/>
              <a:defRPr sz="750">
                <a:solidFill>
                  <a:schemeClr val="tx1"/>
                </a:solidFill>
                <a:latin typeface="Arial"/>
                <a:ea typeface="Arial"/>
                <a:cs typeface="Arial"/>
              </a:defRPr>
            </a:lvl1pPr>
          </a:lstStyle>
          <a:p xmlns:a="http://schemas.openxmlformats.org/drawingml/2006/main">
            <a:r>
              <a:t>Enterprise commerce project</a:t>
            </a:r>
            <a:endParaRPr>
              <a:solidFill>
                <a:srgbClr val="000000"/>
              </a:solidFill>
            </a:endParaRPr>
          </a:p>
        </p:txBody>
      </p:sp>
      <p:cxnSp>
        <p:nvCxnSpPr>
          <p:cNvPr id="72" name="Shape 61"/>
          <p:cNvCxnSpPr/>
          <p:nvPr/>
        </p:nvCxnSpPr>
        <p:spPr>
          <a:xfrm xmlns:a="http://schemas.openxmlformats.org/drawingml/2006/main" rot="5400000" flipH="1" flipV="1">
            <a:off x="4438652" y="-3600450"/>
            <a:ext cx="114299" cy="8229600"/>
          </a:xfrm>
          <a:prstGeom xmlns:a="http://schemas.openxmlformats.org/drawingml/2006/main" prst="bentConnector2">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0" name="Slide Number Placeholder 5">
            <a:extLst xmlns:a="http://schemas.openxmlformats.org/drawingml/2006/main">
              <a:ext uri="{FF2B5EF4-FFF2-40B4-BE49-F238E27FC236}">
                <a16:creationId xmlns:a16="http://schemas.microsoft.com/office/drawing/2014/main" id="{3E1172B7-E834-4B65-8065-B42C90444678}"/>
              </a:ext>
            </a:extLst>
          </p:cNvPr>
          <p:cNvSpPr>
            <a:spLocks xmlns:a="http://schemas.openxmlformats.org/drawingml/2006/main" noGrp="1"/>
          </p:cNvSpPr>
          <p:nvPr>
            <p:ph type="sldNum" idx="4"/>
          </p:nvPr>
        </p:nvSpPr>
        <p:spPr>
          <a:xfrm xmlns:a="http://schemas.openxmlformats.org/drawingml/2006/main">
            <a:off x="7086600" y="4857750"/>
            <a:ext cx="1527048"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fld id="{DD80CA47-2CC1-5762-B8A6-43F3F75358E0}" type="slidenum">
              <a:rPr>
                <a:solidFill>
                  <a:srgbClr val="000000"/>
                </a:solidFill>
              </a:rPr>
              <a:t>Enterprise commerce project</a:t>
            </a:fld>
            <a:endParaRPr>
              <a:solidFill>
                <a:srgbClr val="000000"/>
              </a:solidFill>
            </a:endParaRPr>
          </a:p>
        </p:txBody>
      </p:sp>
      <p:sp>
        <p:nvSpPr>
          <p:cNvPr id="11" name="Date Placeholder 3">
            <a:extLst xmlns:a="http://schemas.openxmlformats.org/drawingml/2006/main">
              <a:ext uri="{FF2B5EF4-FFF2-40B4-BE49-F238E27FC236}">
                <a16:creationId xmlns:a16="http://schemas.microsoft.com/office/drawing/2014/main" id="{A8916024-85D0-4F2C-94AA-9E2FC9E514B3}"/>
              </a:ext>
            </a:extLst>
          </p:cNvPr>
          <p:cNvSpPr>
            <a:spLocks xmlns:a="http://schemas.openxmlformats.org/drawingml/2006/main" noGrp="1"/>
          </p:cNvSpPr>
          <p:nvPr>
            <p:ph type="dt" idx="2"/>
          </p:nvPr>
        </p:nvSpPr>
        <p:spPr>
          <a:xfrm xmlns:a="http://schemas.openxmlformats.org/drawingml/2006/main">
            <a:off x="7086600" y="4743450"/>
            <a:ext cx="1524000"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r>
              <a:t>Enterprise commerce project</a:t>
            </a:r>
            <a:endParaRPr>
              <a:solidFill>
                <a:srgbClr val="000000"/>
              </a:solidFill>
            </a:endParaRPr>
          </a:p>
        </p:txBody>
      </p:sp>
      <p:sp>
        <p:nvSpPr>
          <p:cNvPr id="12" name="PwCFirm">
            <a:extLst xmlns:a="http://schemas.openxmlformats.org/drawingml/2006/main">
              <a:ext uri="{FF2B5EF4-FFF2-40B4-BE49-F238E27FC236}">
                <a16:creationId xmlns:a16="http://schemas.microsoft.com/office/drawing/2014/main" id="{29750168-A382-48BB-AFEB-E7E568885016}"/>
              </a:ext>
            </a:extLst>
          </p:cNvPr>
          <p:cNvSpPr>
            <a:spLocks xmlns:a="http://schemas.openxmlformats.org/drawingml/2006/main" noGrp="1"/>
          </p:cNvSpPr>
          <p:nvPr/>
        </p:nvSpPr>
        <p:spPr>
          <a:xfrm xmlns:a="http://schemas.openxmlformats.org/drawingml/2006/main">
            <a:off x="533400" y="4857750"/>
            <a:ext cx="2590800" cy="114301"/>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spcBef>
                <a:spcPts val="0"/>
              </a:spcBef>
              <a:spcAft>
                <a:spcPts val="0"/>
              </a:spcAft>
              <a:buNone/>
            </a:pPr>
            <a:r>
              <a:rPr sz="750">
                <a:solidFill>
                  <a:srgbClr val="000000"/>
                </a:solidFill>
                <a:latin typeface="Arial"/>
                <a:ea typeface="Arial"/>
                <a:cs typeface="Arial"/>
              </a:rPr>
              <a:t>PwC</a:t>
            </a:r>
          </a:p>
        </p:txBody>
      </p:sp>
    </p:spTree>
  </p:cSld>
</p:sldLayout>
</file>

<file path=ppt/slideLayouts/slideLayout16.xml><?xml version="1.0" encoding="utf-8"?>
<p:sldLayout xmlns:p="http://schemas.openxmlformats.org/presentationml/2006/main" preserve="1">
  <p:cSld name="Content: Thre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35DD29-1D41-41BB-A465-9120FC318197}"/>
              </a:ext>
            </a:extLst>
          </p:cNvPr>
          <p:cNvSpPr>
            <a:spLocks xmlns:a="http://schemas.openxmlformats.org/drawingml/2006/main" noGrp="1"/>
          </p:cNvSpPr>
          <p:nvPr>
            <p:ph type="title" idx="0"/>
          </p:nvPr>
        </p:nvSpPr>
        <p:spPr>
          <a:xfrm xmlns:a="http://schemas.openxmlformats.org/drawingml/2006/main">
            <a:off x="533400" y="514351"/>
            <a:ext cx="8077200" cy="685800"/>
          </a:xfrm>
        </p:spPr>
        <p:txBody>
          <a:bodyPr xmlns:a="http://schemas.openxmlformats.org/drawingml/2006/main"/>
          <a:lstStyle xmlns:a="http://schemas.openxmlformats.org/drawingml/2006/main"/>
          <a:p xmlns:a="http://schemas.openxmlformats.org/drawingml/2006/main">
            <a:r>
              <a:t>GlobalCommerce</a:t>
            </a:r>
            <a:endParaRPr/>
          </a:p>
        </p:txBody>
      </p:sp>
      <p:sp>
        <p:nvSpPr>
          <p:cNvPr id="27" name="Content Placeholder 26">
            <a:extLst xmlns:a="http://schemas.openxmlformats.org/drawingml/2006/main">
              <a:ext uri="{FF2B5EF4-FFF2-40B4-BE49-F238E27FC236}">
                <a16:creationId xmlns:a16="http://schemas.microsoft.com/office/drawing/2014/main" id="{0AAE00FD-C061-4A82-B81C-A5887CF9B71F}"/>
              </a:ext>
            </a:extLst>
          </p:cNvPr>
          <p:cNvSpPr>
            <a:spLocks xmlns:a="http://schemas.openxmlformats.org/drawingml/2006/main" noGrp="1"/>
          </p:cNvSpPr>
          <p:nvPr>
            <p:ph idx="13"/>
          </p:nvPr>
        </p:nvSpPr>
        <p:spPr>
          <a:xfrm xmlns:a="http://schemas.openxmlformats.org/drawingml/2006/main">
            <a:off x="533400" y="1314451"/>
            <a:ext cx="2590800" cy="3314699"/>
          </a:xfrm>
        </p:spPr>
        <p:txBody>
          <a:bodyPr xmlns:a="http://schemas.openxmlformats.org/drawingml/2006/main"/>
          <a:lstStyle xmlns:a="http://schemas.openxmlformats.org/drawingml/2006/main"/>
          <a:p xmlns:a="http://schemas.openxmlformats.org/drawingml/2006/main">
            <a:pPr lvl="0">
              <a:buNone/>
            </a:pPr>
            <a:r>
              <a:t>Enterprise commerce project</a:t>
            </a:r>
          </a:p>
        </p:txBody>
      </p:sp>
      <p:sp>
        <p:nvSpPr>
          <p:cNvPr id="28" name="Content Placeholder 26">
            <a:extLst xmlns:a="http://schemas.openxmlformats.org/drawingml/2006/main">
              <a:ext uri="{FF2B5EF4-FFF2-40B4-BE49-F238E27FC236}">
                <a16:creationId xmlns:a16="http://schemas.microsoft.com/office/drawing/2014/main" id="{0DB22460-0F4C-4D79-8625-41B8E21122EB}"/>
              </a:ext>
            </a:extLst>
          </p:cNvPr>
          <p:cNvSpPr>
            <a:spLocks xmlns:a="http://schemas.openxmlformats.org/drawingml/2006/main" noGrp="1"/>
          </p:cNvSpPr>
          <p:nvPr>
            <p:ph idx="14"/>
          </p:nvPr>
        </p:nvSpPr>
        <p:spPr>
          <a:xfrm xmlns:a="http://schemas.openxmlformats.org/drawingml/2006/main">
            <a:off x="3276602" y="1314451"/>
            <a:ext cx="2590799" cy="3314699"/>
          </a:xfrm>
        </p:spPr>
        <p:txBody>
          <a:bodyPr xmlns:a="http://schemas.openxmlformats.org/drawingml/2006/main"/>
          <a:lstStyle xmlns:a="http://schemas.openxmlformats.org/drawingml/2006/main"/>
          <a:p xmlns:a="http://schemas.openxmlformats.org/drawingml/2006/main">
            <a:pPr lvl="0">
              <a:buNone/>
            </a:pPr>
            <a:r>
              <a:t>Enterprise commerce project</a:t>
            </a:r>
          </a:p>
        </p:txBody>
      </p:sp>
      <p:sp>
        <p:nvSpPr>
          <p:cNvPr id="31" name="Content Placeholder 26">
            <a:extLst xmlns:a="http://schemas.openxmlformats.org/drawingml/2006/main">
              <a:ext uri="{FF2B5EF4-FFF2-40B4-BE49-F238E27FC236}">
                <a16:creationId xmlns:a16="http://schemas.microsoft.com/office/drawing/2014/main" id="{0A6A4F2E-69D2-4472-A3DF-FFA2DA3E47CE}"/>
              </a:ext>
            </a:extLst>
          </p:cNvPr>
          <p:cNvSpPr>
            <a:spLocks xmlns:a="http://schemas.openxmlformats.org/drawingml/2006/main" noGrp="1"/>
          </p:cNvSpPr>
          <p:nvPr>
            <p:ph idx="15"/>
          </p:nvPr>
        </p:nvSpPr>
        <p:spPr>
          <a:xfrm xmlns:a="http://schemas.openxmlformats.org/drawingml/2006/main">
            <a:off x="6019800" y="1314451"/>
            <a:ext cx="2590800" cy="3314699"/>
          </a:xfrm>
        </p:spPr>
        <p:txBody>
          <a:bodyPr xmlns:a="http://schemas.openxmlformats.org/drawingml/2006/main"/>
          <a:lstStyle xmlns:a="http://schemas.openxmlformats.org/drawingml/2006/main"/>
          <a:p xmlns:a="http://schemas.openxmlformats.org/drawingml/2006/main">
            <a:pPr lvl="0">
              <a:buNone/>
            </a:pPr>
            <a:r>
              <a:t>Enterprise commerce project</a:t>
            </a:r>
          </a:p>
        </p:txBody>
      </p:sp>
      <p:sp>
        <p:nvSpPr>
          <p:cNvPr id="36" name="Footer Placeholder 4">
            <a:extLst xmlns:a="http://schemas.openxmlformats.org/drawingml/2006/main">
              <a:ext uri="{FF2B5EF4-FFF2-40B4-BE49-F238E27FC236}">
                <a16:creationId xmlns:a16="http://schemas.microsoft.com/office/drawing/2014/main" id="{3C663287-2B9D-442B-9DD3-746687FD05F1}"/>
              </a:ext>
            </a:extLst>
          </p:cNvPr>
          <p:cNvSpPr>
            <a:spLocks xmlns:a="http://schemas.openxmlformats.org/drawingml/2006/main" noGrp="1"/>
          </p:cNvSpPr>
          <p:nvPr>
            <p:ph type="ftr" idx="3"/>
          </p:nvPr>
        </p:nvSpPr>
        <p:spPr>
          <a:xfrm xmlns:a="http://schemas.openxmlformats.org/drawingml/2006/main">
            <a:off x="533400" y="4743450"/>
            <a:ext cx="5257800" cy="11430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l">
              <a:buNone/>
              <a:defRPr sz="750">
                <a:solidFill>
                  <a:schemeClr val="tx1"/>
                </a:solidFill>
                <a:latin typeface="Arial"/>
                <a:ea typeface="Arial"/>
                <a:cs typeface="Arial"/>
              </a:defRPr>
            </a:lvl1pPr>
          </a:lstStyle>
          <a:p xmlns:a="http://schemas.openxmlformats.org/drawingml/2006/main">
            <a:r>
              <a:t>Enterprise commerce project</a:t>
            </a:r>
            <a:endParaRPr>
              <a:solidFill>
                <a:srgbClr val="000000"/>
              </a:solidFill>
            </a:endParaRPr>
          </a:p>
        </p:txBody>
      </p:sp>
      <p:cxnSp>
        <p:nvCxnSpPr>
          <p:cNvPr id="48" name="Shape 18"/>
          <p:cNvCxnSpPr/>
          <p:nvPr/>
        </p:nvCxnSpPr>
        <p:spPr>
          <a:xfrm xmlns:a="http://schemas.openxmlformats.org/drawingml/2006/main" rot="5400000" flipH="1" flipV="1">
            <a:off x="4438652" y="-3600450"/>
            <a:ext cx="114299" cy="8229600"/>
          </a:xfrm>
          <a:prstGeom xmlns:a="http://schemas.openxmlformats.org/drawingml/2006/main" prst="bentConnector2">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1" name="Slide Number Placeholder 5">
            <a:extLst xmlns:a="http://schemas.openxmlformats.org/drawingml/2006/main">
              <a:ext uri="{FF2B5EF4-FFF2-40B4-BE49-F238E27FC236}">
                <a16:creationId xmlns:a16="http://schemas.microsoft.com/office/drawing/2014/main" id="{53DDE191-D71E-471B-9079-3C226A704E48}"/>
              </a:ext>
            </a:extLst>
          </p:cNvPr>
          <p:cNvSpPr>
            <a:spLocks xmlns:a="http://schemas.openxmlformats.org/drawingml/2006/main" noGrp="1"/>
          </p:cNvSpPr>
          <p:nvPr>
            <p:ph type="sldNum" idx="4"/>
          </p:nvPr>
        </p:nvSpPr>
        <p:spPr>
          <a:xfrm xmlns:a="http://schemas.openxmlformats.org/drawingml/2006/main">
            <a:off x="7086600" y="4857750"/>
            <a:ext cx="1527048"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fld id="{DD80CA47-2CC1-5762-B8A6-43F3F75358E0}" type="slidenum">
              <a:rPr>
                <a:solidFill>
                  <a:srgbClr val="000000"/>
                </a:solidFill>
              </a:rPr>
              <a:t>Enterprise commerce project</a:t>
            </a:fld>
            <a:endParaRPr>
              <a:solidFill>
                <a:srgbClr val="000000"/>
              </a:solidFill>
            </a:endParaRPr>
          </a:p>
        </p:txBody>
      </p:sp>
      <p:sp>
        <p:nvSpPr>
          <p:cNvPr id="12" name="Date Placeholder 3">
            <a:extLst xmlns:a="http://schemas.openxmlformats.org/drawingml/2006/main">
              <a:ext uri="{FF2B5EF4-FFF2-40B4-BE49-F238E27FC236}">
                <a16:creationId xmlns:a16="http://schemas.microsoft.com/office/drawing/2014/main" id="{A77896DB-F628-4C27-B022-FA9C42EB147D}"/>
              </a:ext>
            </a:extLst>
          </p:cNvPr>
          <p:cNvSpPr>
            <a:spLocks xmlns:a="http://schemas.openxmlformats.org/drawingml/2006/main" noGrp="1"/>
          </p:cNvSpPr>
          <p:nvPr>
            <p:ph type="dt" idx="2"/>
          </p:nvPr>
        </p:nvSpPr>
        <p:spPr>
          <a:xfrm xmlns:a="http://schemas.openxmlformats.org/drawingml/2006/main">
            <a:off x="7086600" y="4743450"/>
            <a:ext cx="1524000"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r>
              <a:t>Enterprise commerce project</a:t>
            </a:r>
            <a:endParaRPr>
              <a:solidFill>
                <a:srgbClr val="000000"/>
              </a:solidFill>
            </a:endParaRPr>
          </a:p>
        </p:txBody>
      </p:sp>
      <p:sp>
        <p:nvSpPr>
          <p:cNvPr id="13" name="PwCFirm">
            <a:extLst xmlns:a="http://schemas.openxmlformats.org/drawingml/2006/main">
              <a:ext uri="{FF2B5EF4-FFF2-40B4-BE49-F238E27FC236}">
                <a16:creationId xmlns:a16="http://schemas.microsoft.com/office/drawing/2014/main" id="{B7F9D562-6ECB-4296-8985-35F0C5E749E1}"/>
              </a:ext>
            </a:extLst>
          </p:cNvPr>
          <p:cNvSpPr>
            <a:spLocks xmlns:a="http://schemas.openxmlformats.org/drawingml/2006/main" noGrp="1"/>
          </p:cNvSpPr>
          <p:nvPr/>
        </p:nvSpPr>
        <p:spPr>
          <a:xfrm xmlns:a="http://schemas.openxmlformats.org/drawingml/2006/main">
            <a:off x="533400" y="4857750"/>
            <a:ext cx="2590800" cy="114301"/>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spcBef>
                <a:spcPts val="0"/>
              </a:spcBef>
              <a:spcAft>
                <a:spcPts val="0"/>
              </a:spcAft>
              <a:buNone/>
            </a:pPr>
            <a:r>
              <a:rPr sz="750">
                <a:solidFill>
                  <a:srgbClr val="000000"/>
                </a:solidFill>
                <a:latin typeface="Arial"/>
                <a:ea typeface="Arial"/>
                <a:cs typeface="Arial"/>
              </a:rPr>
              <a:t>PwC</a:t>
            </a:r>
          </a:p>
        </p:txBody>
      </p:sp>
    </p:spTree>
  </p:cSld>
</p:sldLayout>
</file>

<file path=ppt/slideLayouts/slideLayout17.xml><?xml version="1.0" encoding="utf-8"?>
<p:sldLayout xmlns:p="http://schemas.openxmlformats.org/presentationml/2006/main" preserve="1">
  <p:cSld name="Content: Two under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219D274-2EC4-46C4-AFC4-9379F2CA1149}"/>
              </a:ext>
            </a:extLst>
          </p:cNvPr>
          <p:cNvSpPr>
            <a:spLocks xmlns:a="http://schemas.openxmlformats.org/drawingml/2006/main" noGrp="1"/>
          </p:cNvSpPr>
          <p:nvPr>
            <p:ph type="title" idx="0"/>
          </p:nvPr>
        </p:nvSpPr>
        <p:spPr>
          <a:xfrm xmlns:a="http://schemas.openxmlformats.org/drawingml/2006/main">
            <a:off x="533400" y="514350"/>
            <a:ext cx="8077200" cy="685800"/>
          </a:xfrm>
        </p:spPr>
        <p:txBody>
          <a:bodyPr xmlns:a="http://schemas.openxmlformats.org/drawingml/2006/main"/>
          <a:lstStyle xmlns:a="http://schemas.openxmlformats.org/drawingml/2006/main"/>
          <a:p xmlns:a="http://schemas.openxmlformats.org/drawingml/2006/main">
            <a:r>
              <a:t>GlobalCommerce</a:t>
            </a:r>
            <a:endParaRPr/>
          </a:p>
        </p:txBody>
      </p:sp>
      <p:sp>
        <p:nvSpPr>
          <p:cNvPr id="28" name="Content Placeholder 26">
            <a:extLst xmlns:a="http://schemas.openxmlformats.org/drawingml/2006/main">
              <a:ext uri="{FF2B5EF4-FFF2-40B4-BE49-F238E27FC236}">
                <a16:creationId xmlns:a16="http://schemas.microsoft.com/office/drawing/2014/main" id="{674BFFD0-8F00-4CC7-BA9A-785723FD25C0}"/>
              </a:ext>
            </a:extLst>
          </p:cNvPr>
          <p:cNvSpPr>
            <a:spLocks xmlns:a="http://schemas.openxmlformats.org/drawingml/2006/main" noGrp="1"/>
          </p:cNvSpPr>
          <p:nvPr>
            <p:ph idx="14"/>
          </p:nvPr>
        </p:nvSpPr>
        <p:spPr>
          <a:xfrm xmlns:a="http://schemas.openxmlformats.org/drawingml/2006/main">
            <a:off x="533400" y="2514600"/>
            <a:ext cx="3962400" cy="2114550"/>
          </a:xfrm>
        </p:spPr>
        <p:txBody>
          <a:bodyPr xmlns:a="http://schemas.openxmlformats.org/drawingml/2006/main"/>
          <a:lstStyle xmlns:a="http://schemas.openxmlformats.org/drawingml/2006/main"/>
          <a:p xmlns:a="http://schemas.openxmlformats.org/drawingml/2006/main">
            <a:pPr lvl="0">
              <a:buNone/>
            </a:pPr>
            <a:r>
              <a:t>Enterprise commerce project</a:t>
            </a:r>
          </a:p>
        </p:txBody>
      </p:sp>
      <p:sp>
        <p:nvSpPr>
          <p:cNvPr id="31" name="Content Placeholder 26">
            <a:extLst xmlns:a="http://schemas.openxmlformats.org/drawingml/2006/main">
              <a:ext uri="{FF2B5EF4-FFF2-40B4-BE49-F238E27FC236}">
                <a16:creationId xmlns:a16="http://schemas.microsoft.com/office/drawing/2014/main" id="{170EAD51-1827-4D24-A5EF-A3F0E456FAEF}"/>
              </a:ext>
            </a:extLst>
          </p:cNvPr>
          <p:cNvSpPr>
            <a:spLocks xmlns:a="http://schemas.openxmlformats.org/drawingml/2006/main" noGrp="1"/>
          </p:cNvSpPr>
          <p:nvPr>
            <p:ph idx="15"/>
          </p:nvPr>
        </p:nvSpPr>
        <p:spPr>
          <a:xfrm xmlns:a="http://schemas.openxmlformats.org/drawingml/2006/main">
            <a:off x="4648200" y="2514600"/>
            <a:ext cx="3962401" cy="2114550"/>
          </a:xfrm>
        </p:spPr>
        <p:txBody>
          <a:bodyPr xmlns:a="http://schemas.openxmlformats.org/drawingml/2006/main"/>
          <a:lstStyle xmlns:a="http://schemas.openxmlformats.org/drawingml/2006/main"/>
          <a:p xmlns:a="http://schemas.openxmlformats.org/drawingml/2006/main">
            <a:pPr lvl="0">
              <a:buNone/>
            </a:pPr>
            <a:r>
              <a:t>Enterprise commerce project</a:t>
            </a:r>
          </a:p>
        </p:txBody>
      </p:sp>
      <p:sp>
        <p:nvSpPr>
          <p:cNvPr id="32" name="Footer Placeholder 4">
            <a:extLst xmlns:a="http://schemas.openxmlformats.org/drawingml/2006/main">
              <a:ext uri="{FF2B5EF4-FFF2-40B4-BE49-F238E27FC236}">
                <a16:creationId xmlns:a16="http://schemas.microsoft.com/office/drawing/2014/main" id="{1F35D1E4-9311-4C77-85F4-54040B0A78DD}"/>
              </a:ext>
            </a:extLst>
          </p:cNvPr>
          <p:cNvSpPr>
            <a:spLocks xmlns:a="http://schemas.openxmlformats.org/drawingml/2006/main" noGrp="1"/>
          </p:cNvSpPr>
          <p:nvPr>
            <p:ph type="ftr" idx="3"/>
          </p:nvPr>
        </p:nvSpPr>
        <p:spPr>
          <a:xfrm xmlns:a="http://schemas.openxmlformats.org/drawingml/2006/main">
            <a:off x="533400" y="4743450"/>
            <a:ext cx="5257800" cy="11430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l">
              <a:buNone/>
              <a:defRPr sz="750">
                <a:solidFill>
                  <a:schemeClr val="tx1"/>
                </a:solidFill>
                <a:latin typeface="Arial"/>
                <a:ea typeface="Arial"/>
                <a:cs typeface="Arial"/>
              </a:defRPr>
            </a:lvl1pPr>
          </a:lstStyle>
          <a:p xmlns:a="http://schemas.openxmlformats.org/drawingml/2006/main">
            <a:r>
              <a:t>Enterprise commerce project</a:t>
            </a:r>
            <a:endParaRPr>
              <a:solidFill>
                <a:srgbClr val="000000"/>
              </a:solidFill>
            </a:endParaRPr>
          </a:p>
        </p:txBody>
      </p:sp>
      <p:sp>
        <p:nvSpPr>
          <p:cNvPr id="13" name="Text Placeholder 12">
            <a:extLst xmlns:a="http://schemas.openxmlformats.org/drawingml/2006/main">
              <a:ext uri="{FF2B5EF4-FFF2-40B4-BE49-F238E27FC236}">
                <a16:creationId xmlns:a16="http://schemas.microsoft.com/office/drawing/2014/main" id="{2BA083FD-5CDC-4739-9633-B31E520FC6FE}"/>
              </a:ext>
            </a:extLst>
          </p:cNvPr>
          <p:cNvSpPr>
            <a:spLocks xmlns:a="http://schemas.openxmlformats.org/drawingml/2006/main" noGrp="1"/>
          </p:cNvSpPr>
          <p:nvPr>
            <p:ph type="body" idx="16"/>
          </p:nvPr>
        </p:nvSpPr>
        <p:spPr>
          <a:xfrm xmlns:a="http://schemas.openxmlformats.org/drawingml/2006/main">
            <a:off x="533400" y="1314450"/>
            <a:ext cx="8077200" cy="1085850"/>
          </a:xfrm>
        </p:spPr>
        <p:txBody>
          <a:bodyPr xmlns:a="http://schemas.openxmlformats.org/drawingml/2006/main"/>
          <a:lstStyle xmlns:a="http://schemas.openxmlformats.org/drawingml/2006/main"/>
          <a:p xmlns:a="http://schemas.openxmlformats.org/drawingml/2006/main">
            <a:pPr lvl="0">
              <a:buNone/>
            </a:pPr>
            <a:r>
              <a:t>Enterprise commerce project</a:t>
            </a:r>
          </a:p>
        </p:txBody>
      </p:sp>
      <p:cxnSp>
        <p:nvCxnSpPr>
          <p:cNvPr id="44" name="Shape 13"/>
          <p:cNvCxnSpPr/>
          <p:nvPr/>
        </p:nvCxnSpPr>
        <p:spPr>
          <a:xfrm xmlns:a="http://schemas.openxmlformats.org/drawingml/2006/main" rot="5400000" flipH="1" flipV="1">
            <a:off x="4438652" y="-3600450"/>
            <a:ext cx="114299" cy="8229600"/>
          </a:xfrm>
          <a:prstGeom xmlns:a="http://schemas.openxmlformats.org/drawingml/2006/main" prst="bentConnector2">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1" name="Slide Number Placeholder 5">
            <a:extLst xmlns:a="http://schemas.openxmlformats.org/drawingml/2006/main">
              <a:ext uri="{FF2B5EF4-FFF2-40B4-BE49-F238E27FC236}">
                <a16:creationId xmlns:a16="http://schemas.microsoft.com/office/drawing/2014/main" id="{09A0C3A4-4506-4228-9DBF-6D54F333F654}"/>
              </a:ext>
            </a:extLst>
          </p:cNvPr>
          <p:cNvSpPr>
            <a:spLocks xmlns:a="http://schemas.openxmlformats.org/drawingml/2006/main" noGrp="1"/>
          </p:cNvSpPr>
          <p:nvPr>
            <p:ph type="sldNum" idx="4"/>
          </p:nvPr>
        </p:nvSpPr>
        <p:spPr>
          <a:xfrm xmlns:a="http://schemas.openxmlformats.org/drawingml/2006/main">
            <a:off x="7086600" y="4857750"/>
            <a:ext cx="1527048"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fld id="{DD80CA47-2CC1-5762-B8A6-43F3F75358E0}" type="slidenum">
              <a:rPr>
                <a:solidFill>
                  <a:srgbClr val="000000"/>
                </a:solidFill>
              </a:rPr>
              <a:t>Enterprise commerce project</a:t>
            </a:fld>
            <a:endParaRPr>
              <a:solidFill>
                <a:srgbClr val="000000"/>
              </a:solidFill>
            </a:endParaRPr>
          </a:p>
        </p:txBody>
      </p:sp>
      <p:sp>
        <p:nvSpPr>
          <p:cNvPr id="12" name="Date Placeholder 3">
            <a:extLst xmlns:a="http://schemas.openxmlformats.org/drawingml/2006/main">
              <a:ext uri="{FF2B5EF4-FFF2-40B4-BE49-F238E27FC236}">
                <a16:creationId xmlns:a16="http://schemas.microsoft.com/office/drawing/2014/main" id="{4BB12238-D420-4300-99F3-1EF56F0B76D7}"/>
              </a:ext>
            </a:extLst>
          </p:cNvPr>
          <p:cNvSpPr>
            <a:spLocks xmlns:a="http://schemas.openxmlformats.org/drawingml/2006/main" noGrp="1"/>
          </p:cNvSpPr>
          <p:nvPr>
            <p:ph type="dt" idx="2"/>
          </p:nvPr>
        </p:nvSpPr>
        <p:spPr>
          <a:xfrm xmlns:a="http://schemas.openxmlformats.org/drawingml/2006/main">
            <a:off x="7086600" y="4743450"/>
            <a:ext cx="1524000"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r>
              <a:t>Enterprise commerce project</a:t>
            </a:r>
            <a:endParaRPr>
              <a:solidFill>
                <a:srgbClr val="000000"/>
              </a:solidFill>
            </a:endParaRPr>
          </a:p>
        </p:txBody>
      </p:sp>
      <p:sp>
        <p:nvSpPr>
          <p:cNvPr id="15" name="PwCFirm">
            <a:extLst xmlns:a="http://schemas.openxmlformats.org/drawingml/2006/main">
              <a:ext uri="{FF2B5EF4-FFF2-40B4-BE49-F238E27FC236}">
                <a16:creationId xmlns:a16="http://schemas.microsoft.com/office/drawing/2014/main" id="{1E383F94-9923-42A2-B514-FAD7EB287362}"/>
              </a:ext>
            </a:extLst>
          </p:cNvPr>
          <p:cNvSpPr>
            <a:spLocks xmlns:a="http://schemas.openxmlformats.org/drawingml/2006/main" noGrp="1"/>
          </p:cNvSpPr>
          <p:nvPr/>
        </p:nvSpPr>
        <p:spPr>
          <a:xfrm xmlns:a="http://schemas.openxmlformats.org/drawingml/2006/main">
            <a:off x="533400" y="4857750"/>
            <a:ext cx="2590800" cy="114301"/>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spcBef>
                <a:spcPts val="0"/>
              </a:spcBef>
              <a:spcAft>
                <a:spcPts val="0"/>
              </a:spcAft>
              <a:buNone/>
            </a:pPr>
            <a:r>
              <a:rPr sz="750">
                <a:solidFill>
                  <a:srgbClr val="000000"/>
                </a:solidFill>
                <a:latin typeface="Arial"/>
                <a:ea typeface="Arial"/>
                <a:cs typeface="Arial"/>
              </a:rPr>
              <a:t>PwC</a:t>
            </a:r>
          </a:p>
        </p:txBody>
      </p:sp>
    </p:spTree>
  </p:cSld>
</p:sldLayout>
</file>

<file path=ppt/slideLayouts/slideLayout18.xml><?xml version="1.0" encoding="utf-8"?>
<p:sldLayout xmlns:p="http://schemas.openxmlformats.org/presentationml/2006/main" preserve="1">
  <p:cSld name="Content: Two and Left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DBB5EB-9B8F-4EDB-9FA6-9A79DAEF1BF9}"/>
              </a:ext>
            </a:extLst>
          </p:cNvPr>
          <p:cNvSpPr>
            <a:spLocks xmlns:a="http://schemas.openxmlformats.org/drawingml/2006/main" noGrp="1"/>
          </p:cNvSpPr>
          <p:nvPr>
            <p:ph type="title" idx="0"/>
          </p:nvPr>
        </p:nvSpPr>
        <p:spPr>
          <a:xfrm xmlns:a="http://schemas.openxmlformats.org/drawingml/2006/main">
            <a:off x="533400" y="514350"/>
            <a:ext cx="8077200" cy="685800"/>
          </a:xfrm>
        </p:spPr>
        <p:txBody>
          <a:bodyPr xmlns:a="http://schemas.openxmlformats.org/drawingml/2006/main"/>
          <a:lstStyle xmlns:a="http://schemas.openxmlformats.org/drawingml/2006/main"/>
          <a:p xmlns:a="http://schemas.openxmlformats.org/drawingml/2006/main">
            <a:r>
              <a:t>GlobalCommerce</a:t>
            </a:r>
            <a:endParaRPr/>
          </a:p>
        </p:txBody>
      </p:sp>
      <p:sp>
        <p:nvSpPr>
          <p:cNvPr id="28" name="Content Placeholder 26">
            <a:extLst xmlns:a="http://schemas.openxmlformats.org/drawingml/2006/main">
              <a:ext uri="{FF2B5EF4-FFF2-40B4-BE49-F238E27FC236}">
                <a16:creationId xmlns:a16="http://schemas.microsoft.com/office/drawing/2014/main" id="{996FCEA4-D464-48F4-97C6-3EBA7AD045E4}"/>
              </a:ext>
            </a:extLst>
          </p:cNvPr>
          <p:cNvSpPr>
            <a:spLocks xmlns:a="http://schemas.openxmlformats.org/drawingml/2006/main" noGrp="1"/>
          </p:cNvSpPr>
          <p:nvPr>
            <p:ph idx="14"/>
          </p:nvPr>
        </p:nvSpPr>
        <p:spPr>
          <a:xfrm xmlns:a="http://schemas.openxmlformats.org/drawingml/2006/main">
            <a:off x="6019800" y="1314450"/>
            <a:ext cx="2590800" cy="1600200"/>
          </a:xfrm>
        </p:spPr>
        <p:txBody>
          <a:bodyPr xmlns:a="http://schemas.openxmlformats.org/drawingml/2006/main"/>
          <a:lstStyle xmlns:a="http://schemas.openxmlformats.org/drawingml/2006/main"/>
          <a:p xmlns:a="http://schemas.openxmlformats.org/drawingml/2006/main">
            <a:pPr lvl="0">
              <a:buNone/>
            </a:pPr>
            <a:r>
              <a:t>Enterprise commerce project</a:t>
            </a:r>
          </a:p>
        </p:txBody>
      </p:sp>
      <p:sp>
        <p:nvSpPr>
          <p:cNvPr id="31" name="Content Placeholder 26">
            <a:extLst xmlns:a="http://schemas.openxmlformats.org/drawingml/2006/main">
              <a:ext uri="{FF2B5EF4-FFF2-40B4-BE49-F238E27FC236}">
                <a16:creationId xmlns:a16="http://schemas.microsoft.com/office/drawing/2014/main" id="{FBDC5482-89F3-49AD-8D66-80E92F7437B5}"/>
              </a:ext>
            </a:extLst>
          </p:cNvPr>
          <p:cNvSpPr>
            <a:spLocks xmlns:a="http://schemas.openxmlformats.org/drawingml/2006/main" noGrp="1"/>
          </p:cNvSpPr>
          <p:nvPr>
            <p:ph idx="15"/>
          </p:nvPr>
        </p:nvSpPr>
        <p:spPr>
          <a:xfrm xmlns:a="http://schemas.openxmlformats.org/drawingml/2006/main">
            <a:off x="6019800" y="3028950"/>
            <a:ext cx="2590800" cy="1600200"/>
          </a:xfrm>
        </p:spPr>
        <p:txBody>
          <a:bodyPr xmlns:a="http://schemas.openxmlformats.org/drawingml/2006/main"/>
          <a:lstStyle xmlns:a="http://schemas.openxmlformats.org/drawingml/2006/main"/>
          <a:p xmlns:a="http://schemas.openxmlformats.org/drawingml/2006/main">
            <a:pPr lvl="0">
              <a:buNone/>
            </a:pPr>
            <a:r>
              <a:t>Enterprise commerce project</a:t>
            </a:r>
          </a:p>
        </p:txBody>
      </p:sp>
      <p:sp>
        <p:nvSpPr>
          <p:cNvPr id="13" name="Text Placeholder 12">
            <a:extLst xmlns:a="http://schemas.openxmlformats.org/drawingml/2006/main">
              <a:ext uri="{FF2B5EF4-FFF2-40B4-BE49-F238E27FC236}">
                <a16:creationId xmlns:a16="http://schemas.microsoft.com/office/drawing/2014/main" id="{39983A16-ED1E-43BC-B4D1-128A60BAF0C4}"/>
              </a:ext>
            </a:extLst>
          </p:cNvPr>
          <p:cNvSpPr>
            <a:spLocks xmlns:a="http://schemas.openxmlformats.org/drawingml/2006/main" noGrp="1"/>
          </p:cNvSpPr>
          <p:nvPr>
            <p:ph type="body" idx="16"/>
          </p:nvPr>
        </p:nvSpPr>
        <p:spPr>
          <a:xfrm xmlns:a="http://schemas.openxmlformats.org/drawingml/2006/main">
            <a:off x="533400" y="1314450"/>
            <a:ext cx="5334000" cy="3314700"/>
          </a:xfrm>
        </p:spPr>
        <p:txBody>
          <a:bodyPr xmlns:a="http://schemas.openxmlformats.org/drawingml/2006/main"/>
          <a:lstStyle xmlns:a="http://schemas.openxmlformats.org/drawingml/2006/main"/>
          <a:p xmlns:a="http://schemas.openxmlformats.org/drawingml/2006/main">
            <a:pPr lvl="0">
              <a:buNone/>
            </a:pPr>
            <a:r>
              <a:t>Enterprise commerce project</a:t>
            </a:r>
          </a:p>
        </p:txBody>
      </p:sp>
      <p:sp>
        <p:nvSpPr>
          <p:cNvPr id="19" name="Footer Placeholder 4">
            <a:extLst xmlns:a="http://schemas.openxmlformats.org/drawingml/2006/main">
              <a:ext uri="{FF2B5EF4-FFF2-40B4-BE49-F238E27FC236}">
                <a16:creationId xmlns:a16="http://schemas.microsoft.com/office/drawing/2014/main" id="{441271AC-C60A-4F8D-A2F7-50D97AE7867E}"/>
              </a:ext>
            </a:extLst>
          </p:cNvPr>
          <p:cNvSpPr>
            <a:spLocks xmlns:a="http://schemas.openxmlformats.org/drawingml/2006/main" noGrp="1"/>
          </p:cNvSpPr>
          <p:nvPr>
            <p:ph type="ftr" idx="3"/>
          </p:nvPr>
        </p:nvSpPr>
        <p:spPr>
          <a:xfrm xmlns:a="http://schemas.openxmlformats.org/drawingml/2006/main">
            <a:off x="533400" y="4743450"/>
            <a:ext cx="5257800" cy="11430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l">
              <a:buNone/>
              <a:defRPr sz="750">
                <a:solidFill>
                  <a:schemeClr val="tx1"/>
                </a:solidFill>
                <a:latin typeface="Arial"/>
                <a:ea typeface="Arial"/>
                <a:cs typeface="Arial"/>
              </a:defRPr>
            </a:lvl1pPr>
          </a:lstStyle>
          <a:p xmlns:a="http://schemas.openxmlformats.org/drawingml/2006/main">
            <a:r>
              <a:t>Enterprise commerce project</a:t>
            </a:r>
            <a:endParaRPr>
              <a:solidFill>
                <a:srgbClr val="000000"/>
              </a:solidFill>
            </a:endParaRPr>
          </a:p>
        </p:txBody>
      </p:sp>
      <p:cxnSp>
        <p:nvCxnSpPr>
          <p:cNvPr id="43" name="Shape 13"/>
          <p:cNvCxnSpPr/>
          <p:nvPr/>
        </p:nvCxnSpPr>
        <p:spPr>
          <a:xfrm xmlns:a="http://schemas.openxmlformats.org/drawingml/2006/main" rot="5400000" flipH="1" flipV="1">
            <a:off x="4438652" y="-3600450"/>
            <a:ext cx="114299" cy="8229600"/>
          </a:xfrm>
          <a:prstGeom xmlns:a="http://schemas.openxmlformats.org/drawingml/2006/main" prst="bentConnector2">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1" name="Slide Number Placeholder 5">
            <a:extLst xmlns:a="http://schemas.openxmlformats.org/drawingml/2006/main">
              <a:ext uri="{FF2B5EF4-FFF2-40B4-BE49-F238E27FC236}">
                <a16:creationId xmlns:a16="http://schemas.microsoft.com/office/drawing/2014/main" id="{3A46A730-AD45-434C-A5C2-A5B99B538EEE}"/>
              </a:ext>
            </a:extLst>
          </p:cNvPr>
          <p:cNvSpPr>
            <a:spLocks xmlns:a="http://schemas.openxmlformats.org/drawingml/2006/main" noGrp="1"/>
          </p:cNvSpPr>
          <p:nvPr>
            <p:ph type="sldNum" idx="4"/>
          </p:nvPr>
        </p:nvSpPr>
        <p:spPr>
          <a:xfrm xmlns:a="http://schemas.openxmlformats.org/drawingml/2006/main">
            <a:off x="7086600" y="4857750"/>
            <a:ext cx="1527048"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fld id="{DD80CA47-2CC1-5762-B8A6-43F3F75358E0}" type="slidenum">
              <a:rPr>
                <a:solidFill>
                  <a:srgbClr val="000000"/>
                </a:solidFill>
              </a:rPr>
              <a:t>Enterprise commerce project</a:t>
            </a:fld>
            <a:endParaRPr>
              <a:solidFill>
                <a:srgbClr val="000000"/>
              </a:solidFill>
            </a:endParaRPr>
          </a:p>
        </p:txBody>
      </p:sp>
      <p:sp>
        <p:nvSpPr>
          <p:cNvPr id="12" name="Date Placeholder 3">
            <a:extLst xmlns:a="http://schemas.openxmlformats.org/drawingml/2006/main">
              <a:ext uri="{FF2B5EF4-FFF2-40B4-BE49-F238E27FC236}">
                <a16:creationId xmlns:a16="http://schemas.microsoft.com/office/drawing/2014/main" id="{ED338C9C-8120-43EC-ABA7-3F579F61BDAA}"/>
              </a:ext>
            </a:extLst>
          </p:cNvPr>
          <p:cNvSpPr>
            <a:spLocks xmlns:a="http://schemas.openxmlformats.org/drawingml/2006/main" noGrp="1"/>
          </p:cNvSpPr>
          <p:nvPr>
            <p:ph type="dt" idx="2"/>
          </p:nvPr>
        </p:nvSpPr>
        <p:spPr>
          <a:xfrm xmlns:a="http://schemas.openxmlformats.org/drawingml/2006/main">
            <a:off x="7086600" y="4743450"/>
            <a:ext cx="1524000"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r>
              <a:t>Enterprise commerce project</a:t>
            </a:r>
            <a:endParaRPr>
              <a:solidFill>
                <a:srgbClr val="000000"/>
              </a:solidFill>
            </a:endParaRPr>
          </a:p>
        </p:txBody>
      </p:sp>
      <p:sp>
        <p:nvSpPr>
          <p:cNvPr id="15" name="PwCFirm">
            <a:extLst xmlns:a="http://schemas.openxmlformats.org/drawingml/2006/main">
              <a:ext uri="{FF2B5EF4-FFF2-40B4-BE49-F238E27FC236}">
                <a16:creationId xmlns:a16="http://schemas.microsoft.com/office/drawing/2014/main" id="{B3F95E1C-A1C7-4DC0-962C-9E60D8D102FD}"/>
              </a:ext>
            </a:extLst>
          </p:cNvPr>
          <p:cNvSpPr>
            <a:spLocks xmlns:a="http://schemas.openxmlformats.org/drawingml/2006/main" noGrp="1"/>
          </p:cNvSpPr>
          <p:nvPr/>
        </p:nvSpPr>
        <p:spPr>
          <a:xfrm xmlns:a="http://schemas.openxmlformats.org/drawingml/2006/main">
            <a:off x="533400" y="4857750"/>
            <a:ext cx="2590800" cy="114301"/>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spcBef>
                <a:spcPts val="0"/>
              </a:spcBef>
              <a:spcAft>
                <a:spcPts val="0"/>
              </a:spcAft>
              <a:buNone/>
            </a:pPr>
            <a:r>
              <a:rPr sz="750">
                <a:solidFill>
                  <a:srgbClr val="000000"/>
                </a:solidFill>
                <a:latin typeface="Arial"/>
                <a:ea typeface="Arial"/>
                <a:cs typeface="Arial"/>
              </a:rPr>
              <a:t>PwC</a:t>
            </a:r>
          </a:p>
        </p:txBody>
      </p:sp>
    </p:spTree>
  </p:cSld>
</p:sldLayout>
</file>

<file path=ppt/slideLayouts/slideLayout19.xml><?xml version="1.0" encoding="utf-8"?>
<p:sldLayout xmlns:p="http://schemas.openxmlformats.org/presentationml/2006/main" preserve="1">
  <p:cSld name="Content: Two and Right Text">
    <p:spTree>
      <p:nvGrpSpPr>
        <p:cNvPr id="1" name=""/>
        <p:cNvGrpSpPr/>
        <p:nvPr/>
      </p:nvGrpSpPr>
      <p:grpSpPr>
        <a:xfrm xmlns:a="http://schemas.openxmlformats.org/drawingml/2006/main"/>
      </p:grpSpPr>
      <p:sp>
        <p:nvSpPr>
          <p:cNvPr id="28" name="Content Placeholder 26">
            <a:extLst xmlns:a="http://schemas.openxmlformats.org/drawingml/2006/main">
              <a:ext uri="{FF2B5EF4-FFF2-40B4-BE49-F238E27FC236}">
                <a16:creationId xmlns:a16="http://schemas.microsoft.com/office/drawing/2014/main" id="{8CF6A3AB-95C9-487D-A8C0-A9B87B4E439D}"/>
              </a:ext>
            </a:extLst>
          </p:cNvPr>
          <p:cNvSpPr>
            <a:spLocks xmlns:a="http://schemas.openxmlformats.org/drawingml/2006/main" noGrp="1"/>
          </p:cNvSpPr>
          <p:nvPr>
            <p:ph idx="14"/>
          </p:nvPr>
        </p:nvSpPr>
        <p:spPr>
          <a:xfrm xmlns:a="http://schemas.openxmlformats.org/drawingml/2006/main">
            <a:off x="533400" y="1314450"/>
            <a:ext cx="2590800" cy="1600200"/>
          </a:xfrm>
        </p:spPr>
        <p:txBody>
          <a:bodyPr xmlns:a="http://schemas.openxmlformats.org/drawingml/2006/main"/>
          <a:lstStyle xmlns:a="http://schemas.openxmlformats.org/drawingml/2006/main"/>
          <a:p xmlns:a="http://schemas.openxmlformats.org/drawingml/2006/main">
            <a:pPr lvl="0">
              <a:buNone/>
            </a:pPr>
            <a:r>
              <a:t>Enterprise commerce project</a:t>
            </a:r>
          </a:p>
        </p:txBody>
      </p:sp>
      <p:sp>
        <p:nvSpPr>
          <p:cNvPr id="2" name="Title 1">
            <a:extLst xmlns:a="http://schemas.openxmlformats.org/drawingml/2006/main">
              <a:ext uri="{FF2B5EF4-FFF2-40B4-BE49-F238E27FC236}">
                <a16:creationId xmlns:a16="http://schemas.microsoft.com/office/drawing/2014/main" id="{558197E2-3014-4F89-A45C-90DD7595974E}"/>
              </a:ext>
            </a:extLst>
          </p:cNvPr>
          <p:cNvSpPr>
            <a:spLocks xmlns:a="http://schemas.openxmlformats.org/drawingml/2006/main" noGrp="1"/>
          </p:cNvSpPr>
          <p:nvPr>
            <p:ph type="title" idx="0"/>
          </p:nvPr>
        </p:nvSpPr>
        <p:spPr>
          <a:xfrm xmlns:a="http://schemas.openxmlformats.org/drawingml/2006/main">
            <a:off x="533400" y="514350"/>
            <a:ext cx="8077200" cy="685800"/>
          </a:xfrm>
        </p:spPr>
        <p:txBody>
          <a:bodyPr xmlns:a="http://schemas.openxmlformats.org/drawingml/2006/main"/>
          <a:lstStyle xmlns:a="http://schemas.openxmlformats.org/drawingml/2006/main"/>
          <a:p xmlns:a="http://schemas.openxmlformats.org/drawingml/2006/main">
            <a:r>
              <a:t>GlobalCommerce</a:t>
            </a:r>
            <a:endParaRPr/>
          </a:p>
        </p:txBody>
      </p:sp>
      <p:sp>
        <p:nvSpPr>
          <p:cNvPr id="31" name="Content Placeholder 26">
            <a:extLst xmlns:a="http://schemas.openxmlformats.org/drawingml/2006/main">
              <a:ext uri="{FF2B5EF4-FFF2-40B4-BE49-F238E27FC236}">
                <a16:creationId xmlns:a16="http://schemas.microsoft.com/office/drawing/2014/main" id="{E0BB78EF-7C67-4059-AA67-CF4EACF180F2}"/>
              </a:ext>
            </a:extLst>
          </p:cNvPr>
          <p:cNvSpPr>
            <a:spLocks xmlns:a="http://schemas.openxmlformats.org/drawingml/2006/main" noGrp="1"/>
          </p:cNvSpPr>
          <p:nvPr>
            <p:ph idx="15"/>
          </p:nvPr>
        </p:nvSpPr>
        <p:spPr>
          <a:xfrm xmlns:a="http://schemas.openxmlformats.org/drawingml/2006/main">
            <a:off x="533400" y="3028950"/>
            <a:ext cx="2590800" cy="1600200"/>
          </a:xfrm>
        </p:spPr>
        <p:txBody>
          <a:bodyPr xmlns:a="http://schemas.openxmlformats.org/drawingml/2006/main"/>
          <a:lstStyle xmlns:a="http://schemas.openxmlformats.org/drawingml/2006/main"/>
          <a:p xmlns:a="http://schemas.openxmlformats.org/drawingml/2006/main">
            <a:pPr lvl="0">
              <a:buNone/>
            </a:pPr>
            <a:r>
              <a:t>Enterprise commerce project</a:t>
            </a:r>
          </a:p>
        </p:txBody>
      </p:sp>
      <p:sp>
        <p:nvSpPr>
          <p:cNvPr id="13" name="Text Placeholder 12">
            <a:extLst xmlns:a="http://schemas.openxmlformats.org/drawingml/2006/main">
              <a:ext uri="{FF2B5EF4-FFF2-40B4-BE49-F238E27FC236}">
                <a16:creationId xmlns:a16="http://schemas.microsoft.com/office/drawing/2014/main" id="{361BE78D-8C64-4025-93BB-F2D2209105CB}"/>
              </a:ext>
            </a:extLst>
          </p:cNvPr>
          <p:cNvSpPr>
            <a:spLocks xmlns:a="http://schemas.openxmlformats.org/drawingml/2006/main" noGrp="1"/>
          </p:cNvSpPr>
          <p:nvPr>
            <p:ph type="body" idx="16"/>
          </p:nvPr>
        </p:nvSpPr>
        <p:spPr>
          <a:xfrm xmlns:a="http://schemas.openxmlformats.org/drawingml/2006/main">
            <a:off x="3276600" y="1314450"/>
            <a:ext cx="5334000" cy="3314700"/>
          </a:xfrm>
        </p:spPr>
        <p:txBody>
          <a:bodyPr xmlns:a="http://schemas.openxmlformats.org/drawingml/2006/main"/>
          <a:lstStyle xmlns:a="http://schemas.openxmlformats.org/drawingml/2006/main"/>
          <a:p xmlns:a="http://schemas.openxmlformats.org/drawingml/2006/main">
            <a:pPr lvl="0">
              <a:buNone/>
            </a:pPr>
            <a:r>
              <a:t>Enterprise commerce project</a:t>
            </a:r>
          </a:p>
        </p:txBody>
      </p:sp>
      <p:sp>
        <p:nvSpPr>
          <p:cNvPr id="19" name="Footer Placeholder 4">
            <a:extLst xmlns:a="http://schemas.openxmlformats.org/drawingml/2006/main">
              <a:ext uri="{FF2B5EF4-FFF2-40B4-BE49-F238E27FC236}">
                <a16:creationId xmlns:a16="http://schemas.microsoft.com/office/drawing/2014/main" id="{93836A95-B653-4C62-844E-6F1939CC8F0E}"/>
              </a:ext>
            </a:extLst>
          </p:cNvPr>
          <p:cNvSpPr>
            <a:spLocks xmlns:a="http://schemas.openxmlformats.org/drawingml/2006/main" noGrp="1"/>
          </p:cNvSpPr>
          <p:nvPr>
            <p:ph type="ftr" idx="3"/>
          </p:nvPr>
        </p:nvSpPr>
        <p:spPr>
          <a:xfrm xmlns:a="http://schemas.openxmlformats.org/drawingml/2006/main">
            <a:off x="533400" y="4743450"/>
            <a:ext cx="5257800" cy="11430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l">
              <a:buNone/>
              <a:defRPr sz="750">
                <a:solidFill>
                  <a:schemeClr val="tx1"/>
                </a:solidFill>
                <a:latin typeface="Arial"/>
                <a:ea typeface="Arial"/>
                <a:cs typeface="Arial"/>
              </a:defRPr>
            </a:lvl1pPr>
          </a:lstStyle>
          <a:p xmlns:a="http://schemas.openxmlformats.org/drawingml/2006/main">
            <a:r>
              <a:t>Enterprise commerce project</a:t>
            </a:r>
            <a:endParaRPr>
              <a:solidFill>
                <a:srgbClr val="000000"/>
              </a:solidFill>
            </a:endParaRPr>
          </a:p>
        </p:txBody>
      </p:sp>
      <p:cxnSp>
        <p:nvCxnSpPr>
          <p:cNvPr id="43" name="Shape 13"/>
          <p:cNvCxnSpPr/>
          <p:nvPr/>
        </p:nvCxnSpPr>
        <p:spPr>
          <a:xfrm xmlns:a="http://schemas.openxmlformats.org/drawingml/2006/main" rot="5400000" flipH="1" flipV="1">
            <a:off x="4438652" y="-3600450"/>
            <a:ext cx="114299" cy="8229600"/>
          </a:xfrm>
          <a:prstGeom xmlns:a="http://schemas.openxmlformats.org/drawingml/2006/main" prst="bentConnector2">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1" name="Slide Number Placeholder 5">
            <a:extLst xmlns:a="http://schemas.openxmlformats.org/drawingml/2006/main">
              <a:ext uri="{FF2B5EF4-FFF2-40B4-BE49-F238E27FC236}">
                <a16:creationId xmlns:a16="http://schemas.microsoft.com/office/drawing/2014/main" id="{2C05627F-394C-4A2F-9A96-472408D6D6A3}"/>
              </a:ext>
            </a:extLst>
          </p:cNvPr>
          <p:cNvSpPr>
            <a:spLocks xmlns:a="http://schemas.openxmlformats.org/drawingml/2006/main" noGrp="1"/>
          </p:cNvSpPr>
          <p:nvPr>
            <p:ph type="sldNum" idx="4"/>
          </p:nvPr>
        </p:nvSpPr>
        <p:spPr>
          <a:xfrm xmlns:a="http://schemas.openxmlformats.org/drawingml/2006/main">
            <a:off x="7086600" y="4857750"/>
            <a:ext cx="1527048"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fld id="{DD80CA47-2CC1-5762-B8A6-43F3F75358E0}" type="slidenum">
              <a:rPr>
                <a:solidFill>
                  <a:srgbClr val="000000"/>
                </a:solidFill>
              </a:rPr>
              <a:t>Enterprise commerce project</a:t>
            </a:fld>
            <a:endParaRPr>
              <a:solidFill>
                <a:srgbClr val="000000"/>
              </a:solidFill>
            </a:endParaRPr>
          </a:p>
        </p:txBody>
      </p:sp>
      <p:sp>
        <p:nvSpPr>
          <p:cNvPr id="12" name="Date Placeholder 3">
            <a:extLst xmlns:a="http://schemas.openxmlformats.org/drawingml/2006/main">
              <a:ext uri="{FF2B5EF4-FFF2-40B4-BE49-F238E27FC236}">
                <a16:creationId xmlns:a16="http://schemas.microsoft.com/office/drawing/2014/main" id="{26D29B38-A857-4FBE-B614-C49B2B3CEC91}"/>
              </a:ext>
            </a:extLst>
          </p:cNvPr>
          <p:cNvSpPr>
            <a:spLocks xmlns:a="http://schemas.openxmlformats.org/drawingml/2006/main" noGrp="1"/>
          </p:cNvSpPr>
          <p:nvPr>
            <p:ph type="dt" idx="2"/>
          </p:nvPr>
        </p:nvSpPr>
        <p:spPr>
          <a:xfrm xmlns:a="http://schemas.openxmlformats.org/drawingml/2006/main">
            <a:off x="7086600" y="4743450"/>
            <a:ext cx="1524000"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r>
              <a:t>Enterprise commerce project</a:t>
            </a:r>
            <a:endParaRPr>
              <a:solidFill>
                <a:srgbClr val="000000"/>
              </a:solidFill>
            </a:endParaRPr>
          </a:p>
        </p:txBody>
      </p:sp>
      <p:sp>
        <p:nvSpPr>
          <p:cNvPr id="15" name="PwCFirm">
            <a:extLst xmlns:a="http://schemas.openxmlformats.org/drawingml/2006/main">
              <a:ext uri="{FF2B5EF4-FFF2-40B4-BE49-F238E27FC236}">
                <a16:creationId xmlns:a16="http://schemas.microsoft.com/office/drawing/2014/main" id="{32DECA75-CEBE-4576-9B9C-AAF19B1B75ED}"/>
              </a:ext>
            </a:extLst>
          </p:cNvPr>
          <p:cNvSpPr>
            <a:spLocks xmlns:a="http://schemas.openxmlformats.org/drawingml/2006/main" noGrp="1"/>
          </p:cNvSpPr>
          <p:nvPr/>
        </p:nvSpPr>
        <p:spPr>
          <a:xfrm xmlns:a="http://schemas.openxmlformats.org/drawingml/2006/main">
            <a:off x="533400" y="4857750"/>
            <a:ext cx="2590800" cy="114301"/>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spcBef>
                <a:spcPts val="0"/>
              </a:spcBef>
              <a:spcAft>
                <a:spcPts val="0"/>
              </a:spcAft>
              <a:buNone/>
            </a:pPr>
            <a:r>
              <a:rPr sz="750">
                <a:solidFill>
                  <a:srgbClr val="000000"/>
                </a:solidFill>
                <a:latin typeface="Arial"/>
                <a:ea typeface="Arial"/>
                <a:cs typeface="Arial"/>
              </a:rPr>
              <a:t>PwC</a:t>
            </a:r>
          </a:p>
        </p:txBody>
      </p:sp>
    </p:spTree>
  </p:cSld>
</p:sldLayout>
</file>

<file path=ppt/slideLayouts/slideLayout20.xml><?xml version="1.0" encoding="utf-8"?>
<p:sldLayout xmlns:p="http://schemas.openxmlformats.org/presentationml/2006/main" preserve="1">
  <p:cSld name="Content: One with Impac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EFD9508-D661-46B7-B6BF-27BBBCCD5EE5}"/>
              </a:ext>
            </a:extLst>
          </p:cNvPr>
          <p:cNvSpPr>
            <a:spLocks xmlns:a="http://schemas.openxmlformats.org/drawingml/2006/main" noGrp="1"/>
          </p:cNvSpPr>
          <p:nvPr>
            <p:ph type="title" idx="0"/>
          </p:nvPr>
        </p:nvSpPr>
        <p:spPr>
          <a:xfrm xmlns:a="http://schemas.openxmlformats.org/drawingml/2006/main">
            <a:off x="3276600" y="514350"/>
            <a:ext cx="5334000" cy="685800"/>
          </a:xfrm>
        </p:spPr>
        <p:txBody>
          <a:bodyPr xmlns:a="http://schemas.openxmlformats.org/drawingml/2006/main"/>
          <a:lstStyle xmlns:a="http://schemas.openxmlformats.org/drawingml/2006/main">
            <a:lvl1pPr>
              <a:buNone/>
              <a:defRPr/>
            </a:lvl1pPr>
          </a:lstStyle>
          <a:p xmlns:a="http://schemas.openxmlformats.org/drawingml/2006/main">
            <a:r>
              <a:t>GlobalCommerce</a:t>
            </a:r>
            <a:endParaRPr/>
          </a:p>
        </p:txBody>
      </p:sp>
      <p:sp>
        <p:nvSpPr>
          <p:cNvPr id="31" name="Content Placeholder 26">
            <a:extLst xmlns:a="http://schemas.openxmlformats.org/drawingml/2006/main">
              <a:ext uri="{FF2B5EF4-FFF2-40B4-BE49-F238E27FC236}">
                <a16:creationId xmlns:a16="http://schemas.microsoft.com/office/drawing/2014/main" id="{6AC9AA43-826D-4463-8D8C-3693DA4A6040}"/>
              </a:ext>
            </a:extLst>
          </p:cNvPr>
          <p:cNvSpPr>
            <a:spLocks xmlns:a="http://schemas.openxmlformats.org/drawingml/2006/main" noGrp="1"/>
          </p:cNvSpPr>
          <p:nvPr>
            <p:ph idx="15"/>
          </p:nvPr>
        </p:nvSpPr>
        <p:spPr>
          <a:xfrm xmlns:a="http://schemas.openxmlformats.org/drawingml/2006/main">
            <a:off x="3276600" y="1314450"/>
            <a:ext cx="5334000" cy="3314700"/>
          </a:xfrm>
        </p:spPr>
        <p:txBody>
          <a:bodyPr xmlns:a="http://schemas.openxmlformats.org/drawingml/2006/main"/>
          <a:lstStyle xmlns:a="http://schemas.openxmlformats.org/drawingml/2006/main">
            <a:lvl1pPr>
              <a:buNone/>
              <a:defRPr baseline="0"/>
            </a:lvl1pPr>
          </a:lstStyle>
          <a:p xmlns:a="http://schemas.openxmlformats.org/drawingml/2006/main">
            <a:pPr lvl="0">
              <a:buNone/>
            </a:pPr>
            <a:r>
              <a:t>Enterprise commerce project</a:t>
            </a:r>
          </a:p>
        </p:txBody>
      </p:sp>
      <p:sp>
        <p:nvSpPr>
          <p:cNvPr id="12" name="Text Placeholder 11">
            <a:extLst xmlns:a="http://schemas.openxmlformats.org/drawingml/2006/main">
              <a:ext uri="{FF2B5EF4-FFF2-40B4-BE49-F238E27FC236}">
                <a16:creationId xmlns:a16="http://schemas.microsoft.com/office/drawing/2014/main" id="{2E419DBC-EF57-40CC-ADEE-0916D9EC1AE5}"/>
              </a:ext>
            </a:extLst>
          </p:cNvPr>
          <p:cNvSpPr>
            <a:spLocks xmlns:a="http://schemas.openxmlformats.org/drawingml/2006/main" noGrp="1"/>
          </p:cNvSpPr>
          <p:nvPr>
            <p:ph type="body" idx="16"/>
          </p:nvPr>
        </p:nvSpPr>
        <p:spPr>
          <a:xfrm xmlns:a="http://schemas.openxmlformats.org/drawingml/2006/main">
            <a:off x="533400" y="1314450"/>
            <a:ext cx="2590800" cy="1597914"/>
          </a:xfrm>
        </p:spPr>
        <p:txBody>
          <a:bodyPr xmlns:a="http://schemas.openxmlformats.org/drawingml/2006/main"/>
          <a:lstStyle xmlns:a="http://schemas.openxmlformats.org/drawingml/2006/main">
            <a:lvl1pPr>
              <a:buNone/>
              <a:defRPr sz="1800" b="1" i="1" baseline="0">
                <a:solidFill>
                  <a:schemeClr val="tx2"/>
                </a:solidFill>
              </a:defRPr>
            </a:lvl1pPr>
          </a:lstStyle>
          <a:p xmlns:a="http://schemas.openxmlformats.org/drawingml/2006/main">
            <a:pPr lvl="0">
              <a:buNone/>
            </a:pPr>
            <a:r>
              <a:t>Enterprise commerce project</a:t>
            </a:r>
          </a:p>
        </p:txBody>
      </p:sp>
      <p:sp>
        <p:nvSpPr>
          <p:cNvPr id="18" name="Footer Placeholder 4">
            <a:extLst xmlns:a="http://schemas.openxmlformats.org/drawingml/2006/main">
              <a:ext uri="{FF2B5EF4-FFF2-40B4-BE49-F238E27FC236}">
                <a16:creationId xmlns:a16="http://schemas.microsoft.com/office/drawing/2014/main" id="{DB4F3B02-6DFF-4230-BEDD-B4ACDA7BD000}"/>
              </a:ext>
            </a:extLst>
          </p:cNvPr>
          <p:cNvSpPr>
            <a:spLocks xmlns:a="http://schemas.openxmlformats.org/drawingml/2006/main" noGrp="1"/>
          </p:cNvSpPr>
          <p:nvPr>
            <p:ph type="ftr" idx="3"/>
          </p:nvPr>
        </p:nvSpPr>
        <p:spPr>
          <a:xfrm xmlns:a="http://schemas.openxmlformats.org/drawingml/2006/main">
            <a:off x="533400" y="4743450"/>
            <a:ext cx="5257800" cy="11430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l">
              <a:buNone/>
              <a:defRPr sz="750">
                <a:solidFill>
                  <a:schemeClr val="tx1"/>
                </a:solidFill>
                <a:latin typeface="Arial"/>
                <a:ea typeface="Arial"/>
                <a:cs typeface="Arial"/>
              </a:defRPr>
            </a:lvl1pPr>
          </a:lstStyle>
          <a:p xmlns:a="http://schemas.openxmlformats.org/drawingml/2006/main">
            <a:r>
              <a:t>Enterprise commerce project</a:t>
            </a:r>
            <a:endParaRPr>
              <a:solidFill>
                <a:srgbClr val="000000"/>
              </a:solidFill>
            </a:endParaRPr>
          </a:p>
        </p:txBody>
      </p:sp>
      <p:cxnSp>
        <p:nvCxnSpPr>
          <p:cNvPr id="41" name="Shape 29"/>
          <p:cNvCxnSpPr/>
          <p:nvPr/>
        </p:nvCxnSpPr>
        <p:spPr>
          <a:xfrm xmlns:a="http://schemas.openxmlformats.org/drawingml/2006/main" rot="5400000" flipH="1" flipV="1">
            <a:off x="5810252" y="-2228850"/>
            <a:ext cx="114299" cy="5486400"/>
          </a:xfrm>
          <a:prstGeom xmlns:a="http://schemas.openxmlformats.org/drawingml/2006/main" prst="bentConnector2">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0" name="Slide Number Placeholder 5">
            <a:extLst xmlns:a="http://schemas.openxmlformats.org/drawingml/2006/main">
              <a:ext uri="{FF2B5EF4-FFF2-40B4-BE49-F238E27FC236}">
                <a16:creationId xmlns:a16="http://schemas.microsoft.com/office/drawing/2014/main" id="{D7A1F902-7278-4E01-8582-4DDCDF852584}"/>
              </a:ext>
            </a:extLst>
          </p:cNvPr>
          <p:cNvSpPr>
            <a:spLocks xmlns:a="http://schemas.openxmlformats.org/drawingml/2006/main" noGrp="1"/>
          </p:cNvSpPr>
          <p:nvPr>
            <p:ph type="sldNum" idx="4"/>
          </p:nvPr>
        </p:nvSpPr>
        <p:spPr>
          <a:xfrm xmlns:a="http://schemas.openxmlformats.org/drawingml/2006/main">
            <a:off x="7086600" y="4857750"/>
            <a:ext cx="1527048"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fld id="{DD80CA47-2CC1-5762-B8A6-43F3F75358E0}" type="slidenum">
              <a:rPr>
                <a:solidFill>
                  <a:srgbClr val="000000"/>
                </a:solidFill>
              </a:rPr>
              <a:t>Enterprise commerce project</a:t>
            </a:fld>
            <a:endParaRPr>
              <a:solidFill>
                <a:srgbClr val="000000"/>
              </a:solidFill>
            </a:endParaRPr>
          </a:p>
        </p:txBody>
      </p:sp>
      <p:sp>
        <p:nvSpPr>
          <p:cNvPr id="11" name="Date Placeholder 3">
            <a:extLst xmlns:a="http://schemas.openxmlformats.org/drawingml/2006/main">
              <a:ext uri="{FF2B5EF4-FFF2-40B4-BE49-F238E27FC236}">
                <a16:creationId xmlns:a16="http://schemas.microsoft.com/office/drawing/2014/main" id="{C776CEB8-B254-4FE9-AFB0-87168C9E6152}"/>
              </a:ext>
            </a:extLst>
          </p:cNvPr>
          <p:cNvSpPr>
            <a:spLocks xmlns:a="http://schemas.openxmlformats.org/drawingml/2006/main" noGrp="1"/>
          </p:cNvSpPr>
          <p:nvPr>
            <p:ph type="dt" idx="2"/>
          </p:nvPr>
        </p:nvSpPr>
        <p:spPr>
          <a:xfrm xmlns:a="http://schemas.openxmlformats.org/drawingml/2006/main">
            <a:off x="7086600" y="4743450"/>
            <a:ext cx="1524000"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r>
              <a:t>Enterprise commerce project</a:t>
            </a:r>
            <a:endParaRPr>
              <a:solidFill>
                <a:srgbClr val="000000"/>
              </a:solidFill>
            </a:endParaRPr>
          </a:p>
        </p:txBody>
      </p:sp>
      <p:sp>
        <p:nvSpPr>
          <p:cNvPr id="13" name="PwCFirm">
            <a:extLst xmlns:a="http://schemas.openxmlformats.org/drawingml/2006/main">
              <a:ext uri="{FF2B5EF4-FFF2-40B4-BE49-F238E27FC236}">
                <a16:creationId xmlns:a16="http://schemas.microsoft.com/office/drawing/2014/main" id="{05ACCC0D-31A8-4775-ADB0-D9A778276B82}"/>
              </a:ext>
            </a:extLst>
          </p:cNvPr>
          <p:cNvSpPr>
            <a:spLocks xmlns:a="http://schemas.openxmlformats.org/drawingml/2006/main" noGrp="1"/>
          </p:cNvSpPr>
          <p:nvPr/>
        </p:nvSpPr>
        <p:spPr>
          <a:xfrm xmlns:a="http://schemas.openxmlformats.org/drawingml/2006/main">
            <a:off x="533400" y="4857750"/>
            <a:ext cx="2590800" cy="114301"/>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spcBef>
                <a:spcPts val="0"/>
              </a:spcBef>
              <a:spcAft>
                <a:spcPts val="0"/>
              </a:spcAft>
              <a:buNone/>
            </a:pPr>
            <a:r>
              <a:rPr sz="750">
                <a:solidFill>
                  <a:srgbClr val="000000"/>
                </a:solidFill>
                <a:latin typeface="Arial"/>
                <a:ea typeface="Arial"/>
                <a:cs typeface="Arial"/>
              </a:rPr>
              <a:t>PwC</a:t>
            </a:r>
          </a:p>
        </p:txBody>
      </p:sp>
    </p:spTree>
  </p:cSld>
</p:sldLayout>
</file>

<file path=ppt/slideLayouts/slideLayout21.xml><?xml version="1.0" encoding="utf-8"?>
<p:sldLayout xmlns:p="http://schemas.openxmlformats.org/presentationml/2006/main" preserve="1">
  <p:cSld name="Cover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673C65B-CEFB-456E-A956-032D7699CF8C}"/>
              </a:ext>
            </a:extLst>
          </p:cNvPr>
          <p:cNvSpPr>
            <a:spLocks xmlns:a="http://schemas.openxmlformats.org/drawingml/2006/main" noGrp="1"/>
          </p:cNvSpPr>
          <p:nvPr>
            <p:ph type="title" idx="0"/>
          </p:nvPr>
        </p:nvSpPr>
        <p:spPr>
          <a:xfrm xmlns:a="http://schemas.openxmlformats.org/drawingml/2006/main">
            <a:off x="533400" y="514350"/>
            <a:ext cx="8077200" cy="685800"/>
          </a:xfrm>
        </p:spPr>
        <p:txBody>
          <a:bodyPr xmlns:a="http://schemas.openxmlformats.org/drawingml/2006/main"/>
          <a:lstStyle xmlns:a="http://schemas.openxmlformats.org/drawingml/2006/main"/>
          <a:p xmlns:a="http://schemas.openxmlformats.org/drawingml/2006/main">
            <a:r>
              <a:t>GlobalCommerce</a:t>
            </a:r>
            <a:endParaRPr/>
          </a:p>
        </p:txBody>
      </p:sp>
      <p:sp>
        <p:nvSpPr>
          <p:cNvPr id="12" name="Footer Placeholder 4">
            <a:extLst xmlns:a="http://schemas.openxmlformats.org/drawingml/2006/main">
              <a:ext uri="{FF2B5EF4-FFF2-40B4-BE49-F238E27FC236}">
                <a16:creationId xmlns:a16="http://schemas.microsoft.com/office/drawing/2014/main" id="{DBB19C4D-734F-4A1C-AACC-D2B59B0AF464}"/>
              </a:ext>
            </a:extLst>
          </p:cNvPr>
          <p:cNvSpPr>
            <a:spLocks xmlns:a="http://schemas.openxmlformats.org/drawingml/2006/main" noGrp="1"/>
          </p:cNvSpPr>
          <p:nvPr>
            <p:ph type="ftr" idx="3"/>
          </p:nvPr>
        </p:nvSpPr>
        <p:spPr>
          <a:xfrm xmlns:a="http://schemas.openxmlformats.org/drawingml/2006/main">
            <a:off x="533400" y="4743450"/>
            <a:ext cx="5257800" cy="11430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l">
              <a:buNone/>
              <a:defRPr sz="750">
                <a:solidFill>
                  <a:schemeClr val="tx1"/>
                </a:solidFill>
                <a:latin typeface="Arial"/>
                <a:ea typeface="Arial"/>
                <a:cs typeface="Arial"/>
              </a:defRPr>
            </a:lvl1pPr>
          </a:lstStyle>
          <a:p xmlns:a="http://schemas.openxmlformats.org/drawingml/2006/main">
            <a:r>
              <a:t>Enterprise commerce project</a:t>
            </a:r>
            <a:endParaRPr>
              <a:solidFill>
                <a:srgbClr val="000000"/>
              </a:solidFill>
            </a:endParaRPr>
          </a:p>
        </p:txBody>
      </p:sp>
      <p:cxnSp>
        <p:nvCxnSpPr>
          <p:cNvPr id="18" name="Shape 9"/>
          <p:cNvCxnSpPr/>
          <p:nvPr/>
        </p:nvCxnSpPr>
        <p:spPr>
          <a:xfrm xmlns:a="http://schemas.openxmlformats.org/drawingml/2006/main" rot="5400000" flipH="1" flipV="1">
            <a:off x="4438652" y="-3600450"/>
            <a:ext cx="114299" cy="8229600"/>
          </a:xfrm>
          <a:prstGeom xmlns:a="http://schemas.openxmlformats.org/drawingml/2006/main" prst="bentConnector2">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8" name="Slide Number Placeholder 5">
            <a:extLst xmlns:a="http://schemas.openxmlformats.org/drawingml/2006/main">
              <a:ext uri="{FF2B5EF4-FFF2-40B4-BE49-F238E27FC236}">
                <a16:creationId xmlns:a16="http://schemas.microsoft.com/office/drawing/2014/main" id="{8F29204B-9CAA-4CD1-B98B-F28DB583B363}"/>
              </a:ext>
            </a:extLst>
          </p:cNvPr>
          <p:cNvSpPr>
            <a:spLocks xmlns:a="http://schemas.openxmlformats.org/drawingml/2006/main" noGrp="1"/>
          </p:cNvSpPr>
          <p:nvPr>
            <p:ph type="sldNum" idx="4"/>
          </p:nvPr>
        </p:nvSpPr>
        <p:spPr>
          <a:xfrm xmlns:a="http://schemas.openxmlformats.org/drawingml/2006/main">
            <a:off x="7086600" y="4857750"/>
            <a:ext cx="1527048"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fld id="{DD80CA47-2CC1-5762-B8A6-43F3F75358E0}" type="slidenum">
              <a:rPr>
                <a:solidFill>
                  <a:srgbClr val="000000"/>
                </a:solidFill>
              </a:rPr>
              <a:t>Enterprise commerce project</a:t>
            </a:fld>
            <a:endParaRPr>
              <a:solidFill>
                <a:srgbClr val="000000"/>
              </a:solidFill>
            </a:endParaRPr>
          </a:p>
        </p:txBody>
      </p:sp>
      <p:sp>
        <p:nvSpPr>
          <p:cNvPr id="9" name="Date Placeholder 3">
            <a:extLst xmlns:a="http://schemas.openxmlformats.org/drawingml/2006/main">
              <a:ext uri="{FF2B5EF4-FFF2-40B4-BE49-F238E27FC236}">
                <a16:creationId xmlns:a16="http://schemas.microsoft.com/office/drawing/2014/main" id="{B04944B1-E5EE-42F4-BB30-20D680C4C2F7}"/>
              </a:ext>
            </a:extLst>
          </p:cNvPr>
          <p:cNvSpPr>
            <a:spLocks xmlns:a="http://schemas.openxmlformats.org/drawingml/2006/main" noGrp="1"/>
          </p:cNvSpPr>
          <p:nvPr>
            <p:ph type="dt" idx="2"/>
          </p:nvPr>
        </p:nvSpPr>
        <p:spPr>
          <a:xfrm xmlns:a="http://schemas.openxmlformats.org/drawingml/2006/main">
            <a:off x="7086600" y="4743450"/>
            <a:ext cx="1524000"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r>
              <a:t>Enterprise commerce project</a:t>
            </a:r>
            <a:endParaRPr>
              <a:solidFill>
                <a:srgbClr val="000000"/>
              </a:solidFill>
            </a:endParaRPr>
          </a:p>
        </p:txBody>
      </p:sp>
      <p:sp>
        <p:nvSpPr>
          <p:cNvPr id="11" name="PwCFirm">
            <a:extLst xmlns:a="http://schemas.openxmlformats.org/drawingml/2006/main">
              <a:ext uri="{FF2B5EF4-FFF2-40B4-BE49-F238E27FC236}">
                <a16:creationId xmlns:a16="http://schemas.microsoft.com/office/drawing/2014/main" id="{08DED0E5-4851-4A3D-B09D-D902038CD0CB}"/>
              </a:ext>
            </a:extLst>
          </p:cNvPr>
          <p:cNvSpPr>
            <a:spLocks xmlns:a="http://schemas.openxmlformats.org/drawingml/2006/main" noGrp="1"/>
          </p:cNvSpPr>
          <p:nvPr/>
        </p:nvSpPr>
        <p:spPr>
          <a:xfrm xmlns:a="http://schemas.openxmlformats.org/drawingml/2006/main">
            <a:off x="533400" y="4857750"/>
            <a:ext cx="2590800" cy="114301"/>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spcBef>
                <a:spcPts val="0"/>
              </a:spcBef>
              <a:spcAft>
                <a:spcPts val="0"/>
              </a:spcAft>
              <a:buNone/>
            </a:pPr>
            <a:r>
              <a:rPr sz="750">
                <a:solidFill>
                  <a:srgbClr val="000000"/>
                </a:solidFill>
                <a:latin typeface="Arial"/>
                <a:ea typeface="Arial"/>
                <a:cs typeface="Arial"/>
              </a:rPr>
              <a:t>PwC</a:t>
            </a:r>
          </a:p>
        </p:txBody>
      </p:sp>
    </p:spTree>
  </p:cSld>
</p:sldLayout>
</file>

<file path=ppt/slideLayouts/slideLayout22.xml><?xml version="1.0" encoding="utf-8"?>
<p:sldLayout xmlns:p="http://schemas.openxmlformats.org/presentationml/2006/main" preserve="1">
  <p:cSld name="Empty no Footer">
    <p:spTree>
      <p:nvGrpSpPr>
        <p:cNvPr id="1" name=""/>
        <p:cNvGrpSpPr/>
        <p:nvPr/>
      </p:nvGrpSpPr>
      <p:grpSpPr>
        <a:xfrm xmlns:a="http://schemas.openxmlformats.org/drawingml/2006/main"/>
      </p:grpSpPr>
    </p:spTree>
  </p:cSld>
</p:sldLayout>
</file>

<file path=ppt/slideLayouts/slideLayout23.xml><?xml version="1.0" encoding="utf-8"?>
<p:sldLayout xmlns:p="http://schemas.openxmlformats.org/presentationml/2006/main" type="blank" preserve="1">
  <p:cSld name="Empty">
    <p:spTree>
      <p:nvGrpSpPr>
        <p:cNvPr id="1" name=""/>
        <p:cNvGrpSpPr/>
        <p:nvPr/>
      </p:nvGrpSpPr>
      <p:grpSpPr>
        <a:xfrm xmlns:a="http://schemas.openxmlformats.org/drawingml/2006/main"/>
      </p:grpSpPr>
      <p:sp>
        <p:nvSpPr>
          <p:cNvPr id="11" name="Footer Placeholder 4">
            <a:extLst xmlns:a="http://schemas.openxmlformats.org/drawingml/2006/main">
              <a:ext uri="{FF2B5EF4-FFF2-40B4-BE49-F238E27FC236}">
                <a16:creationId xmlns:a16="http://schemas.microsoft.com/office/drawing/2014/main" id="{BABFCF4A-EAD2-4043-B72F-393D94BC3826}"/>
              </a:ext>
            </a:extLst>
          </p:cNvPr>
          <p:cNvSpPr>
            <a:spLocks xmlns:a="http://schemas.openxmlformats.org/drawingml/2006/main" noGrp="1"/>
          </p:cNvSpPr>
          <p:nvPr>
            <p:ph type="ftr" idx="3"/>
          </p:nvPr>
        </p:nvSpPr>
        <p:spPr>
          <a:xfrm xmlns:a="http://schemas.openxmlformats.org/drawingml/2006/main">
            <a:off x="533400" y="4743450"/>
            <a:ext cx="5257800" cy="11430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l">
              <a:buNone/>
              <a:defRPr sz="750">
                <a:solidFill>
                  <a:schemeClr val="tx1"/>
                </a:solidFill>
                <a:latin typeface="Arial"/>
                <a:ea typeface="Arial"/>
                <a:cs typeface="Arial"/>
              </a:defRPr>
            </a:lvl1pPr>
          </a:lstStyle>
          <a:p xmlns:a="http://schemas.openxmlformats.org/drawingml/2006/main">
            <a:r>
              <a:t>Enterprise commerce project</a:t>
            </a:r>
            <a:endParaRPr>
              <a:solidFill>
                <a:srgbClr val="000000"/>
              </a:solidFill>
            </a:endParaRPr>
          </a:p>
        </p:txBody>
      </p:sp>
      <p:sp>
        <p:nvSpPr>
          <p:cNvPr id="6" name="Slide Number Placeholder 5">
            <a:extLst xmlns:a="http://schemas.openxmlformats.org/drawingml/2006/main">
              <a:ext uri="{FF2B5EF4-FFF2-40B4-BE49-F238E27FC236}">
                <a16:creationId xmlns:a16="http://schemas.microsoft.com/office/drawing/2014/main" id="{7E65F9E3-EB6B-4F42-906C-3DC4368EC8C0}"/>
              </a:ext>
            </a:extLst>
          </p:cNvPr>
          <p:cNvSpPr>
            <a:spLocks xmlns:a="http://schemas.openxmlformats.org/drawingml/2006/main" noGrp="1"/>
          </p:cNvSpPr>
          <p:nvPr>
            <p:ph type="sldNum" idx="4"/>
          </p:nvPr>
        </p:nvSpPr>
        <p:spPr>
          <a:xfrm xmlns:a="http://schemas.openxmlformats.org/drawingml/2006/main">
            <a:off x="7086600" y="4857750"/>
            <a:ext cx="1527048"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fld id="{DD80CA47-2CC1-5762-B8A6-43F3F75358E0}" type="slidenum">
              <a:rPr>
                <a:solidFill>
                  <a:srgbClr val="000000"/>
                </a:solidFill>
              </a:rPr>
              <a:t>Enterprise commerce project</a:t>
            </a:fld>
            <a:endParaRPr>
              <a:solidFill>
                <a:srgbClr val="000000"/>
              </a:solidFill>
            </a:endParaRPr>
          </a:p>
        </p:txBody>
      </p:sp>
      <p:sp>
        <p:nvSpPr>
          <p:cNvPr id="8" name="Date Placeholder 3">
            <a:extLst xmlns:a="http://schemas.openxmlformats.org/drawingml/2006/main">
              <a:ext uri="{FF2B5EF4-FFF2-40B4-BE49-F238E27FC236}">
                <a16:creationId xmlns:a16="http://schemas.microsoft.com/office/drawing/2014/main" id="{13E54F3B-15D3-4AED-8D46-C14798D59377}"/>
              </a:ext>
            </a:extLst>
          </p:cNvPr>
          <p:cNvSpPr>
            <a:spLocks xmlns:a="http://schemas.openxmlformats.org/drawingml/2006/main" noGrp="1"/>
          </p:cNvSpPr>
          <p:nvPr>
            <p:ph type="dt" idx="2"/>
          </p:nvPr>
        </p:nvSpPr>
        <p:spPr>
          <a:xfrm xmlns:a="http://schemas.openxmlformats.org/drawingml/2006/main">
            <a:off x="7086600" y="4743450"/>
            <a:ext cx="1524000"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r>
              <a:t>Enterprise commerce project</a:t>
            </a:r>
            <a:endParaRPr>
              <a:solidFill>
                <a:srgbClr val="000000"/>
              </a:solidFill>
            </a:endParaRPr>
          </a:p>
        </p:txBody>
      </p:sp>
      <p:sp>
        <p:nvSpPr>
          <p:cNvPr id="7" name="PwCFirm">
            <a:extLst xmlns:a="http://schemas.openxmlformats.org/drawingml/2006/main">
              <a:ext uri="{FF2B5EF4-FFF2-40B4-BE49-F238E27FC236}">
                <a16:creationId xmlns:a16="http://schemas.microsoft.com/office/drawing/2014/main" id="{4B020B39-8222-4E63-881E-B4427A9A400E}"/>
              </a:ext>
            </a:extLst>
          </p:cNvPr>
          <p:cNvSpPr>
            <a:spLocks xmlns:a="http://schemas.openxmlformats.org/drawingml/2006/main" noGrp="1"/>
          </p:cNvSpPr>
          <p:nvPr/>
        </p:nvSpPr>
        <p:spPr>
          <a:xfrm xmlns:a="http://schemas.openxmlformats.org/drawingml/2006/main">
            <a:off x="533400" y="4857750"/>
            <a:ext cx="2590800" cy="114301"/>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spcBef>
                <a:spcPts val="0"/>
              </a:spcBef>
              <a:spcAft>
                <a:spcPts val="0"/>
              </a:spcAft>
              <a:buNone/>
            </a:pPr>
            <a:r>
              <a:rPr sz="750">
                <a:solidFill>
                  <a:srgbClr val="000000"/>
                </a:solidFill>
                <a:latin typeface="Arial"/>
                <a:ea typeface="Arial"/>
                <a:cs typeface="Arial"/>
              </a:rPr>
              <a:t>PwC</a:t>
            </a:r>
          </a:p>
        </p:txBody>
      </p:sp>
    </p:spTree>
  </p:cSld>
</p:sldLayout>
</file>

<file path=ppt/slideLayouts/slideLayout24.xml><?xml version="1.0" encoding="utf-8"?>
<p:sldLayout xmlns:p="http://schemas.openxmlformats.org/presentationml/2006/main" preserve="1">
  <p:cSld name="Key point">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C18B609-DD8C-4E88-8C64-29DF2FCB8678}"/>
              </a:ext>
            </a:extLst>
          </p:cNvPr>
          <p:cNvSpPr>
            <a:spLocks xmlns:a="http://schemas.openxmlformats.org/drawingml/2006/main" noGrp="1"/>
          </p:cNvSpPr>
          <p:nvPr>
            <p:ph type="title" idx="0"/>
          </p:nvPr>
        </p:nvSpPr>
        <p:spPr>
          <a:xfrm xmlns:a="http://schemas.openxmlformats.org/drawingml/2006/main">
            <a:off x="533400" y="514350"/>
            <a:ext cx="8077200" cy="685800"/>
          </a:xfrm>
        </p:spPr>
        <p:txBody>
          <a:bodyPr xmlns:a="http://schemas.openxmlformats.org/drawingml/2006/main"/>
          <a:lstStyle xmlns:a="http://schemas.openxmlformats.org/drawingml/2006/main">
            <a:lvl1pPr>
              <a:lnSpc>
                <a:spcPct val="100000"/>
              </a:lnSpc>
              <a:buNone/>
              <a:defRPr baseline="0">
                <a:solidFill>
                  <a:schemeClr val="tx1"/>
                </a:solidFill>
              </a:defRPr>
            </a:lvl1pPr>
          </a:lstStyle>
          <a:p xmlns:a="http://schemas.openxmlformats.org/drawingml/2006/main">
            <a:r>
              <a:t>GlobalCommerce</a:t>
            </a:r>
            <a:endParaRPr/>
          </a:p>
        </p:txBody>
      </p:sp>
      <p:cxnSp>
        <p:nvCxnSpPr>
          <p:cNvPr id="20" name="Shape 10"/>
          <p:cNvCxnSpPr/>
          <p:nvPr/>
        </p:nvCxnSpPr>
        <p:spPr>
          <a:xfrm xmlns:a="http://schemas.openxmlformats.org/drawingml/2006/main" rot="5400000" flipH="1" flipV="1">
            <a:off x="4438652" y="-3600450"/>
            <a:ext cx="114299" cy="8229600"/>
          </a:xfrm>
          <a:prstGeom xmlns:a="http://schemas.openxmlformats.org/drawingml/2006/main" prst="bentConnector2">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0" name="Footer Placeholder 4">
            <a:extLst xmlns:a="http://schemas.openxmlformats.org/drawingml/2006/main">
              <a:ext uri="{FF2B5EF4-FFF2-40B4-BE49-F238E27FC236}">
                <a16:creationId xmlns:a16="http://schemas.microsoft.com/office/drawing/2014/main" id="{2B05456A-57AA-4A49-A8E7-C1BEA1E182B9}"/>
              </a:ext>
            </a:extLst>
          </p:cNvPr>
          <p:cNvSpPr>
            <a:spLocks xmlns:a="http://schemas.openxmlformats.org/drawingml/2006/main" noGrp="1"/>
          </p:cNvSpPr>
          <p:nvPr>
            <p:ph type="ftr" idx="3"/>
          </p:nvPr>
        </p:nvSpPr>
        <p:spPr>
          <a:xfrm xmlns:a="http://schemas.openxmlformats.org/drawingml/2006/main">
            <a:off x="533400" y="4743450"/>
            <a:ext cx="5257800" cy="11430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l">
              <a:buNone/>
              <a:defRPr sz="750">
                <a:solidFill>
                  <a:schemeClr val="tx1"/>
                </a:solidFill>
                <a:latin typeface="Arial"/>
                <a:ea typeface="Arial"/>
                <a:cs typeface="Arial"/>
              </a:defRPr>
            </a:lvl1pPr>
          </a:lstStyle>
          <a:p xmlns:a="http://schemas.openxmlformats.org/drawingml/2006/main">
            <a:r>
              <a:t>Enterprise commerce project</a:t>
            </a:r>
            <a:endParaRPr>
              <a:solidFill>
                <a:srgbClr val="000000"/>
              </a:solidFill>
            </a:endParaRPr>
          </a:p>
        </p:txBody>
      </p:sp>
      <p:sp>
        <p:nvSpPr>
          <p:cNvPr id="15" name="Content Placeholder 26">
            <a:extLst xmlns:a="http://schemas.openxmlformats.org/drawingml/2006/main">
              <a:ext uri="{FF2B5EF4-FFF2-40B4-BE49-F238E27FC236}">
                <a16:creationId xmlns:a16="http://schemas.microsoft.com/office/drawing/2014/main" id="{44A4CC13-68C4-42D5-99EF-D93FC9C89749}"/>
              </a:ext>
            </a:extLst>
          </p:cNvPr>
          <p:cNvSpPr>
            <a:spLocks xmlns:a="http://schemas.openxmlformats.org/drawingml/2006/main" noGrp="1"/>
          </p:cNvSpPr>
          <p:nvPr>
            <p:ph idx="15"/>
          </p:nvPr>
        </p:nvSpPr>
        <p:spPr>
          <a:xfrm xmlns:a="http://schemas.openxmlformats.org/drawingml/2006/main">
            <a:off x="533400" y="1314450"/>
            <a:ext cx="8077200" cy="3314700"/>
          </a:xfrm>
        </p:spPr>
        <p:txBody>
          <a:bodyPr xmlns:a="http://schemas.openxmlformats.org/drawingml/2006/main"/>
          <a:lstStyle xmlns:a="http://schemas.openxmlformats.org/drawingml/2006/main">
            <a:lvl1pPr>
              <a:buNone/>
              <a:defRPr sz="2400" baseline="0">
                <a:solidFill>
                  <a:schemeClr val="tx2"/>
                </a:solidFill>
              </a:defRPr>
            </a:lvl1pPr>
            <a:lvl2pPr>
              <a:buClr>
                <a:schemeClr val="tx2"/>
              </a:buClr>
              <a:buNone/>
              <a:defRPr sz="2400">
                <a:solidFill>
                  <a:schemeClr val="tx2"/>
                </a:solidFill>
              </a:defRPr>
            </a:lvl2pPr>
            <a:lvl3pPr>
              <a:buClr>
                <a:schemeClr val="tx2"/>
              </a:buClr>
              <a:buNone/>
              <a:defRPr sz="2400">
                <a:solidFill>
                  <a:schemeClr val="tx2"/>
                </a:solidFill>
              </a:defRPr>
            </a:lvl3pPr>
            <a:lvl4pPr>
              <a:buClr>
                <a:schemeClr val="tx2"/>
              </a:buClr>
              <a:buNone/>
              <a:defRPr sz="2400">
                <a:solidFill>
                  <a:schemeClr val="tx2"/>
                </a:solidFill>
              </a:defRPr>
            </a:lvl4pPr>
            <a:lvl5pPr>
              <a:buClr>
                <a:schemeClr val="tx2"/>
              </a:buClr>
              <a:buNone/>
              <a:defRPr sz="2400">
                <a:solidFill>
                  <a:schemeClr val="tx2"/>
                </a:solidFill>
              </a:defRPr>
            </a:lvl5pPr>
            <a:lvl6pPr>
              <a:buClr>
                <a:schemeClr val="tx2"/>
              </a:buClr>
              <a:buNone/>
              <a:defRPr sz="2400" baseline="0">
                <a:solidFill>
                  <a:schemeClr val="tx2"/>
                </a:solidFill>
              </a:defRPr>
            </a:lvl6pPr>
            <a:lvl7pPr>
              <a:buClr>
                <a:schemeClr val="tx2"/>
              </a:buClr>
              <a:buAutoNum type="alphaLcPeriod"/>
              <a:defRPr sz="2400" baseline="0">
                <a:solidFill>
                  <a:schemeClr val="tx2"/>
                </a:solidFill>
              </a:defRPr>
            </a:lvl7pPr>
            <a:lvl8pPr>
              <a:buClr>
                <a:schemeClr val="tx2"/>
              </a:buClr>
              <a:buNone/>
              <a:defRPr sz="2400">
                <a:solidFill>
                  <a:schemeClr val="tx2"/>
                </a:solidFill>
              </a:defRPr>
            </a:lvl8pPr>
            <a:lvl9pPr>
              <a:buNone/>
              <a:defRPr sz="2400"/>
            </a:lvl9pPr>
          </a:lstStyle>
          <a:p xmlns:a="http://schemas.openxmlformats.org/drawingml/2006/main">
            <a:pPr lvl="0">
              <a:buNone/>
            </a:pPr>
            <a:r>
              <a:t>Enterprise commerce project</a:t>
            </a:r>
          </a:p>
        </p:txBody>
      </p:sp>
      <p:sp>
        <p:nvSpPr>
          <p:cNvPr id="14" name="Slide Number Placeholder 5">
            <a:extLst xmlns:a="http://schemas.openxmlformats.org/drawingml/2006/main">
              <a:ext uri="{FF2B5EF4-FFF2-40B4-BE49-F238E27FC236}">
                <a16:creationId xmlns:a16="http://schemas.microsoft.com/office/drawing/2014/main" id="{ED9A622A-5B8E-4A61-948D-E083D5322FDD}"/>
              </a:ext>
            </a:extLst>
          </p:cNvPr>
          <p:cNvSpPr>
            <a:spLocks xmlns:a="http://schemas.openxmlformats.org/drawingml/2006/main" noGrp="1"/>
          </p:cNvSpPr>
          <p:nvPr>
            <p:ph type="sldNum" idx="4"/>
          </p:nvPr>
        </p:nvSpPr>
        <p:spPr>
          <a:xfrm xmlns:a="http://schemas.openxmlformats.org/drawingml/2006/main">
            <a:off x="7086600" y="4857750"/>
            <a:ext cx="1527048"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fld id="{DD80CA47-2CC1-5762-B8A6-43F3F75358E0}" type="slidenum">
              <a:rPr>
                <a:solidFill>
                  <a:srgbClr val="000000"/>
                </a:solidFill>
              </a:rPr>
              <a:t>Enterprise commerce project</a:t>
            </a:fld>
            <a:endParaRPr>
              <a:solidFill>
                <a:srgbClr val="000000"/>
              </a:solidFill>
            </a:endParaRPr>
          </a:p>
        </p:txBody>
      </p:sp>
      <p:sp>
        <p:nvSpPr>
          <p:cNvPr id="16" name="Date Placeholder 3">
            <a:extLst xmlns:a="http://schemas.openxmlformats.org/drawingml/2006/main">
              <a:ext uri="{FF2B5EF4-FFF2-40B4-BE49-F238E27FC236}">
                <a16:creationId xmlns:a16="http://schemas.microsoft.com/office/drawing/2014/main" id="{9F8D996B-D5BD-41C2-9E0B-16B6F234B2F7}"/>
              </a:ext>
            </a:extLst>
          </p:cNvPr>
          <p:cNvSpPr>
            <a:spLocks xmlns:a="http://schemas.openxmlformats.org/drawingml/2006/main" noGrp="1"/>
          </p:cNvSpPr>
          <p:nvPr>
            <p:ph type="dt" idx="2"/>
          </p:nvPr>
        </p:nvSpPr>
        <p:spPr>
          <a:xfrm xmlns:a="http://schemas.openxmlformats.org/drawingml/2006/main">
            <a:off x="7086600" y="4743450"/>
            <a:ext cx="1524000"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r>
              <a:t>Enterprise commerce project</a:t>
            </a:r>
            <a:endParaRPr>
              <a:solidFill>
                <a:srgbClr val="000000"/>
              </a:solidFill>
            </a:endParaRPr>
          </a:p>
        </p:txBody>
      </p:sp>
      <p:sp>
        <p:nvSpPr>
          <p:cNvPr id="9" name="PwCFirm">
            <a:extLst xmlns:a="http://schemas.openxmlformats.org/drawingml/2006/main">
              <a:ext uri="{FF2B5EF4-FFF2-40B4-BE49-F238E27FC236}">
                <a16:creationId xmlns:a16="http://schemas.microsoft.com/office/drawing/2014/main" id="{8437E547-84DB-411E-9436-377B5478EBF8}"/>
              </a:ext>
            </a:extLst>
          </p:cNvPr>
          <p:cNvSpPr>
            <a:spLocks xmlns:a="http://schemas.openxmlformats.org/drawingml/2006/main" noGrp="1"/>
          </p:cNvSpPr>
          <p:nvPr/>
        </p:nvSpPr>
        <p:spPr>
          <a:xfrm xmlns:a="http://schemas.openxmlformats.org/drawingml/2006/main">
            <a:off x="533400" y="4857750"/>
            <a:ext cx="2590800" cy="114301"/>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spcBef>
                <a:spcPts val="0"/>
              </a:spcBef>
              <a:spcAft>
                <a:spcPts val="0"/>
              </a:spcAft>
              <a:buNone/>
            </a:pPr>
            <a:r>
              <a:rPr sz="750">
                <a:solidFill>
                  <a:srgbClr val="000000"/>
                </a:solidFill>
                <a:latin typeface="Arial"/>
                <a:ea typeface="Arial"/>
                <a:cs typeface="Arial"/>
              </a:rPr>
              <a:t>PwC</a:t>
            </a:r>
          </a:p>
        </p:txBody>
      </p:sp>
    </p:spTree>
  </p:cSld>
</p:sldLayout>
</file>

<file path=ppt/slideLayouts/slideLayout25.xml><?xml version="1.0" encoding="utf-8"?>
<p:sldLayout xmlns:p="http://schemas.openxmlformats.org/presentationml/2006/main" type="obj" preserve="1">
  <p:cSld name="Key point: Colour">
    <p:bg>
      <p:bgPr>
        <a:solidFill xmlns:a="http://schemas.openxmlformats.org/drawingml/2006/main">
          <a:schemeClr val="tx2"/>
        </a:solid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52B638F-9ACF-49C7-8FD0-AECFBCF9BA42}"/>
              </a:ext>
            </a:extLst>
          </p:cNvPr>
          <p:cNvSpPr>
            <a:spLocks xmlns:a="http://schemas.openxmlformats.org/drawingml/2006/main" noGrp="1"/>
          </p:cNvSpPr>
          <p:nvPr>
            <p:ph type="title" idx="0"/>
          </p:nvPr>
        </p:nvSpPr>
        <p:spPr>
          <a:xfrm xmlns:a="http://schemas.openxmlformats.org/drawingml/2006/main">
            <a:off x="533400" y="514350"/>
            <a:ext cx="8077200" cy="685800"/>
          </a:xfrm>
        </p:spPr>
        <p:txBody>
          <a:bodyPr xmlns:a="http://schemas.openxmlformats.org/drawingml/2006/main"/>
          <a:lstStyle xmlns:a="http://schemas.openxmlformats.org/drawingml/2006/main">
            <a:lvl1pPr>
              <a:lnSpc>
                <a:spcPct val="100000"/>
              </a:lnSpc>
              <a:buNone/>
              <a:defRPr baseline="0">
                <a:solidFill>
                  <a:schemeClr val="bg1"/>
                </a:solidFill>
              </a:defRPr>
            </a:lvl1pPr>
          </a:lstStyle>
          <a:p xmlns:a="http://schemas.openxmlformats.org/drawingml/2006/main">
            <a:r>
              <a:t>GlobalCommerce</a:t>
            </a:r>
            <a:endParaRPr/>
          </a:p>
        </p:txBody>
      </p:sp>
      <p:sp>
        <p:nvSpPr>
          <p:cNvPr id="3" name="Content Placeholder 2">
            <a:extLst xmlns:a="http://schemas.openxmlformats.org/drawingml/2006/main">
              <a:ext uri="{FF2B5EF4-FFF2-40B4-BE49-F238E27FC236}">
                <a16:creationId xmlns:a16="http://schemas.microsoft.com/office/drawing/2014/main" id="{4727251C-B9DC-4778-BFDB-2064D0AAFF18}"/>
              </a:ext>
            </a:extLst>
          </p:cNvPr>
          <p:cNvSpPr>
            <a:spLocks xmlns:a="http://schemas.openxmlformats.org/drawingml/2006/main" noGrp="1"/>
          </p:cNvSpPr>
          <p:nvPr>
            <p:ph idx="1"/>
          </p:nvPr>
        </p:nvSpPr>
        <p:spPr>
          <a:xfrm xmlns:a="http://schemas.openxmlformats.org/drawingml/2006/main">
            <a:off x="533400" y="1314450"/>
            <a:ext cx="8077200" cy="3314700"/>
          </a:xfrm>
        </p:spPr>
        <p:txBody>
          <a:bodyPr xmlns:a="http://schemas.openxmlformats.org/drawingml/2006/main">
            <a:noAutofit/>
          </a:bodyPr>
          <a:lstStyle xmlns:a="http://schemas.openxmlformats.org/drawingml/2006/main">
            <a:lvl1pPr>
              <a:lnSpc>
                <a:spcPts val="2700"/>
              </a:lnSpc>
              <a:spcBef>
                <a:spcPts val="0"/>
              </a:spcBef>
              <a:spcAft>
                <a:spcPts val="450"/>
              </a:spcAft>
              <a:buNone/>
              <a:defRPr sz="2400" baseline="0">
                <a:solidFill>
                  <a:schemeClr val="bg1"/>
                </a:solidFill>
              </a:defRPr>
            </a:lvl1pPr>
            <a:lvl2pPr marL="333375" indent="-197644">
              <a:lnSpc>
                <a:spcPts val="2700"/>
              </a:lnSpc>
              <a:spcBef>
                <a:spcPts val="0"/>
              </a:spcBef>
              <a:spcAft>
                <a:spcPts val="450"/>
              </a:spcAft>
              <a:buClr>
                <a:schemeClr val="bg1"/>
              </a:buClr>
              <a:buNone/>
              <a:defRPr sz="2400">
                <a:solidFill>
                  <a:schemeClr val="bg1"/>
                </a:solidFill>
              </a:defRPr>
            </a:lvl2pPr>
            <a:lvl3pPr marL="535781" indent="-200025">
              <a:lnSpc>
                <a:spcPts val="2700"/>
              </a:lnSpc>
              <a:spcBef>
                <a:spcPts val="0"/>
              </a:spcBef>
              <a:spcAft>
                <a:spcPts val="450"/>
              </a:spcAft>
              <a:buClr>
                <a:schemeClr val="bg1"/>
              </a:buClr>
              <a:buNone/>
              <a:defRPr sz="2400">
                <a:solidFill>
                  <a:schemeClr val="bg1"/>
                </a:solidFill>
              </a:defRPr>
            </a:lvl3pPr>
            <a:lvl4pPr marL="738188" indent="-200025">
              <a:lnSpc>
                <a:spcPts val="2700"/>
              </a:lnSpc>
              <a:spcBef>
                <a:spcPts val="0"/>
              </a:spcBef>
              <a:spcAft>
                <a:spcPts val="450"/>
              </a:spcAft>
              <a:buClr>
                <a:schemeClr val="bg1"/>
              </a:buClr>
              <a:buNone/>
              <a:defRPr sz="2400">
                <a:solidFill>
                  <a:schemeClr val="bg1"/>
                </a:solidFill>
              </a:defRPr>
            </a:lvl4pPr>
            <a:lvl5pPr marL="1006079" indent="-200025">
              <a:lnSpc>
                <a:spcPts val="2700"/>
              </a:lnSpc>
              <a:spcBef>
                <a:spcPts val="0"/>
              </a:spcBef>
              <a:spcAft>
                <a:spcPts val="450"/>
              </a:spcAft>
              <a:buClr>
                <a:schemeClr val="bg1"/>
              </a:buClr>
              <a:buNone/>
              <a:defRPr sz="2400">
                <a:solidFill>
                  <a:schemeClr val="bg1"/>
                </a:solidFill>
              </a:defRPr>
            </a:lvl5pPr>
            <a:lvl6pPr marL="1208485" indent="-203597">
              <a:lnSpc>
                <a:spcPts val="2700"/>
              </a:lnSpc>
              <a:spcBef>
                <a:spcPts val="0"/>
              </a:spcBef>
              <a:spcAft>
                <a:spcPts val="45"/>
              </a:spcAft>
              <a:buClr>
                <a:schemeClr val="bg1"/>
              </a:buClr>
              <a:buFont typeface="Arial"/>
              <a:buNone/>
              <a:defRPr sz="2100">
                <a:solidFill>
                  <a:schemeClr val="bg1"/>
                </a:solidFill>
              </a:defRPr>
            </a:lvl6pPr>
            <a:lvl7pPr>
              <a:buNone/>
              <a:defRPr sz="2100">
                <a:solidFill>
                  <a:schemeClr val="bg1"/>
                </a:solidFill>
              </a:defRPr>
            </a:lvl7pPr>
            <a:lvl8pPr>
              <a:lnSpc>
                <a:spcPts val="2700"/>
              </a:lnSpc>
              <a:buNone/>
              <a:defRPr sz="2100">
                <a:solidFill>
                  <a:schemeClr val="bg1"/>
                </a:solidFill>
              </a:defRPr>
            </a:lvl8pPr>
            <a:lvl9pPr>
              <a:buNone/>
              <a:defRPr sz="2100">
                <a:solidFill>
                  <a:schemeClr val="bg1"/>
                </a:solidFill>
              </a:defRPr>
            </a:lvl9pPr>
          </a:lstStyle>
          <a:p xmlns:a="http://schemas.openxmlformats.org/drawingml/2006/main">
            <a:pPr lvl="0">
              <a:buNone/>
            </a:pPr>
            <a:r>
              <a:t>Enterprise commerce project</a:t>
            </a:r>
          </a:p>
        </p:txBody>
      </p:sp>
      <p:sp>
        <p:nvSpPr>
          <p:cNvPr id="28" name="Footer Placeholder 4">
            <a:extLst xmlns:a="http://schemas.openxmlformats.org/drawingml/2006/main">
              <a:ext uri="{FF2B5EF4-FFF2-40B4-BE49-F238E27FC236}">
                <a16:creationId xmlns:a16="http://schemas.microsoft.com/office/drawing/2014/main" id="{6891C3B3-F483-4D01-AD56-167AAE4DBABB}"/>
              </a:ext>
            </a:extLst>
          </p:cNvPr>
          <p:cNvSpPr>
            <a:spLocks xmlns:a="http://schemas.openxmlformats.org/drawingml/2006/main" noGrp="1"/>
          </p:cNvSpPr>
          <p:nvPr>
            <p:ph type="ftr" idx="3"/>
          </p:nvPr>
        </p:nvSpPr>
        <p:spPr>
          <a:xfrm xmlns:a="http://schemas.openxmlformats.org/drawingml/2006/main">
            <a:off x="533400" y="4743450"/>
            <a:ext cx="5257800" cy="11430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l">
              <a:buNone/>
              <a:defRPr sz="750">
                <a:solidFill>
                  <a:schemeClr val="bg1"/>
                </a:solidFill>
                <a:latin typeface="Arial"/>
                <a:ea typeface="Arial"/>
                <a:cs typeface="Arial"/>
              </a:defRPr>
            </a:lvl1pPr>
          </a:lstStyle>
          <a:p xmlns:a="http://schemas.openxmlformats.org/drawingml/2006/main">
            <a:r>
              <a:t>Enterprise commerce project</a:t>
            </a:r>
            <a:endParaRPr>
              <a:solidFill>
                <a:srgbClr val="FFFFFF"/>
              </a:solidFill>
            </a:endParaRPr>
          </a:p>
        </p:txBody>
      </p:sp>
      <p:cxnSp>
        <p:nvCxnSpPr>
          <p:cNvPr id="36" name="Shape 10"/>
          <p:cNvCxnSpPr/>
          <p:nvPr/>
        </p:nvCxnSpPr>
        <p:spPr>
          <a:xfrm xmlns:a="http://schemas.openxmlformats.org/drawingml/2006/main" rot="5400000" flipH="1" flipV="1">
            <a:off x="4438652" y="-3600450"/>
            <a:ext cx="114299" cy="8229600"/>
          </a:xfrm>
          <a:prstGeom xmlns:a="http://schemas.openxmlformats.org/drawingml/2006/main" prst="bentConnector2">
            <a:avLst/>
          </a:prstGeom>
          <a:ln xmlns:a="http://schemas.openxmlformats.org/drawingml/2006/main" w="12700">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9" name="Slide Number Placeholder 5">
            <a:extLst xmlns:a="http://schemas.openxmlformats.org/drawingml/2006/main">
              <a:ext uri="{FF2B5EF4-FFF2-40B4-BE49-F238E27FC236}">
                <a16:creationId xmlns:a16="http://schemas.microsoft.com/office/drawing/2014/main" id="{7DFFC1B6-620A-49B5-89AD-FFA6F39B9002}"/>
              </a:ext>
            </a:extLst>
          </p:cNvPr>
          <p:cNvSpPr>
            <a:spLocks xmlns:a="http://schemas.openxmlformats.org/drawingml/2006/main" noGrp="1"/>
          </p:cNvSpPr>
          <p:nvPr>
            <p:ph type="sldNum" idx="4"/>
          </p:nvPr>
        </p:nvSpPr>
        <p:spPr>
          <a:xfrm xmlns:a="http://schemas.openxmlformats.org/drawingml/2006/main">
            <a:off x="7086600" y="4857750"/>
            <a:ext cx="1527048"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bg1"/>
                </a:solidFill>
                <a:latin typeface="Arial"/>
                <a:ea typeface="Arial"/>
                <a:cs typeface="Arial"/>
              </a:defRPr>
            </a:lvl1pPr>
          </a:lstStyle>
          <a:p xmlns:a="http://schemas.openxmlformats.org/drawingml/2006/main">
            <a:pPr>
              <a:spcBef>
                <a:spcPts val="0"/>
              </a:spcBef>
              <a:spcAft>
                <a:spcPts val="0"/>
              </a:spcAft>
              <a:buNone/>
            </a:pPr>
            <a:fld id="{DD80CA47-2CC1-5762-B8A6-43F3F75358E0}" type="slidenum">
              <a:rPr>
                <a:solidFill>
                  <a:srgbClr val="FFFFFF"/>
                </a:solidFill>
              </a:rPr>
              <a:t>Enterprise commerce project</a:t>
            </a:fld>
            <a:endParaRPr>
              <a:solidFill>
                <a:srgbClr val="FFFFFF"/>
              </a:solidFill>
            </a:endParaRPr>
          </a:p>
        </p:txBody>
      </p:sp>
      <p:sp>
        <p:nvSpPr>
          <p:cNvPr id="10" name="Date Placeholder 3">
            <a:extLst xmlns:a="http://schemas.openxmlformats.org/drawingml/2006/main">
              <a:ext uri="{FF2B5EF4-FFF2-40B4-BE49-F238E27FC236}">
                <a16:creationId xmlns:a16="http://schemas.microsoft.com/office/drawing/2014/main" id="{3B614B4A-9D26-4DD6-852A-E4089B08FA41}"/>
              </a:ext>
            </a:extLst>
          </p:cNvPr>
          <p:cNvSpPr>
            <a:spLocks xmlns:a="http://schemas.openxmlformats.org/drawingml/2006/main" noGrp="1"/>
          </p:cNvSpPr>
          <p:nvPr>
            <p:ph type="dt" idx="2"/>
          </p:nvPr>
        </p:nvSpPr>
        <p:spPr>
          <a:xfrm xmlns:a="http://schemas.openxmlformats.org/drawingml/2006/main">
            <a:off x="7086600" y="4743450"/>
            <a:ext cx="1524000"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bg1"/>
                </a:solidFill>
                <a:latin typeface="Arial"/>
                <a:ea typeface="Arial"/>
                <a:cs typeface="Arial"/>
              </a:defRPr>
            </a:lvl1pPr>
          </a:lstStyle>
          <a:p xmlns:a="http://schemas.openxmlformats.org/drawingml/2006/main">
            <a:pPr>
              <a:spcBef>
                <a:spcPts val="0"/>
              </a:spcBef>
              <a:spcAft>
                <a:spcPts val="0"/>
              </a:spcAft>
              <a:buNone/>
            </a:pPr>
            <a:r>
              <a:t>Enterprise commerce project</a:t>
            </a:r>
            <a:endParaRPr>
              <a:solidFill>
                <a:srgbClr val="FFFFFF"/>
              </a:solidFill>
            </a:endParaRPr>
          </a:p>
        </p:txBody>
      </p:sp>
      <p:sp>
        <p:nvSpPr>
          <p:cNvPr id="12" name="PwCFirm">
            <a:extLst xmlns:a="http://schemas.openxmlformats.org/drawingml/2006/main">
              <a:ext uri="{FF2B5EF4-FFF2-40B4-BE49-F238E27FC236}">
                <a16:creationId xmlns:a16="http://schemas.microsoft.com/office/drawing/2014/main" id="{DF193A82-EF94-464F-8050-BAA6BEF84974}"/>
              </a:ext>
            </a:extLst>
          </p:cNvPr>
          <p:cNvSpPr>
            <a:spLocks xmlns:a="http://schemas.openxmlformats.org/drawingml/2006/main" noGrp="1"/>
          </p:cNvSpPr>
          <p:nvPr/>
        </p:nvSpPr>
        <p:spPr>
          <a:xfrm xmlns:a="http://schemas.openxmlformats.org/drawingml/2006/main">
            <a:off x="533400" y="4857750"/>
            <a:ext cx="2590800" cy="114301"/>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spcBef>
                <a:spcPts val="0"/>
              </a:spcBef>
              <a:spcAft>
                <a:spcPts val="0"/>
              </a:spcAft>
              <a:buNone/>
            </a:pPr>
            <a:r>
              <a:rPr sz="750">
                <a:solidFill>
                  <a:srgbClr val="FFFFFF"/>
                </a:solidFill>
                <a:latin typeface="Arial"/>
                <a:ea typeface="Arial"/>
                <a:cs typeface="Arial"/>
              </a:rPr>
              <a:t>PwC</a:t>
            </a:r>
          </a:p>
        </p:txBody>
      </p:sp>
    </p:spTree>
  </p:cSld>
</p:sldLayout>
</file>

<file path=ppt/slideLayouts/slideLayout26.xml><?xml version="1.0" encoding="utf-8"?>
<p:sldLayout xmlns:p="http://schemas.openxmlformats.org/presentationml/2006/main" preserve="1">
  <p:cSld name="Section Divider">
    <p:spTree>
      <p:nvGrpSpPr>
        <p:cNvPr id="1" name=""/>
        <p:cNvGrpSpPr/>
        <p:nvPr/>
      </p:nvGrpSpPr>
      <p:grpSpPr>
        <a:xfrm xmlns:a="http://schemas.openxmlformats.org/drawingml/2006/main"/>
      </p:grpSpPr>
      <p:sp>
        <p:nvSpPr>
          <p:cNvPr id="57" name="Title 1">
            <a:extLst xmlns:a="http://schemas.openxmlformats.org/drawingml/2006/main">
              <a:ext uri="{FF2B5EF4-FFF2-40B4-BE49-F238E27FC236}">
                <a16:creationId xmlns:a16="http://schemas.microsoft.com/office/drawing/2014/main" id="{3B60A7DC-8C1F-467C-92BE-B67F487C1855}"/>
              </a:ext>
            </a:extLst>
          </p:cNvPr>
          <p:cNvSpPr>
            <a:spLocks xmlns:a="http://schemas.openxmlformats.org/drawingml/2006/main" noGrp="1"/>
          </p:cNvSpPr>
          <p:nvPr>
            <p:ph type="ctrTitle" idx="0"/>
          </p:nvPr>
        </p:nvSpPr>
        <p:spPr>
          <a:xfrm xmlns:a="http://schemas.openxmlformats.org/drawingml/2006/main">
            <a:off x="533400" y="514351"/>
            <a:ext cx="8077200" cy="800099"/>
          </a:xfrm>
        </p:spPr>
        <p:txBody>
          <a:bodyPr xmlns:a="http://schemas.openxmlformats.org/drawingml/2006/main" anchor="t">
            <a:noAutofit/>
          </a:bodyPr>
          <a:lstStyle xmlns:a="http://schemas.openxmlformats.org/drawingml/2006/main">
            <a:lvl1pPr>
              <a:lnSpc>
                <a:spcPct val="90000"/>
              </a:lnSpc>
              <a:buNone/>
              <a:defRPr sz="2400">
                <a:solidFill>
                  <a:schemeClr val="tx1"/>
                </a:solidFill>
              </a:defRPr>
            </a:lvl1pPr>
          </a:lstStyle>
          <a:p xmlns:a="http://schemas.openxmlformats.org/drawingml/2006/main">
            <a:r>
              <a:t>Enterprise commerce project</a:t>
            </a:r>
            <a:endParaRPr/>
          </a:p>
        </p:txBody>
      </p:sp>
      <p:sp>
        <p:nvSpPr>
          <p:cNvPr id="58" name="Subtitle 2">
            <a:extLst xmlns:a="http://schemas.openxmlformats.org/drawingml/2006/main">
              <a:ext uri="{FF2B5EF4-FFF2-40B4-BE49-F238E27FC236}">
                <a16:creationId xmlns:a16="http://schemas.microsoft.com/office/drawing/2014/main" id="{A7CD26D2-BC68-4159-AE01-E4438C900C79}"/>
              </a:ext>
            </a:extLst>
          </p:cNvPr>
          <p:cNvSpPr>
            <a:spLocks xmlns:a="http://schemas.openxmlformats.org/drawingml/2006/main" noGrp="1"/>
          </p:cNvSpPr>
          <p:nvPr>
            <p:ph type="subTitle" idx="1"/>
          </p:nvPr>
        </p:nvSpPr>
        <p:spPr>
          <a:xfrm xmlns:a="http://schemas.openxmlformats.org/drawingml/2006/main">
            <a:off x="533400" y="1428751"/>
            <a:ext cx="8077200" cy="1028699"/>
          </a:xfrm>
        </p:spPr>
        <p:txBody>
          <a:bodyPr xmlns:a="http://schemas.openxmlformats.org/drawingml/2006/main">
            <a:noAutofit/>
          </a:bodyPr>
          <a:lstStyle xmlns:a="http://schemas.openxmlformats.org/drawingml/2006/main">
            <a:lvl1pPr marL="0" indent="0" algn="l">
              <a:lnSpc>
                <a:spcPct val="90000"/>
              </a:lnSpc>
              <a:buNone/>
              <a:defRPr sz="2400">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xmlns:a="http://schemas.openxmlformats.org/drawingml/2006/main">
            <a:r>
              <a:t>Enterprise commerce project</a:t>
            </a:r>
            <a:endParaRPr/>
          </a:p>
        </p:txBody>
      </p:sp>
      <p:sp>
        <p:nvSpPr>
          <p:cNvPr id="33" name="Footer Placeholder 4">
            <a:extLst xmlns:a="http://schemas.openxmlformats.org/drawingml/2006/main">
              <a:ext uri="{FF2B5EF4-FFF2-40B4-BE49-F238E27FC236}">
                <a16:creationId xmlns:a16="http://schemas.microsoft.com/office/drawing/2014/main" id="{96558BE3-BCB9-4C8E-8E53-EBB6D59E738C}"/>
              </a:ext>
            </a:extLst>
          </p:cNvPr>
          <p:cNvSpPr>
            <a:spLocks xmlns:a="http://schemas.openxmlformats.org/drawingml/2006/main" noGrp="1"/>
          </p:cNvSpPr>
          <p:nvPr>
            <p:ph type="ftr" idx="3"/>
          </p:nvPr>
        </p:nvSpPr>
        <p:spPr>
          <a:xfrm xmlns:a="http://schemas.openxmlformats.org/drawingml/2006/main">
            <a:off x="533400" y="4743450"/>
            <a:ext cx="5257800" cy="11430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l">
              <a:buNone/>
              <a:defRPr sz="750">
                <a:solidFill>
                  <a:schemeClr val="tx1"/>
                </a:solidFill>
                <a:latin typeface="Arial"/>
                <a:ea typeface="Arial"/>
                <a:cs typeface="Arial"/>
              </a:defRPr>
            </a:lvl1pPr>
          </a:lstStyle>
          <a:p xmlns:a="http://schemas.openxmlformats.org/drawingml/2006/main">
            <a:r>
              <a:t>Enterprise commerce project</a:t>
            </a:r>
            <a:endParaRPr>
              <a:solidFill>
                <a:srgbClr val="000000"/>
              </a:solidFill>
            </a:endParaRPr>
          </a:p>
        </p:txBody>
      </p:sp>
      <p:cxnSp>
        <p:nvCxnSpPr>
          <p:cNvPr id="66" name="Shape 11"/>
          <p:cNvCxnSpPr/>
          <p:nvPr/>
        </p:nvCxnSpPr>
        <p:spPr>
          <a:xfrm xmlns:a="http://schemas.openxmlformats.org/drawingml/2006/main" rot="5400000" flipH="1" flipV="1">
            <a:off x="4438652" y="-3600450"/>
            <a:ext cx="114299" cy="8229600"/>
          </a:xfrm>
          <a:prstGeom xmlns:a="http://schemas.openxmlformats.org/drawingml/2006/main" prst="bentConnector2">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9" name="Slide Number Placeholder 5">
            <a:extLst xmlns:a="http://schemas.openxmlformats.org/drawingml/2006/main">
              <a:ext uri="{FF2B5EF4-FFF2-40B4-BE49-F238E27FC236}">
                <a16:creationId xmlns:a16="http://schemas.microsoft.com/office/drawing/2014/main" id="{E3490B3D-B83F-431D-8E5C-2FE806289025}"/>
              </a:ext>
            </a:extLst>
          </p:cNvPr>
          <p:cNvSpPr>
            <a:spLocks xmlns:a="http://schemas.openxmlformats.org/drawingml/2006/main" noGrp="1"/>
          </p:cNvSpPr>
          <p:nvPr>
            <p:ph type="sldNum" idx="4"/>
          </p:nvPr>
        </p:nvSpPr>
        <p:spPr>
          <a:xfrm xmlns:a="http://schemas.openxmlformats.org/drawingml/2006/main">
            <a:off x="7086600" y="4857750"/>
            <a:ext cx="1527048"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fld id="{DD80CA47-2CC1-5762-B8A6-43F3F75358E0}" type="slidenum">
              <a:rPr>
                <a:solidFill>
                  <a:srgbClr val="000000"/>
                </a:solidFill>
              </a:rPr>
              <a:t>Enterprise commerce project</a:t>
            </a:fld>
            <a:endParaRPr>
              <a:solidFill>
                <a:srgbClr val="000000"/>
              </a:solidFill>
            </a:endParaRPr>
          </a:p>
        </p:txBody>
      </p:sp>
      <p:sp>
        <p:nvSpPr>
          <p:cNvPr id="10" name="Date Placeholder 3">
            <a:extLst xmlns:a="http://schemas.openxmlformats.org/drawingml/2006/main">
              <a:ext uri="{FF2B5EF4-FFF2-40B4-BE49-F238E27FC236}">
                <a16:creationId xmlns:a16="http://schemas.microsoft.com/office/drawing/2014/main" id="{D10AB801-AE2A-470B-8988-95831B8668E6}"/>
              </a:ext>
            </a:extLst>
          </p:cNvPr>
          <p:cNvSpPr>
            <a:spLocks xmlns:a="http://schemas.openxmlformats.org/drawingml/2006/main" noGrp="1"/>
          </p:cNvSpPr>
          <p:nvPr>
            <p:ph type="dt" idx="2"/>
          </p:nvPr>
        </p:nvSpPr>
        <p:spPr>
          <a:xfrm xmlns:a="http://schemas.openxmlformats.org/drawingml/2006/main">
            <a:off x="7086600" y="4743450"/>
            <a:ext cx="1524000"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tx1"/>
                </a:solidFill>
                <a:latin typeface="Arial"/>
                <a:ea typeface="Arial"/>
                <a:cs typeface="Arial"/>
              </a:defRPr>
            </a:lvl1pPr>
          </a:lstStyle>
          <a:p xmlns:a="http://schemas.openxmlformats.org/drawingml/2006/main">
            <a:pPr>
              <a:spcBef>
                <a:spcPts val="0"/>
              </a:spcBef>
              <a:spcAft>
                <a:spcPts val="0"/>
              </a:spcAft>
              <a:buNone/>
            </a:pPr>
            <a:r>
              <a:t>Enterprise commerce project</a:t>
            </a:r>
            <a:endParaRPr>
              <a:solidFill>
                <a:srgbClr val="000000"/>
              </a:solidFill>
            </a:endParaRPr>
          </a:p>
        </p:txBody>
      </p:sp>
      <p:sp>
        <p:nvSpPr>
          <p:cNvPr id="11" name="PwCFirm">
            <a:extLst xmlns:a="http://schemas.openxmlformats.org/drawingml/2006/main">
              <a:ext uri="{FF2B5EF4-FFF2-40B4-BE49-F238E27FC236}">
                <a16:creationId xmlns:a16="http://schemas.microsoft.com/office/drawing/2014/main" id="{9F10BD09-24B1-40B8-B510-735B4B9B396A}"/>
              </a:ext>
            </a:extLst>
          </p:cNvPr>
          <p:cNvSpPr>
            <a:spLocks xmlns:a="http://schemas.openxmlformats.org/drawingml/2006/main" noGrp="1"/>
          </p:cNvSpPr>
          <p:nvPr/>
        </p:nvSpPr>
        <p:spPr>
          <a:xfrm xmlns:a="http://schemas.openxmlformats.org/drawingml/2006/main">
            <a:off x="533400" y="4857750"/>
            <a:ext cx="2590800" cy="114301"/>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spcBef>
                <a:spcPts val="0"/>
              </a:spcBef>
              <a:spcAft>
                <a:spcPts val="0"/>
              </a:spcAft>
              <a:buNone/>
            </a:pPr>
            <a:r>
              <a:rPr sz="750">
                <a:solidFill>
                  <a:srgbClr val="000000"/>
                </a:solidFill>
                <a:latin typeface="Arial"/>
                <a:ea typeface="Arial"/>
                <a:cs typeface="Arial"/>
              </a:rPr>
              <a:t>PwC</a:t>
            </a:r>
          </a:p>
        </p:txBody>
      </p:sp>
    </p:spTree>
  </p:cSld>
</p:sldLayout>
</file>

<file path=ppt/slideLayouts/slideLayout27.xml><?xml version="1.0" encoding="utf-8"?>
<p:sldLayout xmlns:p="http://schemas.openxmlformats.org/presentationml/2006/main" preserve="1">
  <p:cSld name="Section Divider: Colour">
    <p:bg>
      <p:bgPr>
        <a:solidFill xmlns:a="http://schemas.openxmlformats.org/drawingml/2006/main">
          <a:schemeClr val="tx2"/>
        </a:solidFill>
      </p:bgPr>
    </p:bg>
    <p:spTree>
      <p:nvGrpSpPr>
        <p:cNvPr id="1" name=""/>
        <p:cNvGrpSpPr/>
        <p:nvPr/>
      </p:nvGrpSpPr>
      <p:grpSpPr>
        <a:xfrm xmlns:a="http://schemas.openxmlformats.org/drawingml/2006/main"/>
      </p:grpSpPr>
      <p:sp>
        <p:nvSpPr>
          <p:cNvPr id="57" name="Title 1">
            <a:extLst xmlns:a="http://schemas.openxmlformats.org/drawingml/2006/main">
              <a:ext uri="{FF2B5EF4-FFF2-40B4-BE49-F238E27FC236}">
                <a16:creationId xmlns:a16="http://schemas.microsoft.com/office/drawing/2014/main" id="{A9BBCF8F-1E21-46C4-8C54-3A93957EEFB1}"/>
              </a:ext>
            </a:extLst>
          </p:cNvPr>
          <p:cNvSpPr>
            <a:spLocks xmlns:a="http://schemas.openxmlformats.org/drawingml/2006/main" noGrp="1"/>
          </p:cNvSpPr>
          <p:nvPr>
            <p:ph type="ctrTitle" idx="0"/>
          </p:nvPr>
        </p:nvSpPr>
        <p:spPr>
          <a:xfrm xmlns:a="http://schemas.openxmlformats.org/drawingml/2006/main">
            <a:off x="533400" y="514350"/>
            <a:ext cx="8077200" cy="800100"/>
          </a:xfrm>
        </p:spPr>
        <p:txBody>
          <a:bodyPr xmlns:a="http://schemas.openxmlformats.org/drawingml/2006/main" anchor="t">
            <a:noAutofit/>
          </a:bodyPr>
          <a:lstStyle xmlns:a="http://schemas.openxmlformats.org/drawingml/2006/main">
            <a:lvl1pPr>
              <a:lnSpc>
                <a:spcPct val="90000"/>
              </a:lnSpc>
              <a:buNone/>
              <a:defRPr sz="2400" baseline="0">
                <a:solidFill>
                  <a:schemeClr val="bg1"/>
                </a:solidFill>
              </a:defRPr>
            </a:lvl1pPr>
          </a:lstStyle>
          <a:p xmlns:a="http://schemas.openxmlformats.org/drawingml/2006/main">
            <a:r>
              <a:t>Enterprise commerce project</a:t>
            </a:r>
            <a:endParaRPr/>
          </a:p>
        </p:txBody>
      </p:sp>
      <p:sp>
        <p:nvSpPr>
          <p:cNvPr id="22" name="Subtitle 2">
            <a:extLst xmlns:a="http://schemas.openxmlformats.org/drawingml/2006/main">
              <a:ext uri="{FF2B5EF4-FFF2-40B4-BE49-F238E27FC236}">
                <a16:creationId xmlns:a16="http://schemas.microsoft.com/office/drawing/2014/main" id="{E286629A-1EB5-4548-AEB3-9CB2EA3CC142}"/>
              </a:ext>
            </a:extLst>
          </p:cNvPr>
          <p:cNvSpPr>
            <a:spLocks xmlns:a="http://schemas.openxmlformats.org/drawingml/2006/main" noGrp="1"/>
          </p:cNvSpPr>
          <p:nvPr>
            <p:ph type="subTitle" idx="1"/>
          </p:nvPr>
        </p:nvSpPr>
        <p:spPr>
          <a:xfrm xmlns:a="http://schemas.openxmlformats.org/drawingml/2006/main">
            <a:off x="533400" y="1428750"/>
            <a:ext cx="8077200" cy="1028700"/>
          </a:xfrm>
        </p:spPr>
        <p:txBody>
          <a:bodyPr xmlns:a="http://schemas.openxmlformats.org/drawingml/2006/main">
            <a:noAutofit/>
          </a:bodyPr>
          <a:lstStyle xmlns:a="http://schemas.openxmlformats.org/drawingml/2006/main">
            <a:lvl1pPr marL="0" indent="0" algn="l">
              <a:lnSpc>
                <a:spcPct val="90000"/>
              </a:lnSpc>
              <a:buNone/>
              <a:defRPr sz="2400" baseline="0">
                <a:solidFill>
                  <a:schemeClr val="bg1"/>
                </a:solidFill>
                <a:latin typeface="+mj-lt"/>
                <a:ea typeface="+mj-lt"/>
                <a:cs typeface="+mj-lt"/>
              </a:defRPr>
            </a:lvl1pPr>
            <a:lvl2pPr marL="0" indent="0" algn="l">
              <a:buNone/>
              <a:defRPr sz="1350">
                <a:solidFill>
                  <a:schemeClr val="bg1"/>
                </a:solidFill>
                <a:latin typeface="+mj-lt"/>
                <a:ea typeface="+mj-lt"/>
                <a:cs typeface="+mj-lt"/>
              </a:defRPr>
            </a:lvl2pPr>
            <a:lvl3pPr marL="342900" indent="0" algn="l">
              <a:buNone/>
              <a:defRPr sz="1350">
                <a:solidFill>
                  <a:schemeClr val="bg1"/>
                </a:solidFill>
                <a:latin typeface="+mj-lt"/>
                <a:ea typeface="+mj-lt"/>
                <a:cs typeface="+mj-lt"/>
              </a:defRPr>
            </a:lvl3pPr>
            <a:lvl4pPr marL="685800" indent="0" algn="l">
              <a:buNone/>
              <a:defRPr sz="1350">
                <a:solidFill>
                  <a:schemeClr val="bg1"/>
                </a:solidFill>
                <a:latin typeface="+mj-lt"/>
                <a:ea typeface="+mj-lt"/>
                <a:cs typeface="+mj-lt"/>
              </a:defRPr>
            </a:lvl4pPr>
            <a:lvl5pPr marL="1028700" indent="0" algn="l">
              <a:buNone/>
              <a:defRPr sz="1350">
                <a:solidFill>
                  <a:schemeClr val="bg1"/>
                </a:solidFill>
                <a:latin typeface="+mj-lt"/>
                <a:ea typeface="+mj-lt"/>
                <a:cs typeface="+mj-lt"/>
              </a:defRPr>
            </a:lvl5pPr>
            <a:lvl6pPr marL="1371600" indent="0" algn="l">
              <a:buNone/>
              <a:defRPr sz="1350">
                <a:solidFill>
                  <a:schemeClr val="bg1"/>
                </a:solidFill>
                <a:latin typeface="+mj-lt"/>
                <a:ea typeface="+mj-lt"/>
                <a:cs typeface="+mj-lt"/>
              </a:defRPr>
            </a:lvl6pPr>
            <a:lvl7pPr marL="1714500" indent="0" algn="l">
              <a:buNone/>
              <a:defRPr sz="1350">
                <a:solidFill>
                  <a:schemeClr val="bg1"/>
                </a:solidFill>
                <a:latin typeface="+mj-lt"/>
                <a:ea typeface="+mj-lt"/>
                <a:cs typeface="+mj-lt"/>
              </a:defRPr>
            </a:lvl7pPr>
            <a:lvl8pPr marL="2057400" indent="0" algn="l">
              <a:buNone/>
              <a:defRPr sz="1350">
                <a:solidFill>
                  <a:schemeClr val="bg1"/>
                </a:solidFill>
                <a:latin typeface="+mj-lt"/>
                <a:ea typeface="+mj-lt"/>
                <a:cs typeface="+mj-lt"/>
              </a:defRPr>
            </a:lvl8pPr>
            <a:lvl9pPr marL="2400300" indent="0" algn="l">
              <a:buNone/>
              <a:defRPr sz="1350">
                <a:solidFill>
                  <a:schemeClr val="bg1"/>
                </a:solidFill>
                <a:latin typeface="+mj-lt"/>
                <a:ea typeface="+mj-lt"/>
                <a:cs typeface="+mj-lt"/>
              </a:defRPr>
            </a:lvl9pPr>
          </a:lstStyle>
          <a:p xmlns:a="http://schemas.openxmlformats.org/drawingml/2006/main">
            <a:r>
              <a:t>Enterprise commerce project</a:t>
            </a:r>
            <a:endParaRPr/>
          </a:p>
        </p:txBody>
      </p:sp>
      <p:sp>
        <p:nvSpPr>
          <p:cNvPr id="37" name="Footer Placeholder 4">
            <a:extLst xmlns:a="http://schemas.openxmlformats.org/drawingml/2006/main">
              <a:ext uri="{FF2B5EF4-FFF2-40B4-BE49-F238E27FC236}">
                <a16:creationId xmlns:a16="http://schemas.microsoft.com/office/drawing/2014/main" id="{7D133551-C8F5-43CF-BAF3-6269D5D1F8D5}"/>
              </a:ext>
            </a:extLst>
          </p:cNvPr>
          <p:cNvSpPr>
            <a:spLocks xmlns:a="http://schemas.openxmlformats.org/drawingml/2006/main" noGrp="1"/>
          </p:cNvSpPr>
          <p:nvPr>
            <p:ph type="ftr" idx="3"/>
          </p:nvPr>
        </p:nvSpPr>
        <p:spPr>
          <a:xfrm xmlns:a="http://schemas.openxmlformats.org/drawingml/2006/main">
            <a:off x="533400" y="4743450"/>
            <a:ext cx="5257800" cy="11430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l">
              <a:buNone/>
              <a:defRPr sz="750">
                <a:solidFill>
                  <a:schemeClr val="bg1"/>
                </a:solidFill>
                <a:latin typeface="Arial"/>
                <a:ea typeface="Arial"/>
                <a:cs typeface="Arial"/>
              </a:defRPr>
            </a:lvl1pPr>
          </a:lstStyle>
          <a:p xmlns:a="http://schemas.openxmlformats.org/drawingml/2006/main">
            <a:r>
              <a:t>Enterprise commerce project</a:t>
            </a:r>
            <a:endParaRPr>
              <a:solidFill>
                <a:srgbClr val="FFFFFF"/>
              </a:solidFill>
            </a:endParaRPr>
          </a:p>
        </p:txBody>
      </p:sp>
      <p:cxnSp>
        <p:nvCxnSpPr>
          <p:cNvPr id="65" name="Shape 10"/>
          <p:cNvCxnSpPr/>
          <p:nvPr/>
        </p:nvCxnSpPr>
        <p:spPr>
          <a:xfrm xmlns:a="http://schemas.openxmlformats.org/drawingml/2006/main" rot="5400000" flipH="1" flipV="1">
            <a:off x="4438652" y="-3600450"/>
            <a:ext cx="114299" cy="8229600"/>
          </a:xfrm>
          <a:prstGeom xmlns:a="http://schemas.openxmlformats.org/drawingml/2006/main" prst="bentConnector2">
            <a:avLst/>
          </a:prstGeom>
          <a:ln xmlns:a="http://schemas.openxmlformats.org/drawingml/2006/main" w="12700">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9" name="Slide Number Placeholder 5">
            <a:extLst xmlns:a="http://schemas.openxmlformats.org/drawingml/2006/main">
              <a:ext uri="{FF2B5EF4-FFF2-40B4-BE49-F238E27FC236}">
                <a16:creationId xmlns:a16="http://schemas.microsoft.com/office/drawing/2014/main" id="{63637899-AB54-4A29-9DFC-6A05D0AACAEE}"/>
              </a:ext>
            </a:extLst>
          </p:cNvPr>
          <p:cNvSpPr>
            <a:spLocks xmlns:a="http://schemas.openxmlformats.org/drawingml/2006/main" noGrp="1"/>
          </p:cNvSpPr>
          <p:nvPr>
            <p:ph type="sldNum" idx="4"/>
          </p:nvPr>
        </p:nvSpPr>
        <p:spPr>
          <a:xfrm xmlns:a="http://schemas.openxmlformats.org/drawingml/2006/main">
            <a:off x="7086600" y="4857750"/>
            <a:ext cx="1527048"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bg1"/>
                </a:solidFill>
                <a:latin typeface="Arial"/>
                <a:ea typeface="Arial"/>
                <a:cs typeface="Arial"/>
              </a:defRPr>
            </a:lvl1pPr>
          </a:lstStyle>
          <a:p xmlns:a="http://schemas.openxmlformats.org/drawingml/2006/main">
            <a:pPr>
              <a:spcBef>
                <a:spcPts val="0"/>
              </a:spcBef>
              <a:spcAft>
                <a:spcPts val="0"/>
              </a:spcAft>
              <a:buNone/>
            </a:pPr>
            <a:fld id="{DD80CA47-2CC1-5762-B8A6-43F3F75358E0}" type="slidenum">
              <a:rPr>
                <a:solidFill>
                  <a:srgbClr val="FFFFFF"/>
                </a:solidFill>
              </a:rPr>
              <a:t>Enterprise commerce project</a:t>
            </a:fld>
            <a:endParaRPr>
              <a:solidFill>
                <a:srgbClr val="FFFFFF"/>
              </a:solidFill>
            </a:endParaRPr>
          </a:p>
        </p:txBody>
      </p:sp>
      <p:sp>
        <p:nvSpPr>
          <p:cNvPr id="10" name="Date Placeholder 3">
            <a:extLst xmlns:a="http://schemas.openxmlformats.org/drawingml/2006/main">
              <a:ext uri="{FF2B5EF4-FFF2-40B4-BE49-F238E27FC236}">
                <a16:creationId xmlns:a16="http://schemas.microsoft.com/office/drawing/2014/main" id="{B212D347-32E4-4E2E-ADC5-806AC728CDA7}"/>
              </a:ext>
            </a:extLst>
          </p:cNvPr>
          <p:cNvSpPr>
            <a:spLocks xmlns:a="http://schemas.openxmlformats.org/drawingml/2006/main" noGrp="1"/>
          </p:cNvSpPr>
          <p:nvPr>
            <p:ph type="dt" idx="2"/>
          </p:nvPr>
        </p:nvSpPr>
        <p:spPr>
          <a:xfrm xmlns:a="http://schemas.openxmlformats.org/drawingml/2006/main">
            <a:off x="7086600" y="4743450"/>
            <a:ext cx="1524000"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bg1"/>
                </a:solidFill>
                <a:latin typeface="Arial"/>
                <a:ea typeface="Arial"/>
                <a:cs typeface="Arial"/>
              </a:defRPr>
            </a:lvl1pPr>
          </a:lstStyle>
          <a:p xmlns:a="http://schemas.openxmlformats.org/drawingml/2006/main">
            <a:pPr>
              <a:spcBef>
                <a:spcPts val="0"/>
              </a:spcBef>
              <a:spcAft>
                <a:spcPts val="0"/>
              </a:spcAft>
              <a:buNone/>
            </a:pPr>
            <a:r>
              <a:t>Enterprise commerce project</a:t>
            </a:r>
            <a:endParaRPr>
              <a:solidFill>
                <a:srgbClr val="FFFFFF"/>
              </a:solidFill>
            </a:endParaRPr>
          </a:p>
        </p:txBody>
      </p:sp>
      <p:sp>
        <p:nvSpPr>
          <p:cNvPr id="12" name="PwCFirm">
            <a:extLst xmlns:a="http://schemas.openxmlformats.org/drawingml/2006/main">
              <a:ext uri="{FF2B5EF4-FFF2-40B4-BE49-F238E27FC236}">
                <a16:creationId xmlns:a16="http://schemas.microsoft.com/office/drawing/2014/main" id="{F860832B-FD87-425D-BA7A-E968598E2A15}"/>
              </a:ext>
            </a:extLst>
          </p:cNvPr>
          <p:cNvSpPr>
            <a:spLocks xmlns:a="http://schemas.openxmlformats.org/drawingml/2006/main" noGrp="1"/>
          </p:cNvSpPr>
          <p:nvPr/>
        </p:nvSpPr>
        <p:spPr>
          <a:xfrm xmlns:a="http://schemas.openxmlformats.org/drawingml/2006/main">
            <a:off x="533400" y="4857750"/>
            <a:ext cx="2590800" cy="114301"/>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spcBef>
                <a:spcPts val="0"/>
              </a:spcBef>
              <a:spcAft>
                <a:spcPts val="0"/>
              </a:spcAft>
              <a:buNone/>
            </a:pPr>
            <a:r>
              <a:rPr sz="750">
                <a:solidFill>
                  <a:srgbClr val="FFFFFF"/>
                </a:solidFill>
                <a:latin typeface="Arial"/>
                <a:ea typeface="Arial"/>
                <a:cs typeface="Arial"/>
              </a:rPr>
              <a:t>PwC</a:t>
            </a:r>
          </a:p>
        </p:txBody>
      </p:sp>
    </p:spTree>
  </p:cSld>
</p:sldLayout>
</file>

<file path=ppt/slideLayouts/slideLayout28.xml><?xml version="1.0" encoding="utf-8"?>
<p:sldLayout xmlns:p="http://schemas.openxmlformats.org/presentationml/2006/main" preserve="1">
  <p:cSld name="Section Divider: Content">
    <p:bg>
      <p:bgPr>
        <a:solidFill xmlns:a="http://schemas.openxmlformats.org/drawingml/2006/main">
          <a:schemeClr val="tx2"/>
        </a:solidFill>
      </p:bgPr>
    </p:bg>
    <p:spTree>
      <p:nvGrpSpPr>
        <p:cNvPr id="1" name=""/>
        <p:cNvGrpSpPr/>
        <p:nvPr/>
      </p:nvGrpSpPr>
      <p:grpSpPr>
        <a:xfrm xmlns:a="http://schemas.openxmlformats.org/drawingml/2006/main"/>
      </p:grpSpPr>
      <p:sp>
        <p:nvSpPr>
          <p:cNvPr id="57" name="Title 1">
            <a:extLst xmlns:a="http://schemas.openxmlformats.org/drawingml/2006/main">
              <a:ext uri="{FF2B5EF4-FFF2-40B4-BE49-F238E27FC236}">
                <a16:creationId xmlns:a16="http://schemas.microsoft.com/office/drawing/2014/main" id="{CB521258-8A53-4B4A-B2BC-0D452288ED76}"/>
              </a:ext>
            </a:extLst>
          </p:cNvPr>
          <p:cNvSpPr>
            <a:spLocks xmlns:a="http://schemas.openxmlformats.org/drawingml/2006/main" noGrp="1"/>
          </p:cNvSpPr>
          <p:nvPr>
            <p:ph type="ctrTitle" idx="0"/>
          </p:nvPr>
        </p:nvSpPr>
        <p:spPr>
          <a:xfrm xmlns:a="http://schemas.openxmlformats.org/drawingml/2006/main">
            <a:off x="533400" y="514350"/>
            <a:ext cx="8077200" cy="800100"/>
          </a:xfrm>
        </p:spPr>
        <p:txBody>
          <a:bodyPr xmlns:a="http://schemas.openxmlformats.org/drawingml/2006/main" anchor="t">
            <a:noAutofit/>
          </a:bodyPr>
          <a:lstStyle xmlns:a="http://schemas.openxmlformats.org/drawingml/2006/main">
            <a:lvl1pPr>
              <a:lnSpc>
                <a:spcPct val="90000"/>
              </a:lnSpc>
              <a:buNone/>
              <a:defRPr sz="2400">
                <a:solidFill>
                  <a:schemeClr val="bg1"/>
                </a:solidFill>
              </a:defRPr>
            </a:lvl1pPr>
          </a:lstStyle>
          <a:p xmlns:a="http://schemas.openxmlformats.org/drawingml/2006/main">
            <a:r>
              <a:t>Enterprise commerce project</a:t>
            </a:r>
            <a:endParaRPr/>
          </a:p>
        </p:txBody>
      </p:sp>
      <p:sp>
        <p:nvSpPr>
          <p:cNvPr id="20" name="Content Placeholder 19">
            <a:extLst xmlns:a="http://schemas.openxmlformats.org/drawingml/2006/main">
              <a:ext uri="{FF2B5EF4-FFF2-40B4-BE49-F238E27FC236}">
                <a16:creationId xmlns:a16="http://schemas.microsoft.com/office/drawing/2014/main" id="{E80004CD-E45E-4F32-9A85-79F4E44B3CB3}"/>
              </a:ext>
            </a:extLst>
          </p:cNvPr>
          <p:cNvSpPr>
            <a:spLocks xmlns:a="http://schemas.openxmlformats.org/drawingml/2006/main" noGrp="1"/>
          </p:cNvSpPr>
          <p:nvPr>
            <p:ph idx="13"/>
          </p:nvPr>
        </p:nvSpPr>
        <p:spPr>
          <a:xfrm xmlns:a="http://schemas.openxmlformats.org/drawingml/2006/main">
            <a:off x="533402" y="2114550"/>
            <a:ext cx="3962399" cy="2514600"/>
          </a:xfrm>
        </p:spPr>
        <p:txBody>
          <a:bodyPr xmlns:a="http://schemas.openxmlformats.org/drawingml/2006/main"/>
          <a:lstStyle xmlns:a="http://schemas.openxmlformats.org/drawingml/2006/main">
            <a:lvl1pPr>
              <a:buNone/>
              <a:defRPr>
                <a:solidFill>
                  <a:schemeClr val="bg1"/>
                </a:solidFill>
              </a:defRPr>
            </a:lvl1pPr>
            <a:lvl2pPr>
              <a:buClr>
                <a:schemeClr val="bg1"/>
              </a:buClr>
              <a:buNone/>
              <a:defRPr>
                <a:solidFill>
                  <a:schemeClr val="bg1"/>
                </a:solidFill>
              </a:defRPr>
            </a:lvl2pPr>
            <a:lvl3pPr>
              <a:buClr>
                <a:schemeClr val="bg1"/>
              </a:buClr>
              <a:buNone/>
              <a:defRPr>
                <a:solidFill>
                  <a:schemeClr val="bg1"/>
                </a:solidFill>
              </a:defRPr>
            </a:lvl3pPr>
            <a:lvl4pPr>
              <a:buClr>
                <a:schemeClr val="bg1"/>
              </a:buClr>
              <a:buNone/>
              <a:defRPr>
                <a:solidFill>
                  <a:schemeClr val="bg1"/>
                </a:solidFill>
              </a:defRPr>
            </a:lvl4pPr>
            <a:lvl5pPr>
              <a:buClr>
                <a:schemeClr val="bg1"/>
              </a:buClr>
              <a:buNone/>
              <a:defRPr>
                <a:solidFill>
                  <a:schemeClr val="bg1"/>
                </a:solidFill>
              </a:defRPr>
            </a:lvl5pPr>
            <a:lvl6pPr>
              <a:buClr>
                <a:schemeClr val="bg1"/>
              </a:buClr>
              <a:buNone/>
              <a:defRPr>
                <a:solidFill>
                  <a:schemeClr val="bg1"/>
                </a:solidFill>
              </a:defRPr>
            </a:lvl6pPr>
            <a:lvl7pPr>
              <a:buNone/>
              <a:defRPr>
                <a:solidFill>
                  <a:schemeClr val="bg1"/>
                </a:solidFill>
              </a:defRPr>
            </a:lvl7pPr>
            <a:lvl8pPr>
              <a:buNone/>
              <a:defRPr>
                <a:solidFill>
                  <a:schemeClr val="bg1"/>
                </a:solidFill>
              </a:defRPr>
            </a:lvl8pPr>
            <a:lvl9pPr>
              <a:buNone/>
              <a:defRPr>
                <a:solidFill>
                  <a:schemeClr val="bg1"/>
                </a:solidFill>
              </a:defRPr>
            </a:lvl9pPr>
          </a:lstStyle>
          <a:p xmlns:a="http://schemas.openxmlformats.org/drawingml/2006/main">
            <a:pPr lvl="0">
              <a:buNone/>
            </a:pPr>
            <a:r>
              <a:t>Enterprise commerce project</a:t>
            </a:r>
          </a:p>
        </p:txBody>
      </p:sp>
      <p:sp>
        <p:nvSpPr>
          <p:cNvPr id="33" name="Subtitle 2">
            <a:extLst xmlns:a="http://schemas.openxmlformats.org/drawingml/2006/main">
              <a:ext uri="{FF2B5EF4-FFF2-40B4-BE49-F238E27FC236}">
                <a16:creationId xmlns:a16="http://schemas.microsoft.com/office/drawing/2014/main" id="{3022BD8D-4A0D-4571-8DE5-BCD286142923}"/>
              </a:ext>
            </a:extLst>
          </p:cNvPr>
          <p:cNvSpPr>
            <a:spLocks xmlns:a="http://schemas.openxmlformats.org/drawingml/2006/main" noGrp="1"/>
          </p:cNvSpPr>
          <p:nvPr>
            <p:ph type="subTitle" idx="1"/>
          </p:nvPr>
        </p:nvSpPr>
        <p:spPr>
          <a:xfrm xmlns:a="http://schemas.openxmlformats.org/drawingml/2006/main">
            <a:off x="533400" y="1428751"/>
            <a:ext cx="8077200" cy="571500"/>
          </a:xfrm>
        </p:spPr>
        <p:txBody>
          <a:bodyPr xmlns:a="http://schemas.openxmlformats.org/drawingml/2006/main">
            <a:noAutofit/>
          </a:bodyPr>
          <a:lstStyle xmlns:a="http://schemas.openxmlformats.org/drawingml/2006/main">
            <a:lvl1pPr marL="0" indent="0" algn="l">
              <a:lnSpc>
                <a:spcPct val="90000"/>
              </a:lnSpc>
              <a:buNone/>
              <a:defRPr sz="2400">
                <a:solidFill>
                  <a:schemeClr val="bg1"/>
                </a:solidFill>
                <a:latin typeface="+mj-lt"/>
                <a:ea typeface="+mj-lt"/>
                <a:cs typeface="+mj-lt"/>
              </a:defRPr>
            </a:lvl1pPr>
            <a:lvl2pPr marL="0" indent="0" algn="l">
              <a:buNone/>
              <a:defRPr sz="1350">
                <a:solidFill>
                  <a:schemeClr val="bg1"/>
                </a:solidFill>
                <a:latin typeface="+mj-lt"/>
                <a:ea typeface="+mj-lt"/>
                <a:cs typeface="+mj-lt"/>
              </a:defRPr>
            </a:lvl2pPr>
            <a:lvl3pPr marL="342900" indent="0" algn="l">
              <a:buNone/>
              <a:defRPr sz="1350">
                <a:solidFill>
                  <a:schemeClr val="bg1"/>
                </a:solidFill>
                <a:latin typeface="+mj-lt"/>
                <a:ea typeface="+mj-lt"/>
                <a:cs typeface="+mj-lt"/>
              </a:defRPr>
            </a:lvl3pPr>
            <a:lvl4pPr marL="685800" indent="0" algn="l">
              <a:buNone/>
              <a:defRPr sz="1350">
                <a:solidFill>
                  <a:schemeClr val="bg1"/>
                </a:solidFill>
                <a:latin typeface="+mj-lt"/>
                <a:ea typeface="+mj-lt"/>
                <a:cs typeface="+mj-lt"/>
              </a:defRPr>
            </a:lvl4pPr>
            <a:lvl5pPr marL="1028700" indent="0" algn="l">
              <a:buNone/>
              <a:defRPr sz="1350">
                <a:solidFill>
                  <a:schemeClr val="bg1"/>
                </a:solidFill>
                <a:latin typeface="+mj-lt"/>
                <a:ea typeface="+mj-lt"/>
                <a:cs typeface="+mj-lt"/>
              </a:defRPr>
            </a:lvl5pPr>
            <a:lvl6pPr marL="1371600" indent="0" algn="l">
              <a:buNone/>
              <a:defRPr sz="1350">
                <a:solidFill>
                  <a:schemeClr val="bg1"/>
                </a:solidFill>
                <a:latin typeface="+mj-lt"/>
                <a:ea typeface="+mj-lt"/>
                <a:cs typeface="+mj-lt"/>
              </a:defRPr>
            </a:lvl6pPr>
            <a:lvl7pPr marL="1714500" indent="0" algn="l">
              <a:buNone/>
              <a:defRPr sz="1350">
                <a:solidFill>
                  <a:schemeClr val="bg1"/>
                </a:solidFill>
                <a:latin typeface="+mj-lt"/>
                <a:ea typeface="+mj-lt"/>
                <a:cs typeface="+mj-lt"/>
              </a:defRPr>
            </a:lvl7pPr>
            <a:lvl8pPr marL="2057400" indent="0" algn="l">
              <a:buNone/>
              <a:defRPr sz="1350">
                <a:solidFill>
                  <a:schemeClr val="bg1"/>
                </a:solidFill>
                <a:latin typeface="+mj-lt"/>
                <a:ea typeface="+mj-lt"/>
                <a:cs typeface="+mj-lt"/>
              </a:defRPr>
            </a:lvl8pPr>
            <a:lvl9pPr marL="2400300" indent="0" algn="l">
              <a:buNone/>
              <a:defRPr sz="1350">
                <a:solidFill>
                  <a:schemeClr val="bg1"/>
                </a:solidFill>
                <a:latin typeface="+mj-lt"/>
                <a:ea typeface="+mj-lt"/>
                <a:cs typeface="+mj-lt"/>
              </a:defRPr>
            </a:lvl9pPr>
          </a:lstStyle>
          <a:p xmlns:a="http://schemas.openxmlformats.org/drawingml/2006/main">
            <a:r>
              <a:t>Enterprise commerce project</a:t>
            </a:r>
            <a:endParaRPr/>
          </a:p>
        </p:txBody>
      </p:sp>
      <p:sp>
        <p:nvSpPr>
          <p:cNvPr id="31" name="Footer Placeholder 4">
            <a:extLst xmlns:a="http://schemas.openxmlformats.org/drawingml/2006/main">
              <a:ext uri="{FF2B5EF4-FFF2-40B4-BE49-F238E27FC236}">
                <a16:creationId xmlns:a16="http://schemas.microsoft.com/office/drawing/2014/main" id="{89612104-E530-46B1-9D87-B6F6DE7394D3}"/>
              </a:ext>
            </a:extLst>
          </p:cNvPr>
          <p:cNvSpPr>
            <a:spLocks xmlns:a="http://schemas.openxmlformats.org/drawingml/2006/main" noGrp="1"/>
          </p:cNvSpPr>
          <p:nvPr>
            <p:ph type="ftr" idx="3"/>
          </p:nvPr>
        </p:nvSpPr>
        <p:spPr>
          <a:xfrm xmlns:a="http://schemas.openxmlformats.org/drawingml/2006/main">
            <a:off x="533400" y="4743450"/>
            <a:ext cx="5257800" cy="114300"/>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l">
              <a:buNone/>
              <a:defRPr sz="750">
                <a:solidFill>
                  <a:schemeClr val="bg1"/>
                </a:solidFill>
                <a:latin typeface="Arial"/>
                <a:ea typeface="Arial"/>
                <a:cs typeface="Arial"/>
              </a:defRPr>
            </a:lvl1pPr>
          </a:lstStyle>
          <a:p xmlns:a="http://schemas.openxmlformats.org/drawingml/2006/main">
            <a:r>
              <a:t>Enterprise commerce project</a:t>
            </a:r>
            <a:endParaRPr>
              <a:solidFill>
                <a:srgbClr val="FFFFFF"/>
              </a:solidFill>
            </a:endParaRPr>
          </a:p>
        </p:txBody>
      </p:sp>
      <p:cxnSp>
        <p:nvCxnSpPr>
          <p:cNvPr id="67" name="Shape 11"/>
          <p:cNvCxnSpPr/>
          <p:nvPr/>
        </p:nvCxnSpPr>
        <p:spPr>
          <a:xfrm xmlns:a="http://schemas.openxmlformats.org/drawingml/2006/main" rot="5400000" flipH="1" flipV="1">
            <a:off x="4438652" y="-3600450"/>
            <a:ext cx="114299" cy="8229600"/>
          </a:xfrm>
          <a:prstGeom xmlns:a="http://schemas.openxmlformats.org/drawingml/2006/main" prst="bentConnector2">
            <a:avLst/>
          </a:prstGeom>
          <a:ln xmlns:a="http://schemas.openxmlformats.org/drawingml/2006/main" w="12700">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0" name="Slide Number Placeholder 5">
            <a:extLst xmlns:a="http://schemas.openxmlformats.org/drawingml/2006/main">
              <a:ext uri="{FF2B5EF4-FFF2-40B4-BE49-F238E27FC236}">
                <a16:creationId xmlns:a16="http://schemas.microsoft.com/office/drawing/2014/main" id="{82B820E8-D1F9-45EE-9BD0-594EA07DA44F}"/>
              </a:ext>
            </a:extLst>
          </p:cNvPr>
          <p:cNvSpPr>
            <a:spLocks xmlns:a="http://schemas.openxmlformats.org/drawingml/2006/main" noGrp="1"/>
          </p:cNvSpPr>
          <p:nvPr>
            <p:ph type="sldNum" idx="4"/>
          </p:nvPr>
        </p:nvSpPr>
        <p:spPr>
          <a:xfrm xmlns:a="http://schemas.openxmlformats.org/drawingml/2006/main">
            <a:off x="7086600" y="4857750"/>
            <a:ext cx="1527048"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bg1"/>
                </a:solidFill>
                <a:latin typeface="Arial"/>
                <a:ea typeface="Arial"/>
                <a:cs typeface="Arial"/>
              </a:defRPr>
            </a:lvl1pPr>
          </a:lstStyle>
          <a:p xmlns:a="http://schemas.openxmlformats.org/drawingml/2006/main">
            <a:pPr>
              <a:spcBef>
                <a:spcPts val="0"/>
              </a:spcBef>
              <a:spcAft>
                <a:spcPts val="0"/>
              </a:spcAft>
              <a:buNone/>
            </a:pPr>
            <a:fld id="{DD80CA47-2CC1-5762-B8A6-43F3F75358E0}" type="slidenum">
              <a:rPr>
                <a:solidFill>
                  <a:srgbClr val="FFFFFF"/>
                </a:solidFill>
              </a:rPr>
              <a:t>Enterprise commerce project</a:t>
            </a:fld>
            <a:endParaRPr>
              <a:solidFill>
                <a:srgbClr val="FFFFFF"/>
              </a:solidFill>
            </a:endParaRPr>
          </a:p>
        </p:txBody>
      </p:sp>
      <p:sp>
        <p:nvSpPr>
          <p:cNvPr id="11" name="Date Placeholder 3">
            <a:extLst xmlns:a="http://schemas.openxmlformats.org/drawingml/2006/main">
              <a:ext uri="{FF2B5EF4-FFF2-40B4-BE49-F238E27FC236}">
                <a16:creationId xmlns:a16="http://schemas.microsoft.com/office/drawing/2014/main" id="{34D0866C-9ECE-48B7-90EB-D34E41BFDF25}"/>
              </a:ext>
            </a:extLst>
          </p:cNvPr>
          <p:cNvSpPr>
            <a:spLocks xmlns:a="http://schemas.openxmlformats.org/drawingml/2006/main" noGrp="1"/>
          </p:cNvSpPr>
          <p:nvPr>
            <p:ph type="dt" idx="2"/>
          </p:nvPr>
        </p:nvSpPr>
        <p:spPr>
          <a:xfrm xmlns:a="http://schemas.openxmlformats.org/drawingml/2006/main">
            <a:off x="7086600" y="4743450"/>
            <a:ext cx="1524000" cy="1143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lvl1pPr algn="r">
              <a:buNone/>
              <a:defRPr sz="750">
                <a:solidFill>
                  <a:schemeClr val="bg1"/>
                </a:solidFill>
                <a:latin typeface="Arial"/>
                <a:ea typeface="Arial"/>
                <a:cs typeface="Arial"/>
              </a:defRPr>
            </a:lvl1pPr>
          </a:lstStyle>
          <a:p xmlns:a="http://schemas.openxmlformats.org/drawingml/2006/main">
            <a:pPr>
              <a:spcBef>
                <a:spcPts val="0"/>
              </a:spcBef>
              <a:spcAft>
                <a:spcPts val="0"/>
              </a:spcAft>
              <a:buNone/>
            </a:pPr>
            <a:r>
              <a:t>Enterprise commerce project</a:t>
            </a:r>
            <a:endParaRPr>
              <a:solidFill>
                <a:srgbClr val="FFFFFF"/>
              </a:solidFill>
            </a:endParaRPr>
          </a:p>
        </p:txBody>
      </p:sp>
      <p:sp>
        <p:nvSpPr>
          <p:cNvPr id="13" name="PwCFirm">
            <a:extLst xmlns:a="http://schemas.openxmlformats.org/drawingml/2006/main">
              <a:ext uri="{FF2B5EF4-FFF2-40B4-BE49-F238E27FC236}">
                <a16:creationId xmlns:a16="http://schemas.microsoft.com/office/drawing/2014/main" id="{AEF5BADE-263D-4284-879C-030DB37C1282}"/>
              </a:ext>
            </a:extLst>
          </p:cNvPr>
          <p:cNvSpPr>
            <a:spLocks xmlns:a="http://schemas.openxmlformats.org/drawingml/2006/main" noGrp="1"/>
          </p:cNvSpPr>
          <p:nvPr/>
        </p:nvSpPr>
        <p:spPr>
          <a:xfrm xmlns:a="http://schemas.openxmlformats.org/drawingml/2006/main">
            <a:off x="533400" y="4857750"/>
            <a:ext cx="2590800" cy="114301"/>
          </a:xfrm>
          <a:prstGeom xmlns:a="http://schemas.openxmlformats.org/drawingml/2006/main" prst="rect">
            <a:avLst/>
          </a:prstGeom>
          <a:noFill xmlns:a="http://schemas.openxmlformats.org/drawingml/2006/main"/>
        </p:spPr>
        <p:txBody>
          <a:bodyPr xmlns:a="http://schemas.openxmlformats.org/drawingml/2006/main" vert="horz" wrap="square" lIns="0" tIns="0" rIns="0" bIns="0" anchor="t">
            <a:noAutofit/>
          </a:bodyPr>
          <a:lstStyle xmlns:a="http://schemas.openxmlformats.org/drawingml/2006/main"/>
          <a:p xmlns:a="http://schemas.openxmlformats.org/drawingml/2006/main">
            <a:pPr algn="l">
              <a:spcBef>
                <a:spcPts val="0"/>
              </a:spcBef>
              <a:spcAft>
                <a:spcPts val="0"/>
              </a:spcAft>
              <a:buNone/>
            </a:pPr>
            <a:r>
              <a:rPr sz="750">
                <a:solidFill>
                  <a:srgbClr val="FFFFFF"/>
                </a:solidFill>
                <a:latin typeface="Arial"/>
                <a:ea typeface="Arial"/>
                <a:cs typeface="Arial"/>
              </a:rPr>
              <a:t>PwC</a:t>
            </a:r>
          </a:p>
        </p:txBody>
      </p:sp>
    </p:spTree>
  </p:cSld>
</p:sldLayout>
</file>

<file path=ppt/slideLayouts/slideLayout29.xml><?xml version="1.0" encoding="utf-8"?>
<p:sldLayout xmlns:p="http://schemas.openxmlformats.org/presentationml/2006/main" preserve="1">
  <p:cSld name="Cover Slide: Fixed Logo">
    <p:spTree>
      <p:nvGrpSpPr>
        <p:cNvPr id="1" name=""/>
        <p:cNvGrpSpPr/>
        <p:nvPr/>
      </p:nvGrpSpPr>
      <p:grpSpPr>
        <a:xfrm xmlns:a="http://schemas.openxmlformats.org/drawingml/2006/main"/>
      </p:grpSpPr>
      <p:cxnSp>
        <p:nvCxnSpPr>
          <p:cNvPr id="146" name="Shape 140"/>
          <p:cNvCxnSpPr/>
          <p:nvPr/>
        </p:nvCxnSpPr>
        <p:spPr>
          <a:xfrm xmlns:a="http://schemas.openxmlformats.org/drawingml/2006/main" rot="5400000" flipH="1" flipV="1">
            <a:off x="5115308" y="-2905506"/>
            <a:ext cx="114299" cy="6839712"/>
          </a:xfrm>
          <a:prstGeom xmlns:a="http://schemas.openxmlformats.org/drawingml/2006/main" prst="bentConnector2">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142" name="Title 1">
            <a:extLst xmlns:a="http://schemas.openxmlformats.org/drawingml/2006/main">
              <a:ext uri="{FF2B5EF4-FFF2-40B4-BE49-F238E27FC236}">
                <a16:creationId xmlns:a16="http://schemas.microsoft.com/office/drawing/2014/main" id="{0378008E-82E6-4A0D-B6C5-FF84E50AB565}"/>
              </a:ext>
            </a:extLst>
          </p:cNvPr>
          <p:cNvSpPr>
            <a:spLocks xmlns:a="http://schemas.openxmlformats.org/drawingml/2006/main" noGrp="1"/>
          </p:cNvSpPr>
          <p:nvPr>
            <p:ph type="ctrTitle" idx="0" hasCustomPrompt="1"/>
          </p:nvPr>
        </p:nvSpPr>
        <p:spPr>
          <a:xfrm xmlns:a="http://schemas.openxmlformats.org/drawingml/2006/main">
            <a:off x="1895476" y="628650"/>
            <a:ext cx="5343525" cy="685800"/>
          </a:xfrm>
        </p:spPr>
        <p:txBody>
          <a:bodyPr xmlns:a="http://schemas.openxmlformats.org/drawingml/2006/main" anchor="t">
            <a:noAutofit/>
          </a:bodyPr>
          <a:lstStyle xmlns:a="http://schemas.openxmlformats.org/drawingml/2006/main">
            <a:lvl1pPr>
              <a:lnSpc>
                <a:spcPct val="90000"/>
              </a:lnSpc>
              <a:buNone/>
              <a:defRPr sz="2400" b="1" i="1" baseline="0">
                <a:solidFill>
                  <a:schemeClr val="tx1"/>
                </a:solidFill>
              </a:defRPr>
            </a:lvl1pPr>
          </a:lstStyle>
          <a:p xmlns:a="http://schemas.openxmlformats.org/drawingml/2006/main">
            <a:r>
              <a:t>Enterprise commerce project</a:t>
            </a:r>
            <a:endParaRPr/>
          </a:p>
        </p:txBody>
      </p:sp>
      <p:sp>
        <p:nvSpPr>
          <p:cNvPr id="143" name="Subtitle 2">
            <a:extLst xmlns:a="http://schemas.openxmlformats.org/drawingml/2006/main">
              <a:ext uri="{FF2B5EF4-FFF2-40B4-BE49-F238E27FC236}">
                <a16:creationId xmlns:a16="http://schemas.microsoft.com/office/drawing/2014/main" id="{089877F3-A745-4201-8AF7-E0688161E69B}"/>
              </a:ext>
            </a:extLst>
          </p:cNvPr>
          <p:cNvSpPr>
            <a:spLocks xmlns:a="http://schemas.openxmlformats.org/drawingml/2006/main" noGrp="1"/>
          </p:cNvSpPr>
          <p:nvPr>
            <p:ph type="subTitle" idx="1" hasCustomPrompt="1"/>
          </p:nvPr>
        </p:nvSpPr>
        <p:spPr>
          <a:xfrm xmlns:a="http://schemas.openxmlformats.org/drawingml/2006/main">
            <a:off x="1895476" y="1371600"/>
            <a:ext cx="5343525" cy="685801"/>
          </a:xfrm>
        </p:spPr>
        <p:txBody>
          <a:bodyPr xmlns:a="http://schemas.openxmlformats.org/drawingml/2006/main">
            <a:noAutofit/>
          </a:bodyPr>
          <a:lstStyle xmlns:a="http://schemas.openxmlformats.org/drawingml/2006/main">
            <a:lvl1pPr marL="0" indent="0" algn="l">
              <a:lnSpc>
                <a:spcPct val="90000"/>
              </a:lnSpc>
              <a:spcAft>
                <a:spcPts val="0"/>
              </a:spcAft>
              <a:buNone/>
              <a:defRPr sz="2400" baseline="0">
                <a:solidFill>
                  <a:schemeClr val="tx1"/>
                </a:solidFill>
                <a:latin typeface="+mj-lt"/>
                <a:ea typeface="+mj-lt"/>
                <a:cs typeface="+mj-lt"/>
              </a:defRPr>
            </a:lvl1pPr>
            <a:lvl2pPr marL="0" indent="0" algn="l">
              <a:buNone/>
              <a:defRPr sz="1350">
                <a:solidFill>
                  <a:schemeClr val="bg1"/>
                </a:solidFill>
                <a:latin typeface="+mj-lt"/>
                <a:ea typeface="+mj-lt"/>
                <a:cs typeface="+mj-lt"/>
              </a:defRPr>
            </a:lvl2pPr>
            <a:lvl3pPr marL="342900" indent="0" algn="l">
              <a:buNone/>
              <a:defRPr sz="1350">
                <a:solidFill>
                  <a:schemeClr val="bg1"/>
                </a:solidFill>
                <a:latin typeface="+mj-lt"/>
                <a:ea typeface="+mj-lt"/>
                <a:cs typeface="+mj-lt"/>
              </a:defRPr>
            </a:lvl3pPr>
            <a:lvl4pPr marL="685800" indent="0" algn="l">
              <a:buNone/>
              <a:defRPr sz="1350">
                <a:solidFill>
                  <a:schemeClr val="bg1"/>
                </a:solidFill>
                <a:latin typeface="+mj-lt"/>
                <a:ea typeface="+mj-lt"/>
                <a:cs typeface="+mj-lt"/>
              </a:defRPr>
            </a:lvl4pPr>
            <a:lvl5pPr marL="1028700" indent="0" algn="l">
              <a:buNone/>
              <a:defRPr sz="1350">
                <a:solidFill>
                  <a:schemeClr val="bg1"/>
                </a:solidFill>
                <a:latin typeface="+mj-lt"/>
                <a:ea typeface="+mj-lt"/>
                <a:cs typeface="+mj-lt"/>
              </a:defRPr>
            </a:lvl5pPr>
            <a:lvl6pPr marL="1371600" indent="0" algn="l">
              <a:buNone/>
              <a:defRPr sz="1350">
                <a:solidFill>
                  <a:schemeClr val="bg1"/>
                </a:solidFill>
                <a:latin typeface="+mj-lt"/>
                <a:ea typeface="+mj-lt"/>
                <a:cs typeface="+mj-lt"/>
              </a:defRPr>
            </a:lvl6pPr>
            <a:lvl7pPr marL="1714500" indent="0" algn="l">
              <a:buNone/>
              <a:defRPr sz="1350">
                <a:solidFill>
                  <a:schemeClr val="bg1"/>
                </a:solidFill>
                <a:latin typeface="+mj-lt"/>
                <a:ea typeface="+mj-lt"/>
                <a:cs typeface="+mj-lt"/>
              </a:defRPr>
            </a:lvl7pPr>
            <a:lvl8pPr marL="2057400" indent="0" algn="l">
              <a:buNone/>
              <a:defRPr sz="1350">
                <a:solidFill>
                  <a:schemeClr val="bg1"/>
                </a:solidFill>
                <a:latin typeface="+mj-lt"/>
                <a:ea typeface="+mj-lt"/>
                <a:cs typeface="+mj-lt"/>
              </a:defRPr>
            </a:lvl8pPr>
            <a:lvl9pPr marL="2400300" indent="0" algn="l">
              <a:buNone/>
              <a:defRPr sz="1350">
                <a:solidFill>
                  <a:schemeClr val="bg1"/>
                </a:solidFill>
                <a:latin typeface="+mj-lt"/>
                <a:ea typeface="+mj-lt"/>
                <a:cs typeface="+mj-lt"/>
              </a:defRPr>
            </a:lvl9pPr>
          </a:lstStyle>
          <a:p xmlns:a="http://schemas.openxmlformats.org/drawingml/2006/main">
            <a:r>
              <a:t>Enterprise commerce project</a:t>
            </a:r>
            <a:endParaRPr/>
          </a:p>
        </p:txBody>
      </p:sp>
      <p:sp>
        <p:nvSpPr>
          <p:cNvPr id="144" name="Text Placeholder 31">
            <a:extLst xmlns:a="http://schemas.openxmlformats.org/drawingml/2006/main">
              <a:ext uri="{FF2B5EF4-FFF2-40B4-BE49-F238E27FC236}">
                <a16:creationId xmlns:a16="http://schemas.microsoft.com/office/drawing/2014/main" id="{1FA9FB94-F60B-4F34-8DCE-232BF28D5106}"/>
              </a:ext>
            </a:extLst>
          </p:cNvPr>
          <p:cNvSpPr>
            <a:spLocks xmlns:a="http://schemas.openxmlformats.org/drawingml/2006/main" noGrp="1"/>
          </p:cNvSpPr>
          <p:nvPr>
            <p:ph type="body" idx="10" hasCustomPrompt="1"/>
          </p:nvPr>
        </p:nvSpPr>
        <p:spPr>
          <a:xfrm xmlns:a="http://schemas.openxmlformats.org/drawingml/2006/main">
            <a:off x="1895475" y="281178"/>
            <a:ext cx="4105656" cy="109728"/>
          </a:xfrm>
        </p:spPr>
        <p:txBody>
          <a:bodyPr xmlns:a="http://schemas.openxmlformats.org/drawingml/2006/main"/>
          <a:lstStyle xmlns:a="http://schemas.openxmlformats.org/drawingml/2006/main">
            <a:lvl1pPr>
              <a:buNone/>
              <a:defRPr sz="825">
                <a:solidFill>
                  <a:schemeClr val="tx1"/>
                </a:solidFill>
                <a:latin typeface="Arial"/>
                <a:ea typeface="Arial"/>
                <a:cs typeface="Arial"/>
              </a:defRPr>
            </a:lvl1pPr>
            <a:lvl2pPr>
              <a:buNone/>
              <a:defRPr sz="750">
                <a:solidFill>
                  <a:schemeClr val="bg1"/>
                </a:solidFill>
                <a:latin typeface="Arial"/>
                <a:ea typeface="Arial"/>
                <a:cs typeface="Arial"/>
              </a:defRPr>
            </a:lvl2pPr>
            <a:lvl3pPr>
              <a:buNone/>
              <a:defRPr sz="750">
                <a:solidFill>
                  <a:schemeClr val="bg1"/>
                </a:solidFill>
                <a:latin typeface="Arial"/>
                <a:ea typeface="Arial"/>
                <a:cs typeface="Arial"/>
              </a:defRPr>
            </a:lvl3pPr>
            <a:lvl4pPr>
              <a:buNone/>
              <a:defRPr sz="750">
                <a:solidFill>
                  <a:schemeClr val="bg1"/>
                </a:solidFill>
                <a:latin typeface="Arial"/>
                <a:ea typeface="Arial"/>
                <a:cs typeface="Arial"/>
              </a:defRPr>
            </a:lvl4pPr>
            <a:lvl5pPr>
              <a:buNone/>
              <a:defRPr sz="750">
                <a:solidFill>
                  <a:schemeClr val="bg1"/>
                </a:solidFill>
                <a:latin typeface="Arial"/>
                <a:ea typeface="Arial"/>
                <a:cs typeface="Arial"/>
              </a:defRPr>
            </a:lvl5pPr>
          </a:lstStyle>
          <a:p xmlns:a="http://schemas.openxmlformats.org/drawingml/2006/main">
            <a:pPr lvl="0">
              <a:buNone/>
            </a:pPr>
            <a:r>
              <a:t>Enterprise commerce project</a:t>
            </a:r>
          </a:p>
        </p:txBody>
      </p:sp>
      <p:sp>
        <p:nvSpPr>
          <p:cNvPr id="107" name="Rectangle 25">
            <a:extLst xmlns:a="http://schemas.openxmlformats.org/drawingml/2006/main">
              <a:ext uri="{FF2B5EF4-FFF2-40B4-BE49-F238E27FC236}">
                <a16:creationId xmlns:a16="http://schemas.microsoft.com/office/drawing/2014/main" id="{121AA739-6416-45A5-A7C4-608A6B88AFA3}"/>
              </a:ext>
            </a:extLst>
          </p:cNvPr>
          <p:cNvSpPr>
            <a:spLocks xmlns:a="http://schemas.openxmlformats.org/drawingml/2006/main" noGrp="1"/>
          </p:cNvSpPr>
          <p:nvPr/>
        </p:nvSpPr>
        <p:spPr>
          <a:xfrm xmlns:a="http://schemas.openxmlformats.org/drawingml/2006/main" rot="0" flipH="0" flipV="0">
            <a:off x="2143417" y="4542807"/>
            <a:ext cx="57456" cy="85437"/>
          </a:xfrm>
          <a:prstGeom xmlns:a="http://schemas.openxmlformats.org/drawingml/2006/main" prst="rect">
            <a:avLst/>
          </a:prstGeom>
          <a:solidFill xmlns:a="http://schemas.openxmlformats.org/drawingml/2006/main">
            <a:srgbClr val="F445F6"/>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08" name="Rectangle 26">
            <a:extLst xmlns:a="http://schemas.openxmlformats.org/drawingml/2006/main">
              <a:ext uri="{FF2B5EF4-FFF2-40B4-BE49-F238E27FC236}">
                <a16:creationId xmlns:a16="http://schemas.microsoft.com/office/drawing/2014/main" id="{6038131A-EA67-443F-9AD1-4A388AF0E708}"/>
              </a:ext>
            </a:extLst>
          </p:cNvPr>
          <p:cNvSpPr>
            <a:spLocks xmlns:a="http://schemas.openxmlformats.org/drawingml/2006/main" noGrp="1"/>
          </p:cNvSpPr>
          <p:nvPr/>
        </p:nvSpPr>
        <p:spPr>
          <a:xfrm xmlns:a="http://schemas.openxmlformats.org/drawingml/2006/main" rot="0" flipH="0" flipV="0">
            <a:off x="1981103" y="4360037"/>
            <a:ext cx="44528" cy="52992"/>
          </a:xfrm>
          <a:prstGeom xmlns:a="http://schemas.openxmlformats.org/drawingml/2006/main" prst="rect">
            <a:avLst/>
          </a:prstGeom>
          <a:solidFill xmlns:a="http://schemas.openxmlformats.org/drawingml/2006/main">
            <a:srgbClr val="F6B67F"/>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09" name="Rectangle 27">
            <a:extLst xmlns:a="http://schemas.openxmlformats.org/drawingml/2006/main">
              <a:ext uri="{FF2B5EF4-FFF2-40B4-BE49-F238E27FC236}">
                <a16:creationId xmlns:a16="http://schemas.microsoft.com/office/drawing/2014/main" id="{3E823152-F36C-49B9-8E8C-B9804C6ED501}"/>
              </a:ext>
            </a:extLst>
          </p:cNvPr>
          <p:cNvSpPr>
            <a:spLocks xmlns:a="http://schemas.openxmlformats.org/drawingml/2006/main" noGrp="1"/>
          </p:cNvSpPr>
          <p:nvPr/>
        </p:nvSpPr>
        <p:spPr>
          <a:xfrm xmlns:a="http://schemas.openxmlformats.org/drawingml/2006/main" rot="0" flipH="0" flipV="0">
            <a:off x="1752715" y="4326512"/>
            <a:ext cx="228388" cy="33525"/>
          </a:xfrm>
          <a:prstGeom xmlns:a="http://schemas.openxmlformats.org/drawingml/2006/main" prst="rect">
            <a:avLst/>
          </a:prstGeom>
          <a:solidFill xmlns:a="http://schemas.openxmlformats.org/drawingml/2006/main">
            <a:srgbClr val="F48F17"/>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10" name="Rectangle 28">
            <a:extLst xmlns:a="http://schemas.openxmlformats.org/drawingml/2006/main">
              <a:ext uri="{FF2B5EF4-FFF2-40B4-BE49-F238E27FC236}">
                <a16:creationId xmlns:a16="http://schemas.microsoft.com/office/drawing/2014/main" id="{C2148E77-CFEF-44EE-A010-B566D5D28321}"/>
              </a:ext>
            </a:extLst>
          </p:cNvPr>
          <p:cNvSpPr>
            <a:spLocks xmlns:a="http://schemas.openxmlformats.org/drawingml/2006/main" noGrp="1"/>
          </p:cNvSpPr>
          <p:nvPr/>
        </p:nvSpPr>
        <p:spPr>
          <a:xfrm xmlns:a="http://schemas.openxmlformats.org/drawingml/2006/main" rot="0" flipH="0" flipV="0">
            <a:off x="1752715" y="4360037"/>
            <a:ext cx="228388" cy="52992"/>
          </a:xfrm>
          <a:prstGeom xmlns:a="http://schemas.openxmlformats.org/drawingml/2006/main" prst="rect">
            <a:avLst/>
          </a:prstGeom>
          <a:solidFill xmlns:a="http://schemas.openxmlformats.org/drawingml/2006/main">
            <a:srgbClr val="EB660B"/>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11" name="Rectangle 29">
            <a:extLst xmlns:a="http://schemas.openxmlformats.org/drawingml/2006/main">
              <a:ext uri="{FF2B5EF4-FFF2-40B4-BE49-F238E27FC236}">
                <a16:creationId xmlns:a16="http://schemas.microsoft.com/office/drawing/2014/main" id="{C0053C89-7C1D-42E9-AD58-16BE39A0F90B}"/>
              </a:ext>
            </a:extLst>
          </p:cNvPr>
          <p:cNvSpPr>
            <a:spLocks xmlns:a="http://schemas.openxmlformats.org/drawingml/2006/main" noGrp="1"/>
          </p:cNvSpPr>
          <p:nvPr/>
        </p:nvSpPr>
        <p:spPr>
          <a:xfrm xmlns:a="http://schemas.openxmlformats.org/drawingml/2006/main" rot="0" flipH="0" flipV="0">
            <a:off x="2025632" y="4413030"/>
            <a:ext cx="117785" cy="129777"/>
          </a:xfrm>
          <a:prstGeom xmlns:a="http://schemas.openxmlformats.org/drawingml/2006/main" prst="rect">
            <a:avLst/>
          </a:prstGeom>
          <a:solidFill xmlns:a="http://schemas.openxmlformats.org/drawingml/2006/main">
            <a:srgbClr val="F3BF09"/>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12" name="Rectangle 30">
            <a:extLst xmlns:a="http://schemas.openxmlformats.org/drawingml/2006/main">
              <a:ext uri="{FF2B5EF4-FFF2-40B4-BE49-F238E27FC236}">
                <a16:creationId xmlns:a16="http://schemas.microsoft.com/office/drawing/2014/main" id="{362385EC-9D2D-4B71-89FE-3DA2DE379111}"/>
              </a:ext>
            </a:extLst>
          </p:cNvPr>
          <p:cNvSpPr>
            <a:spLocks xmlns:a="http://schemas.openxmlformats.org/drawingml/2006/main" noGrp="1"/>
          </p:cNvSpPr>
          <p:nvPr/>
        </p:nvSpPr>
        <p:spPr>
          <a:xfrm xmlns:a="http://schemas.openxmlformats.org/drawingml/2006/main" rot="0" flipH="0" flipV="0">
            <a:off x="2025632" y="4542807"/>
            <a:ext cx="117785" cy="85437"/>
          </a:xfrm>
          <a:prstGeom xmlns:a="http://schemas.openxmlformats.org/drawingml/2006/main" prst="rect">
            <a:avLst/>
          </a:prstGeom>
          <a:solidFill xmlns:a="http://schemas.openxmlformats.org/drawingml/2006/main">
            <a:srgbClr val="E93409"/>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13" name="Rectangle 31">
            <a:extLst xmlns:a="http://schemas.openxmlformats.org/drawingml/2006/main">
              <a:ext uri="{FF2B5EF4-FFF2-40B4-BE49-F238E27FC236}">
                <a16:creationId xmlns:a16="http://schemas.microsoft.com/office/drawing/2014/main" id="{4A5F50B5-A57F-4174-8627-E48CDA428520}"/>
              </a:ext>
            </a:extLst>
          </p:cNvPr>
          <p:cNvSpPr>
            <a:spLocks xmlns:a="http://schemas.openxmlformats.org/drawingml/2006/main" noGrp="1"/>
          </p:cNvSpPr>
          <p:nvPr/>
        </p:nvSpPr>
        <p:spPr>
          <a:xfrm xmlns:a="http://schemas.openxmlformats.org/drawingml/2006/main" rot="0" flipH="0" flipV="0">
            <a:off x="1981103" y="4413030"/>
            <a:ext cx="44528" cy="129777"/>
          </a:xfrm>
          <a:prstGeom xmlns:a="http://schemas.openxmlformats.org/drawingml/2006/main" prst="rect">
            <a:avLst/>
          </a:prstGeom>
          <a:solidFill xmlns:a="http://schemas.openxmlformats.org/drawingml/2006/main">
            <a:srgbClr val="EA8804"/>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14" name="Rectangle 32">
            <a:extLst xmlns:a="http://schemas.openxmlformats.org/drawingml/2006/main">
              <a:ext uri="{FF2B5EF4-FFF2-40B4-BE49-F238E27FC236}">
                <a16:creationId xmlns:a16="http://schemas.microsoft.com/office/drawing/2014/main" id="{09EC6460-88DF-42D4-AE5A-70A349AFBBC9}"/>
              </a:ext>
            </a:extLst>
          </p:cNvPr>
          <p:cNvSpPr>
            <a:spLocks xmlns:a="http://schemas.openxmlformats.org/drawingml/2006/main" noGrp="1"/>
          </p:cNvSpPr>
          <p:nvPr/>
        </p:nvSpPr>
        <p:spPr>
          <a:xfrm xmlns:a="http://schemas.openxmlformats.org/drawingml/2006/main" rot="0" flipH="0" flipV="0">
            <a:off x="1981103" y="4542807"/>
            <a:ext cx="44528" cy="85437"/>
          </a:xfrm>
          <a:prstGeom xmlns:a="http://schemas.openxmlformats.org/drawingml/2006/main" prst="rect">
            <a:avLst/>
          </a:prstGeom>
          <a:solidFill xmlns:a="http://schemas.openxmlformats.org/drawingml/2006/main">
            <a:srgbClr val="E02504"/>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15" name="Freeform 33">
            <a:extLst xmlns:a="http://schemas.openxmlformats.org/drawingml/2006/main">
              <a:ext uri="{FF2B5EF4-FFF2-40B4-BE49-F238E27FC236}">
                <a16:creationId xmlns:a16="http://schemas.microsoft.com/office/drawing/2014/main" id="{76328A87-46D8-4F19-84BB-81075B1987AB}"/>
              </a:ext>
            </a:extLst>
          </p:cNvPr>
          <p:cNvSpPr>
            <a:spLocks xmlns:a="http://schemas.openxmlformats.org/drawingml/2006/main" noGrp="1"/>
          </p:cNvSpPr>
          <p:nvPr/>
        </p:nvSpPr>
        <p:spPr>
          <a:xfrm xmlns:a="http://schemas.openxmlformats.org/drawingml/2006/main" rot="0" flipH="0" flipV="0">
            <a:off x="1752715" y="4413030"/>
            <a:ext cx="228388" cy="129777"/>
          </a:xfrm>
          <a:custGeom xmlns:a="http://schemas.openxmlformats.org/drawingml/2006/main">
            <a:rect l="0" t="0" r="r" b="b"/>
            <a:pathLst>
              <a:path w="159" h="120">
                <a:moveTo>
                  <a:pt x="0" y="0"/>
                </a:moveTo>
                <a:lnTo>
                  <a:pt x="159" y="0"/>
                </a:lnTo>
                <a:lnTo>
                  <a:pt x="159" y="120"/>
                </a:lnTo>
                <a:lnTo>
                  <a:pt x="99" y="120"/>
                </a:lnTo>
                <a:lnTo>
                  <a:pt x="99" y="80"/>
                </a:lnTo>
                <a:lnTo>
                  <a:pt x="0" y="80"/>
                </a:lnTo>
                <a:lnTo>
                  <a:pt x="0" y="0"/>
                </a:lnTo>
                <a:close/>
              </a:path>
            </a:pathLst>
          </a:custGeom>
          <a:solidFill xmlns:a="http://schemas.openxmlformats.org/drawingml/2006/main">
            <a:srgbClr val="E04C00"/>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16" name="Rectangle 34">
            <a:extLst xmlns:a="http://schemas.openxmlformats.org/drawingml/2006/main">
              <a:ext uri="{FF2B5EF4-FFF2-40B4-BE49-F238E27FC236}">
                <a16:creationId xmlns:a16="http://schemas.microsoft.com/office/drawing/2014/main" id="{FE396A90-CB67-4662-943D-8523702DAC9F}"/>
              </a:ext>
            </a:extLst>
          </p:cNvPr>
          <p:cNvSpPr>
            <a:spLocks xmlns:a="http://schemas.openxmlformats.org/drawingml/2006/main" noGrp="1"/>
          </p:cNvSpPr>
          <p:nvPr/>
        </p:nvSpPr>
        <p:spPr>
          <a:xfrm xmlns:a="http://schemas.openxmlformats.org/drawingml/2006/main" rot="0" flipH="0" flipV="0">
            <a:off x="1894919" y="4542807"/>
            <a:ext cx="86184" cy="85437"/>
          </a:xfrm>
          <a:prstGeom xmlns:a="http://schemas.openxmlformats.org/drawingml/2006/main" prst="rect">
            <a:avLst/>
          </a:prstGeom>
          <a:solidFill xmlns:a="http://schemas.openxmlformats.org/drawingml/2006/main">
            <a:srgbClr val="D61400"/>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17" name="Rectangle 35">
            <a:extLst xmlns:a="http://schemas.openxmlformats.org/drawingml/2006/main">
              <a:ext uri="{FF2B5EF4-FFF2-40B4-BE49-F238E27FC236}">
                <a16:creationId xmlns:a16="http://schemas.microsoft.com/office/drawing/2014/main" id="{763834D4-0854-4EFE-BB23-6D125AC71C47}"/>
              </a:ext>
            </a:extLst>
          </p:cNvPr>
          <p:cNvSpPr>
            <a:spLocks xmlns:a="http://schemas.openxmlformats.org/drawingml/2006/main" noGrp="1"/>
          </p:cNvSpPr>
          <p:nvPr/>
        </p:nvSpPr>
        <p:spPr>
          <a:xfrm xmlns:a="http://schemas.openxmlformats.org/drawingml/2006/main" rot="0" flipH="0" flipV="0">
            <a:off x="1752715" y="4499549"/>
            <a:ext cx="142203" cy="43259"/>
          </a:xfrm>
          <a:prstGeom xmlns:a="http://schemas.openxmlformats.org/drawingml/2006/main" prst="rect">
            <a:avLst/>
          </a:prstGeom>
          <a:solidFill xmlns:a="http://schemas.openxmlformats.org/drawingml/2006/main">
            <a:srgbClr val="C93C00"/>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18" name="Rectangle 36">
            <a:extLst xmlns:a="http://schemas.openxmlformats.org/drawingml/2006/main">
              <a:ext uri="{FF2B5EF4-FFF2-40B4-BE49-F238E27FC236}">
                <a16:creationId xmlns:a16="http://schemas.microsoft.com/office/drawing/2014/main" id="{AC5C6345-1150-40F5-BBAD-D98955B96DE0}"/>
              </a:ext>
            </a:extLst>
          </p:cNvPr>
          <p:cNvSpPr>
            <a:spLocks xmlns:a="http://schemas.openxmlformats.org/drawingml/2006/main" noGrp="1"/>
          </p:cNvSpPr>
          <p:nvPr/>
        </p:nvSpPr>
        <p:spPr>
          <a:xfrm xmlns:a="http://schemas.openxmlformats.org/drawingml/2006/main" rot="0" flipH="0" flipV="0">
            <a:off x="1752715" y="4542807"/>
            <a:ext cx="142203" cy="85437"/>
          </a:xfrm>
          <a:prstGeom xmlns:a="http://schemas.openxmlformats.org/drawingml/2006/main" prst="rect">
            <a:avLst/>
          </a:prstGeom>
          <a:solidFill xmlns:a="http://schemas.openxmlformats.org/drawingml/2006/main">
            <a:srgbClr val="C01000"/>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19" name="Rectangle 25">
            <a:extLst xmlns:a="http://schemas.openxmlformats.org/drawingml/2006/main">
              <a:ext uri="{FF2B5EF4-FFF2-40B4-BE49-F238E27FC236}">
                <a16:creationId xmlns:a16="http://schemas.microsoft.com/office/drawing/2014/main" id="{F3259DE8-9679-40C1-89CE-BDFA8871B610}"/>
              </a:ext>
            </a:extLst>
          </p:cNvPr>
          <p:cNvSpPr>
            <a:spLocks xmlns:a="http://schemas.openxmlformats.org/drawingml/2006/main" noGrp="1"/>
          </p:cNvSpPr>
          <p:nvPr/>
        </p:nvSpPr>
        <p:spPr>
          <a:xfrm xmlns:a="http://schemas.openxmlformats.org/drawingml/2006/main" rot="0" flipH="0" flipV="0">
            <a:off x="2143417" y="4542807"/>
            <a:ext cx="57456" cy="85437"/>
          </a:xfrm>
          <a:prstGeom xmlns:a="http://schemas.openxmlformats.org/drawingml/2006/main" prst="rect">
            <a:avLst/>
          </a:prstGeom>
          <a:solidFill xmlns:a="http://schemas.openxmlformats.org/drawingml/2006/main">
            <a:srgbClr val="F445F6"/>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20" name="Rectangle 26">
            <a:extLst xmlns:a="http://schemas.openxmlformats.org/drawingml/2006/main">
              <a:ext uri="{FF2B5EF4-FFF2-40B4-BE49-F238E27FC236}">
                <a16:creationId xmlns:a16="http://schemas.microsoft.com/office/drawing/2014/main" id="{9EA77DC4-ADCA-4970-AFE2-4AFDD52C72B8}"/>
              </a:ext>
            </a:extLst>
          </p:cNvPr>
          <p:cNvSpPr>
            <a:spLocks xmlns:a="http://schemas.openxmlformats.org/drawingml/2006/main" noGrp="1"/>
          </p:cNvSpPr>
          <p:nvPr/>
        </p:nvSpPr>
        <p:spPr>
          <a:xfrm xmlns:a="http://schemas.openxmlformats.org/drawingml/2006/main" rot="0" flipH="0" flipV="0">
            <a:off x="1981103" y="4360037"/>
            <a:ext cx="44528" cy="52992"/>
          </a:xfrm>
          <a:prstGeom xmlns:a="http://schemas.openxmlformats.org/drawingml/2006/main" prst="rect">
            <a:avLst/>
          </a:prstGeom>
          <a:solidFill xmlns:a="http://schemas.openxmlformats.org/drawingml/2006/main">
            <a:srgbClr val="F6B67F"/>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21" name="Rectangle 27">
            <a:extLst xmlns:a="http://schemas.openxmlformats.org/drawingml/2006/main">
              <a:ext uri="{FF2B5EF4-FFF2-40B4-BE49-F238E27FC236}">
                <a16:creationId xmlns:a16="http://schemas.microsoft.com/office/drawing/2014/main" id="{A4584B04-7A9F-4CB6-9F00-FF8B18FBC05B}"/>
              </a:ext>
            </a:extLst>
          </p:cNvPr>
          <p:cNvSpPr>
            <a:spLocks xmlns:a="http://schemas.openxmlformats.org/drawingml/2006/main" noGrp="1"/>
          </p:cNvSpPr>
          <p:nvPr/>
        </p:nvSpPr>
        <p:spPr>
          <a:xfrm xmlns:a="http://schemas.openxmlformats.org/drawingml/2006/main" rot="0" flipH="0" flipV="0">
            <a:off x="1752715" y="4326512"/>
            <a:ext cx="228388" cy="33525"/>
          </a:xfrm>
          <a:prstGeom xmlns:a="http://schemas.openxmlformats.org/drawingml/2006/main" prst="rect">
            <a:avLst/>
          </a:prstGeom>
          <a:solidFill xmlns:a="http://schemas.openxmlformats.org/drawingml/2006/main">
            <a:srgbClr val="F48F17"/>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22" name="Rectangle 28">
            <a:extLst xmlns:a="http://schemas.openxmlformats.org/drawingml/2006/main">
              <a:ext uri="{FF2B5EF4-FFF2-40B4-BE49-F238E27FC236}">
                <a16:creationId xmlns:a16="http://schemas.microsoft.com/office/drawing/2014/main" id="{B894DF69-7098-49DD-9178-523288E8D792}"/>
              </a:ext>
            </a:extLst>
          </p:cNvPr>
          <p:cNvSpPr>
            <a:spLocks xmlns:a="http://schemas.openxmlformats.org/drawingml/2006/main" noGrp="1"/>
          </p:cNvSpPr>
          <p:nvPr/>
        </p:nvSpPr>
        <p:spPr>
          <a:xfrm xmlns:a="http://schemas.openxmlformats.org/drawingml/2006/main" rot="0" flipH="0" flipV="0">
            <a:off x="1752715" y="4360037"/>
            <a:ext cx="228388" cy="52992"/>
          </a:xfrm>
          <a:prstGeom xmlns:a="http://schemas.openxmlformats.org/drawingml/2006/main" prst="rect">
            <a:avLst/>
          </a:prstGeom>
          <a:solidFill xmlns:a="http://schemas.openxmlformats.org/drawingml/2006/main">
            <a:srgbClr val="EB660B"/>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23" name="Rectangle 29">
            <a:extLst xmlns:a="http://schemas.openxmlformats.org/drawingml/2006/main">
              <a:ext uri="{FF2B5EF4-FFF2-40B4-BE49-F238E27FC236}">
                <a16:creationId xmlns:a16="http://schemas.microsoft.com/office/drawing/2014/main" id="{92971B4A-7A6E-442D-BDF1-58992AE9A5F8}"/>
              </a:ext>
            </a:extLst>
          </p:cNvPr>
          <p:cNvSpPr>
            <a:spLocks xmlns:a="http://schemas.openxmlformats.org/drawingml/2006/main" noGrp="1"/>
          </p:cNvSpPr>
          <p:nvPr/>
        </p:nvSpPr>
        <p:spPr>
          <a:xfrm xmlns:a="http://schemas.openxmlformats.org/drawingml/2006/main" rot="0" flipH="0" flipV="0">
            <a:off x="2025632" y="4413030"/>
            <a:ext cx="117785" cy="129777"/>
          </a:xfrm>
          <a:prstGeom xmlns:a="http://schemas.openxmlformats.org/drawingml/2006/main" prst="rect">
            <a:avLst/>
          </a:prstGeom>
          <a:solidFill xmlns:a="http://schemas.openxmlformats.org/drawingml/2006/main">
            <a:srgbClr val="F3BF09"/>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24" name="Rectangle 30">
            <a:extLst xmlns:a="http://schemas.openxmlformats.org/drawingml/2006/main">
              <a:ext uri="{FF2B5EF4-FFF2-40B4-BE49-F238E27FC236}">
                <a16:creationId xmlns:a16="http://schemas.microsoft.com/office/drawing/2014/main" id="{3268E132-C13E-4C43-ADA2-8247DAEEA2F4}"/>
              </a:ext>
            </a:extLst>
          </p:cNvPr>
          <p:cNvSpPr>
            <a:spLocks xmlns:a="http://schemas.openxmlformats.org/drawingml/2006/main" noGrp="1"/>
          </p:cNvSpPr>
          <p:nvPr/>
        </p:nvSpPr>
        <p:spPr>
          <a:xfrm xmlns:a="http://schemas.openxmlformats.org/drawingml/2006/main" rot="0" flipH="0" flipV="0">
            <a:off x="2025632" y="4542807"/>
            <a:ext cx="117785" cy="85437"/>
          </a:xfrm>
          <a:prstGeom xmlns:a="http://schemas.openxmlformats.org/drawingml/2006/main" prst="rect">
            <a:avLst/>
          </a:prstGeom>
          <a:solidFill xmlns:a="http://schemas.openxmlformats.org/drawingml/2006/main">
            <a:srgbClr val="E93409"/>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25" name="Rectangle 31">
            <a:extLst xmlns:a="http://schemas.openxmlformats.org/drawingml/2006/main">
              <a:ext uri="{FF2B5EF4-FFF2-40B4-BE49-F238E27FC236}">
                <a16:creationId xmlns:a16="http://schemas.microsoft.com/office/drawing/2014/main" id="{31C3E8F2-BCF3-48D6-8A48-B0C22C52700A}"/>
              </a:ext>
            </a:extLst>
          </p:cNvPr>
          <p:cNvSpPr>
            <a:spLocks xmlns:a="http://schemas.openxmlformats.org/drawingml/2006/main" noGrp="1"/>
          </p:cNvSpPr>
          <p:nvPr/>
        </p:nvSpPr>
        <p:spPr>
          <a:xfrm xmlns:a="http://schemas.openxmlformats.org/drawingml/2006/main" rot="0" flipH="0" flipV="0">
            <a:off x="1981103" y="4413030"/>
            <a:ext cx="44528" cy="129777"/>
          </a:xfrm>
          <a:prstGeom xmlns:a="http://schemas.openxmlformats.org/drawingml/2006/main" prst="rect">
            <a:avLst/>
          </a:prstGeom>
          <a:solidFill xmlns:a="http://schemas.openxmlformats.org/drawingml/2006/main">
            <a:srgbClr val="EA8804"/>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26" name="Rectangle 32">
            <a:extLst xmlns:a="http://schemas.openxmlformats.org/drawingml/2006/main">
              <a:ext uri="{FF2B5EF4-FFF2-40B4-BE49-F238E27FC236}">
                <a16:creationId xmlns:a16="http://schemas.microsoft.com/office/drawing/2014/main" id="{F0D527C7-F651-4720-9A53-CD7B82FDFF2C}"/>
              </a:ext>
            </a:extLst>
          </p:cNvPr>
          <p:cNvSpPr>
            <a:spLocks xmlns:a="http://schemas.openxmlformats.org/drawingml/2006/main" noGrp="1"/>
          </p:cNvSpPr>
          <p:nvPr/>
        </p:nvSpPr>
        <p:spPr>
          <a:xfrm xmlns:a="http://schemas.openxmlformats.org/drawingml/2006/main" rot="0" flipH="0" flipV="0">
            <a:off x="1981103" y="4542807"/>
            <a:ext cx="44528" cy="85437"/>
          </a:xfrm>
          <a:prstGeom xmlns:a="http://schemas.openxmlformats.org/drawingml/2006/main" prst="rect">
            <a:avLst/>
          </a:prstGeom>
          <a:solidFill xmlns:a="http://schemas.openxmlformats.org/drawingml/2006/main">
            <a:srgbClr val="E02504"/>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27" name="Freeform 33">
            <a:extLst xmlns:a="http://schemas.openxmlformats.org/drawingml/2006/main">
              <a:ext uri="{FF2B5EF4-FFF2-40B4-BE49-F238E27FC236}">
                <a16:creationId xmlns:a16="http://schemas.microsoft.com/office/drawing/2014/main" id="{8EB1EEE3-EA4C-405D-AB1D-9A162D5EF78E}"/>
              </a:ext>
            </a:extLst>
          </p:cNvPr>
          <p:cNvSpPr>
            <a:spLocks xmlns:a="http://schemas.openxmlformats.org/drawingml/2006/main" noGrp="1"/>
          </p:cNvSpPr>
          <p:nvPr/>
        </p:nvSpPr>
        <p:spPr>
          <a:xfrm xmlns:a="http://schemas.openxmlformats.org/drawingml/2006/main" rot="0" flipH="0" flipV="0">
            <a:off x="1752715" y="4413030"/>
            <a:ext cx="228388" cy="129777"/>
          </a:xfrm>
          <a:custGeom xmlns:a="http://schemas.openxmlformats.org/drawingml/2006/main">
            <a:rect l="0" t="0" r="r" b="b"/>
            <a:pathLst>
              <a:path w="159" h="120">
                <a:moveTo>
                  <a:pt x="0" y="0"/>
                </a:moveTo>
                <a:lnTo>
                  <a:pt x="159" y="0"/>
                </a:lnTo>
                <a:lnTo>
                  <a:pt x="159" y="120"/>
                </a:lnTo>
                <a:lnTo>
                  <a:pt x="99" y="120"/>
                </a:lnTo>
                <a:lnTo>
                  <a:pt x="99" y="80"/>
                </a:lnTo>
                <a:lnTo>
                  <a:pt x="0" y="80"/>
                </a:lnTo>
                <a:lnTo>
                  <a:pt x="0" y="0"/>
                </a:lnTo>
                <a:close/>
              </a:path>
            </a:pathLst>
          </a:custGeom>
          <a:solidFill xmlns:a="http://schemas.openxmlformats.org/drawingml/2006/main">
            <a:srgbClr val="E04C00"/>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28" name="Rectangle 34">
            <a:extLst xmlns:a="http://schemas.openxmlformats.org/drawingml/2006/main">
              <a:ext uri="{FF2B5EF4-FFF2-40B4-BE49-F238E27FC236}">
                <a16:creationId xmlns:a16="http://schemas.microsoft.com/office/drawing/2014/main" id="{945D43A9-106B-4CDE-9D93-DF8044741476}"/>
              </a:ext>
            </a:extLst>
          </p:cNvPr>
          <p:cNvSpPr>
            <a:spLocks xmlns:a="http://schemas.openxmlformats.org/drawingml/2006/main" noGrp="1"/>
          </p:cNvSpPr>
          <p:nvPr/>
        </p:nvSpPr>
        <p:spPr>
          <a:xfrm xmlns:a="http://schemas.openxmlformats.org/drawingml/2006/main" rot="0" flipH="0" flipV="0">
            <a:off x="1894919" y="4542807"/>
            <a:ext cx="86184" cy="85437"/>
          </a:xfrm>
          <a:prstGeom xmlns:a="http://schemas.openxmlformats.org/drawingml/2006/main" prst="rect">
            <a:avLst/>
          </a:prstGeom>
          <a:solidFill xmlns:a="http://schemas.openxmlformats.org/drawingml/2006/main">
            <a:srgbClr val="D61400"/>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29" name="Rectangle 35">
            <a:extLst xmlns:a="http://schemas.openxmlformats.org/drawingml/2006/main">
              <a:ext uri="{FF2B5EF4-FFF2-40B4-BE49-F238E27FC236}">
                <a16:creationId xmlns:a16="http://schemas.microsoft.com/office/drawing/2014/main" id="{8392EC76-2675-4C56-8280-1C83414D6737}"/>
              </a:ext>
            </a:extLst>
          </p:cNvPr>
          <p:cNvSpPr>
            <a:spLocks xmlns:a="http://schemas.openxmlformats.org/drawingml/2006/main" noGrp="1"/>
          </p:cNvSpPr>
          <p:nvPr/>
        </p:nvSpPr>
        <p:spPr>
          <a:xfrm xmlns:a="http://schemas.openxmlformats.org/drawingml/2006/main" rot="0" flipH="0" flipV="0">
            <a:off x="1752715" y="4499549"/>
            <a:ext cx="142203" cy="43259"/>
          </a:xfrm>
          <a:prstGeom xmlns:a="http://schemas.openxmlformats.org/drawingml/2006/main" prst="rect">
            <a:avLst/>
          </a:prstGeom>
          <a:solidFill xmlns:a="http://schemas.openxmlformats.org/drawingml/2006/main">
            <a:srgbClr val="C93C00"/>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30" name="Rectangle 36">
            <a:extLst xmlns:a="http://schemas.openxmlformats.org/drawingml/2006/main">
              <a:ext uri="{FF2B5EF4-FFF2-40B4-BE49-F238E27FC236}">
                <a16:creationId xmlns:a16="http://schemas.microsoft.com/office/drawing/2014/main" id="{2C36B4EB-792E-458E-BA1F-A0880393D249}"/>
              </a:ext>
            </a:extLst>
          </p:cNvPr>
          <p:cNvSpPr>
            <a:spLocks xmlns:a="http://schemas.openxmlformats.org/drawingml/2006/main" noGrp="1"/>
          </p:cNvSpPr>
          <p:nvPr/>
        </p:nvSpPr>
        <p:spPr>
          <a:xfrm xmlns:a="http://schemas.openxmlformats.org/drawingml/2006/main" rot="0" flipH="0" flipV="0">
            <a:off x="1752715" y="4542807"/>
            <a:ext cx="142203" cy="85437"/>
          </a:xfrm>
          <a:prstGeom xmlns:a="http://schemas.openxmlformats.org/drawingml/2006/main" prst="rect">
            <a:avLst/>
          </a:prstGeom>
          <a:solidFill xmlns:a="http://schemas.openxmlformats.org/drawingml/2006/main">
            <a:srgbClr val="C01000"/>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05" name="Rectangle 37">
            <a:extLst xmlns:a="http://schemas.openxmlformats.org/drawingml/2006/main">
              <a:ext uri="{FF2B5EF4-FFF2-40B4-BE49-F238E27FC236}">
                <a16:creationId xmlns:a16="http://schemas.microsoft.com/office/drawing/2014/main" id="{CCF1CE6A-42E3-4BD4-BC14-A23E719E0299}"/>
              </a:ext>
            </a:extLst>
          </p:cNvPr>
          <p:cNvSpPr>
            <a:spLocks xmlns:a="http://schemas.openxmlformats.org/drawingml/2006/main" noGrp="1"/>
          </p:cNvSpPr>
          <p:nvPr/>
        </p:nvSpPr>
        <p:spPr>
          <a:xfrm xmlns:a="http://schemas.openxmlformats.org/drawingml/2006/main" rot="0" flipH="0" flipV="0">
            <a:off x="1524117" y="4628243"/>
            <a:ext cx="228600" cy="39484"/>
          </a:xfrm>
          <a:prstGeom xmlns:a="http://schemas.openxmlformats.org/drawingml/2006/main" prst="rect">
            <a:avLst/>
          </a:prstGeom>
          <a:solidFill xmlns:a="http://schemas.openxmlformats.org/drawingml/2006/main">
            <a:srgbClr val="A10000"/>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06" name="Freeform 7">
            <a:extLst xmlns:a="http://schemas.openxmlformats.org/drawingml/2006/main">
              <a:ext uri="{FF2B5EF4-FFF2-40B4-BE49-F238E27FC236}">
                <a16:creationId xmlns:a16="http://schemas.microsoft.com/office/drawing/2014/main" id="{D3234560-8C65-4226-B4FA-5BDF821A0B54}"/>
              </a:ext>
            </a:extLst>
          </p:cNvPr>
          <p:cNvSpPr>
            <a:spLocks xmlns:a="http://schemas.openxmlformats.org/drawingml/2006/main" noGrp="1"/>
          </p:cNvSpPr>
          <p:nvPr/>
        </p:nvSpPr>
        <p:spPr>
          <a:xfrm xmlns:a="http://schemas.openxmlformats.org/drawingml/2006/main" rot="0" flipH="0" flipV="0">
            <a:off x="968593" y="4769860"/>
            <a:ext cx="914400" cy="258492"/>
          </a:xfrm>
          <a:custGeom xmlns:a="http://schemas.openxmlformats.org/drawingml/2006/main">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xmlns:a="http://schemas.openxmlformats.org/drawingml/2006/main">
            <a:srgbClr val="000000"/>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Tree>
  </p:cSld>
</p:sldLayout>
</file>

<file path=ppt/slideLayouts/slideLayout30.xml><?xml version="1.0" encoding="utf-8"?>
<p:sldLayout xmlns:p="http://schemas.openxmlformats.org/presentationml/2006/main" preserve="1">
  <p:cSld name="Cover Slide: Client Logo">
    <p:spTree>
      <p:nvGrpSpPr>
        <p:cNvPr id="1" name=""/>
        <p:cNvGrpSpPr/>
        <p:nvPr/>
      </p:nvGrpSpPr>
      <p:grpSpPr>
        <a:xfrm xmlns:a="http://schemas.openxmlformats.org/drawingml/2006/main"/>
      </p:grpSpPr>
      <p:sp>
        <p:nvSpPr>
          <p:cNvPr id="35" name="Rectangle 17">
            <a:extLst xmlns:a="http://schemas.openxmlformats.org/drawingml/2006/main">
              <a:ext uri="{FF2B5EF4-FFF2-40B4-BE49-F238E27FC236}">
                <a16:creationId xmlns:a16="http://schemas.microsoft.com/office/drawing/2014/main" id="{B1A22E50-5665-43B8-BF70-F9EDF6B8AF1C}"/>
              </a:ext>
            </a:extLst>
          </p:cNvPr>
          <p:cNvSpPr>
            <a:spLocks xmlns:a="http://schemas.openxmlformats.org/drawingml/2006/main" noGrp="1"/>
          </p:cNvSpPr>
          <p:nvPr/>
        </p:nvSpPr>
        <p:spPr>
          <a:xfrm xmlns:a="http://schemas.openxmlformats.org/drawingml/2006/main" rot="0" flipH="0" flipV="0">
            <a:off x="1752601" y="3146723"/>
            <a:ext cx="2286000" cy="1485285"/>
          </a:xfrm>
          <a:prstGeom xmlns:a="http://schemas.openxmlformats.org/drawingml/2006/main" prst="rect">
            <a:avLst/>
          </a:prstGeom>
          <a:solidFill xmlns:a="http://schemas.openxmlformats.org/drawingml/2006/main">
            <a:srgbClr val="9A1702"/>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36" name="Rectangle 7">
            <a:extLst xmlns:a="http://schemas.openxmlformats.org/drawingml/2006/main">
              <a:ext uri="{FF2B5EF4-FFF2-40B4-BE49-F238E27FC236}">
                <a16:creationId xmlns:a16="http://schemas.microsoft.com/office/drawing/2014/main" id="{5B86FE05-B8C0-4075-B878-39B6655C3C95}"/>
              </a:ext>
            </a:extLst>
          </p:cNvPr>
          <p:cNvSpPr>
            <a:spLocks xmlns:a="http://schemas.openxmlformats.org/drawingml/2006/main" noGrp="1"/>
          </p:cNvSpPr>
          <p:nvPr/>
        </p:nvSpPr>
        <p:spPr>
          <a:xfrm xmlns:a="http://schemas.openxmlformats.org/drawingml/2006/main" rot="0" flipH="0" flipV="0">
            <a:off x="8229600" y="3028735"/>
            <a:ext cx="914400" cy="1603272"/>
          </a:xfrm>
          <a:prstGeom xmlns:a="http://schemas.openxmlformats.org/drawingml/2006/main" prst="rect">
            <a:avLst/>
          </a:prstGeom>
          <a:solidFill xmlns:a="http://schemas.openxmlformats.org/drawingml/2006/main">
            <a:srgbClr val="F3BE26"/>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37" name="Rectangle 8">
            <a:extLst xmlns:a="http://schemas.openxmlformats.org/drawingml/2006/main">
              <a:ext uri="{FF2B5EF4-FFF2-40B4-BE49-F238E27FC236}">
                <a16:creationId xmlns:a16="http://schemas.microsoft.com/office/drawing/2014/main" id="{5B8AFFB9-1C0F-495E-822C-16F6B1191377}"/>
              </a:ext>
            </a:extLst>
          </p:cNvPr>
          <p:cNvSpPr>
            <a:spLocks xmlns:a="http://schemas.openxmlformats.org/drawingml/2006/main" noGrp="1"/>
          </p:cNvSpPr>
          <p:nvPr/>
        </p:nvSpPr>
        <p:spPr>
          <a:xfrm xmlns:a="http://schemas.openxmlformats.org/drawingml/2006/main" rot="0" flipH="0" flipV="0">
            <a:off x="7620000" y="2174983"/>
            <a:ext cx="729522" cy="971739"/>
          </a:xfrm>
          <a:prstGeom xmlns:a="http://schemas.openxmlformats.org/drawingml/2006/main" prst="rect">
            <a:avLst/>
          </a:prstGeom>
          <a:solidFill xmlns:a="http://schemas.openxmlformats.org/drawingml/2006/main">
            <a:srgbClr val="F3BC87"/>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42" name="Rectangle 9">
            <a:extLst xmlns:a="http://schemas.openxmlformats.org/drawingml/2006/main">
              <a:ext uri="{FF2B5EF4-FFF2-40B4-BE49-F238E27FC236}">
                <a16:creationId xmlns:a16="http://schemas.microsoft.com/office/drawing/2014/main" id="{933EC247-4C40-464A-92F1-0A302779ECAC}"/>
              </a:ext>
            </a:extLst>
          </p:cNvPr>
          <p:cNvSpPr>
            <a:spLocks xmlns:a="http://schemas.openxmlformats.org/drawingml/2006/main" noGrp="1"/>
          </p:cNvSpPr>
          <p:nvPr/>
        </p:nvSpPr>
        <p:spPr>
          <a:xfrm xmlns:a="http://schemas.openxmlformats.org/drawingml/2006/main" rot="0" flipH="0" flipV="0">
            <a:off x="7620000" y="3028735"/>
            <a:ext cx="729521" cy="1603272"/>
          </a:xfrm>
          <a:prstGeom xmlns:a="http://schemas.openxmlformats.org/drawingml/2006/main" prst="rect">
            <a:avLst/>
          </a:prstGeom>
          <a:solidFill xmlns:a="http://schemas.openxmlformats.org/drawingml/2006/main">
            <a:srgbClr val="E88C14"/>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43" name="Rectangle 11">
            <a:extLst xmlns:a="http://schemas.openxmlformats.org/drawingml/2006/main">
              <a:ext uri="{FF2B5EF4-FFF2-40B4-BE49-F238E27FC236}">
                <a16:creationId xmlns:a16="http://schemas.microsoft.com/office/drawing/2014/main" id="{7ACE621B-438C-4CBE-B3D5-E25C3362E339}"/>
              </a:ext>
            </a:extLst>
          </p:cNvPr>
          <p:cNvSpPr>
            <a:spLocks xmlns:a="http://schemas.openxmlformats.org/drawingml/2006/main" noGrp="1"/>
          </p:cNvSpPr>
          <p:nvPr/>
        </p:nvSpPr>
        <p:spPr>
          <a:xfrm xmlns:a="http://schemas.openxmlformats.org/drawingml/2006/main" rot="0" flipH="0" flipV="0">
            <a:off x="7238999" y="522071"/>
            <a:ext cx="473687" cy="1706224"/>
          </a:xfrm>
          <a:prstGeom xmlns:a="http://schemas.openxmlformats.org/drawingml/2006/main" prst="rect">
            <a:avLst/>
          </a:prstGeom>
          <a:solidFill xmlns:a="http://schemas.openxmlformats.org/drawingml/2006/main">
            <a:srgbClr val="E669A2"/>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44" name="Rectangle 12">
            <a:extLst xmlns:a="http://schemas.openxmlformats.org/drawingml/2006/main">
              <a:ext uri="{FF2B5EF4-FFF2-40B4-BE49-F238E27FC236}">
                <a16:creationId xmlns:a16="http://schemas.microsoft.com/office/drawing/2014/main" id="{65571F9E-0886-4137-98AC-CFE60D683AF8}"/>
              </a:ext>
            </a:extLst>
          </p:cNvPr>
          <p:cNvSpPr>
            <a:spLocks xmlns:a="http://schemas.openxmlformats.org/drawingml/2006/main" noGrp="1"/>
          </p:cNvSpPr>
          <p:nvPr/>
        </p:nvSpPr>
        <p:spPr>
          <a:xfrm xmlns:a="http://schemas.openxmlformats.org/drawingml/2006/main" rot="0" flipH="0" flipV="0">
            <a:off x="7238999" y="2174984"/>
            <a:ext cx="473687" cy="971739"/>
          </a:xfrm>
          <a:prstGeom xmlns:a="http://schemas.openxmlformats.org/drawingml/2006/main" prst="rect">
            <a:avLst/>
          </a:prstGeom>
          <a:solidFill xmlns:a="http://schemas.openxmlformats.org/drawingml/2006/main">
            <a:srgbClr val="DB4D56"/>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48" name="Rectangle 13">
            <a:extLst xmlns:a="http://schemas.openxmlformats.org/drawingml/2006/main">
              <a:ext uri="{FF2B5EF4-FFF2-40B4-BE49-F238E27FC236}">
                <a16:creationId xmlns:a16="http://schemas.microsoft.com/office/drawing/2014/main" id="{50F7C26F-AC4F-4F35-A872-4AF5E03380B9}"/>
              </a:ext>
            </a:extLst>
          </p:cNvPr>
          <p:cNvSpPr>
            <a:spLocks xmlns:a="http://schemas.openxmlformats.org/drawingml/2006/main" noGrp="1"/>
          </p:cNvSpPr>
          <p:nvPr/>
        </p:nvSpPr>
        <p:spPr>
          <a:xfrm xmlns:a="http://schemas.openxmlformats.org/drawingml/2006/main" rot="0" flipH="0" flipV="0">
            <a:off x="7238999" y="3028735"/>
            <a:ext cx="473687" cy="1603272"/>
          </a:xfrm>
          <a:prstGeom xmlns:a="http://schemas.openxmlformats.org/drawingml/2006/main" prst="rect">
            <a:avLst/>
          </a:prstGeom>
          <a:solidFill xmlns:a="http://schemas.openxmlformats.org/drawingml/2006/main">
            <a:srgbClr val="D13A0D"/>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49" name="Rectangle 14">
            <a:extLst xmlns:a="http://schemas.openxmlformats.org/drawingml/2006/main">
              <a:ext uri="{FF2B5EF4-FFF2-40B4-BE49-F238E27FC236}">
                <a16:creationId xmlns:a16="http://schemas.microsoft.com/office/drawing/2014/main" id="{C4762785-09EB-4AB4-BE8E-DD604D2E71A2}"/>
              </a:ext>
            </a:extLst>
          </p:cNvPr>
          <p:cNvSpPr>
            <a:spLocks xmlns:a="http://schemas.openxmlformats.org/drawingml/2006/main" noGrp="1"/>
          </p:cNvSpPr>
          <p:nvPr/>
        </p:nvSpPr>
        <p:spPr>
          <a:xfrm xmlns:a="http://schemas.openxmlformats.org/drawingml/2006/main" rot="0" flipH="0" flipV="0">
            <a:off x="1752601" y="494607"/>
            <a:ext cx="5622752" cy="1733688"/>
          </a:xfrm>
          <a:prstGeom xmlns:a="http://schemas.openxmlformats.org/drawingml/2006/main" prst="rect">
            <a:avLst/>
          </a:prstGeom>
          <a:solidFill xmlns:a="http://schemas.openxmlformats.org/drawingml/2006/main">
            <a:srgbClr val="D74021"/>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50" name="Rectangle 15">
            <a:extLst xmlns:a="http://schemas.openxmlformats.org/drawingml/2006/main">
              <a:ext uri="{FF2B5EF4-FFF2-40B4-BE49-F238E27FC236}">
                <a16:creationId xmlns:a16="http://schemas.microsoft.com/office/drawing/2014/main" id="{DE6DD8FB-49D0-46FE-B9CA-CF4D9C690C23}"/>
              </a:ext>
            </a:extLst>
          </p:cNvPr>
          <p:cNvSpPr>
            <a:spLocks xmlns:a="http://schemas.openxmlformats.org/drawingml/2006/main" noGrp="1"/>
          </p:cNvSpPr>
          <p:nvPr/>
        </p:nvSpPr>
        <p:spPr>
          <a:xfrm xmlns:a="http://schemas.openxmlformats.org/drawingml/2006/main" rot="0" flipH="0" flipV="0">
            <a:off x="1752601" y="2174984"/>
            <a:ext cx="5622752" cy="971739"/>
          </a:xfrm>
          <a:prstGeom xmlns:a="http://schemas.openxmlformats.org/drawingml/2006/main" prst="rect">
            <a:avLst/>
          </a:prstGeom>
          <a:solidFill xmlns:a="http://schemas.openxmlformats.org/drawingml/2006/main">
            <a:srgbClr val="CD2F12"/>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51" name="Freeform 16">
            <a:extLst xmlns:a="http://schemas.openxmlformats.org/drawingml/2006/main">
              <a:ext uri="{FF2B5EF4-FFF2-40B4-BE49-F238E27FC236}">
                <a16:creationId xmlns:a16="http://schemas.microsoft.com/office/drawing/2014/main" id="{3D61219A-52F2-421E-B526-AD7C04C10FA5}"/>
              </a:ext>
            </a:extLst>
          </p:cNvPr>
          <p:cNvSpPr>
            <a:spLocks xmlns:a="http://schemas.openxmlformats.org/drawingml/2006/main" noGrp="1"/>
          </p:cNvSpPr>
          <p:nvPr/>
        </p:nvSpPr>
        <p:spPr>
          <a:xfrm xmlns:a="http://schemas.openxmlformats.org/drawingml/2006/main" rot="0" flipH="0" flipV="0">
            <a:off x="1752601" y="3028735"/>
            <a:ext cx="5622752" cy="1603272"/>
          </a:xfrm>
          <a:custGeom xmlns:a="http://schemas.openxmlformats.org/drawingml/2006/main">
            <a:rect l="0" t="0" r="r" b="b"/>
            <a:pathLst>
              <a:path w="3567" h="1340">
                <a:moveTo>
                  <a:pt x="0" y="0"/>
                </a:moveTo>
                <a:lnTo>
                  <a:pt x="3567" y="0"/>
                </a:lnTo>
                <a:lnTo>
                  <a:pt x="3567" y="1340"/>
                </a:lnTo>
                <a:lnTo>
                  <a:pt x="1372" y="1340"/>
                </a:lnTo>
                <a:lnTo>
                  <a:pt x="1372" y="181"/>
                </a:lnTo>
                <a:lnTo>
                  <a:pt x="0" y="181"/>
                </a:lnTo>
                <a:lnTo>
                  <a:pt x="0" y="0"/>
                </a:lnTo>
                <a:close/>
              </a:path>
            </a:pathLst>
          </a:custGeom>
          <a:solidFill xmlns:a="http://schemas.openxmlformats.org/drawingml/2006/main">
            <a:srgbClr val="C42303"/>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52" name="Rectangle 10">
            <a:extLst xmlns:a="http://schemas.openxmlformats.org/drawingml/2006/main">
              <a:ext uri="{FF2B5EF4-FFF2-40B4-BE49-F238E27FC236}">
                <a16:creationId xmlns:a16="http://schemas.microsoft.com/office/drawing/2014/main" id="{8AAFFEA7-D5E8-46EE-BD1F-05A54CE04FA3}"/>
              </a:ext>
            </a:extLst>
          </p:cNvPr>
          <p:cNvSpPr>
            <a:spLocks xmlns:a="http://schemas.openxmlformats.org/drawingml/2006/main" noGrp="1"/>
          </p:cNvSpPr>
          <p:nvPr/>
        </p:nvSpPr>
        <p:spPr>
          <a:xfrm xmlns:a="http://schemas.openxmlformats.org/drawingml/2006/main" rot="0" flipH="0" flipV="0">
            <a:off x="1752601" y="1"/>
            <a:ext cx="5622752" cy="522070"/>
          </a:xfrm>
          <a:prstGeom xmlns:a="http://schemas.openxmlformats.org/drawingml/2006/main" prst="rect">
            <a:avLst/>
          </a:prstGeom>
          <a:solidFill xmlns:a="http://schemas.openxmlformats.org/drawingml/2006/main">
            <a:srgbClr val="EE9C34"/>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31" name="Picture Placeholder 76">
            <a:extLst xmlns:a="http://schemas.openxmlformats.org/drawingml/2006/main">
              <a:ext uri="{FF2B5EF4-FFF2-40B4-BE49-F238E27FC236}">
                <a16:creationId xmlns:a16="http://schemas.microsoft.com/office/drawing/2014/main" id="{904E3153-6954-4532-9F34-7FC88C4787BE}"/>
              </a:ext>
            </a:extLst>
          </p:cNvPr>
          <p:cNvSpPr>
            <a:spLocks xmlns:a="http://schemas.openxmlformats.org/drawingml/2006/main" noGrp="1"/>
          </p:cNvSpPr>
          <p:nvPr>
            <p:ph type="pic" idx="13"/>
          </p:nvPr>
        </p:nvSpPr>
        <p:spPr>
          <a:xfrm xmlns:a="http://schemas.openxmlformats.org/drawingml/2006/main">
            <a:off x="609601" y="2286000"/>
            <a:ext cx="914400" cy="571500"/>
          </a:xfrm>
        </p:spPr>
        <p:txBody>
          <a:bodyPr xmlns:a="http://schemas.openxmlformats.org/drawingml/2006/main"/>
          <a:lstStyle xmlns:a="http://schemas.openxmlformats.org/drawingml/2006/main">
            <a:lvl1pPr>
              <a:buNone/>
              <a:defRPr sz="1050"/>
            </a:lvl1pPr>
          </a:lstStyle>
          <a:p xmlns:a="http://schemas.openxmlformats.org/drawingml/2006/main">
            <a:r>
              <a:t>Project illustration</a:t>
            </a:r>
            <a:endParaRPr/>
          </a:p>
        </p:txBody>
      </p:sp>
      <p:sp>
        <p:nvSpPr>
          <p:cNvPr id="33" name="Straight Connector 32">
            <a:extLst xmlns:a="http://schemas.openxmlformats.org/drawingml/2006/main">
              <a:ext uri="{FF2B5EF4-FFF2-40B4-BE49-F238E27FC236}">
                <a16:creationId xmlns:a16="http://schemas.microsoft.com/office/drawing/2014/main" id="{ACB79477-933E-4DA5-BBD2-DA6E7D692034}"/>
              </a:ext>
            </a:extLst>
          </p:cNvPr>
          <p:cNvSpPr>
            <a:spLocks xmlns:a="http://schemas.openxmlformats.org/drawingml/2006/main" noGrp="1"/>
          </p:cNvSpPr>
          <p:nvPr/>
        </p:nvSpPr>
        <p:spPr>
          <a:xfrm xmlns:a="http://schemas.openxmlformats.org/drawingml/2006/main" rot="10800000" flipH="0" flipV="0">
            <a:off x="489086" y="2176274"/>
            <a:ext cx="1209752" cy="0"/>
          </a:xfrm>
          <a:prstGeom xmlns:a="http://schemas.openxmlformats.org/drawingml/2006/main" prst="line">
            <a:avLst/>
          </a:prstGeom>
          <a:ln xmlns:a="http://schemas.openxmlformats.org/drawingml/2006/main" w="12700">
            <a:solidFill>
              <a:schemeClr val="tx1"/>
            </a:solidFill>
            <a:prstDash val="sysDot"/>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4" name="Straight Connector 33">
            <a:extLst xmlns:a="http://schemas.openxmlformats.org/drawingml/2006/main">
              <a:ext uri="{FF2B5EF4-FFF2-40B4-BE49-F238E27FC236}">
                <a16:creationId xmlns:a16="http://schemas.microsoft.com/office/drawing/2014/main" id="{E3C39DFE-AFDF-4834-94B0-69917E0DA770}"/>
              </a:ext>
            </a:extLst>
          </p:cNvPr>
          <p:cNvSpPr>
            <a:spLocks xmlns:a="http://schemas.openxmlformats.org/drawingml/2006/main" noGrp="1"/>
          </p:cNvSpPr>
          <p:nvPr/>
        </p:nvSpPr>
        <p:spPr>
          <a:xfrm xmlns:a="http://schemas.openxmlformats.org/drawingml/2006/main" rot="5400000" flipH="0" flipV="0">
            <a:off x="413477" y="2232980"/>
            <a:ext cx="151219" cy="0"/>
          </a:xfrm>
          <a:prstGeom xmlns:a="http://schemas.openxmlformats.org/drawingml/2006/main" prst="line">
            <a:avLst/>
          </a:prstGeom>
          <a:ln xmlns:a="http://schemas.openxmlformats.org/drawingml/2006/main" w="12700">
            <a:solidFill>
              <a:schemeClr val="tx1"/>
            </a:solidFill>
            <a:prstDash val="sysDot"/>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45" name="Title 1">
            <a:extLst xmlns:a="http://schemas.openxmlformats.org/drawingml/2006/main">
              <a:ext uri="{FF2B5EF4-FFF2-40B4-BE49-F238E27FC236}">
                <a16:creationId xmlns:a16="http://schemas.microsoft.com/office/drawing/2014/main" id="{93BA81B8-1793-45D8-BCED-DE2F5D28F098}"/>
              </a:ext>
            </a:extLst>
          </p:cNvPr>
          <p:cNvSpPr>
            <a:spLocks xmlns:a="http://schemas.openxmlformats.org/drawingml/2006/main" noGrp="1"/>
          </p:cNvSpPr>
          <p:nvPr>
            <p:ph type="ctrTitle" idx="0" hasCustomPrompt="1"/>
          </p:nvPr>
        </p:nvSpPr>
        <p:spPr>
          <a:xfrm xmlns:a="http://schemas.openxmlformats.org/drawingml/2006/main">
            <a:off x="1895476" y="628650"/>
            <a:ext cx="5343525" cy="685800"/>
          </a:xfrm>
        </p:spPr>
        <p:txBody>
          <a:bodyPr xmlns:a="http://schemas.openxmlformats.org/drawingml/2006/main" anchor="t">
            <a:noAutofit/>
          </a:bodyPr>
          <a:lstStyle xmlns:a="http://schemas.openxmlformats.org/drawingml/2006/main">
            <a:lvl1pPr>
              <a:lnSpc>
                <a:spcPct val="90000"/>
              </a:lnSpc>
              <a:buNone/>
              <a:defRPr sz="2400" b="1" i="1" baseline="0">
                <a:solidFill>
                  <a:schemeClr val="bg1"/>
                </a:solidFill>
              </a:defRPr>
            </a:lvl1pPr>
          </a:lstStyle>
          <a:p xmlns:a="http://schemas.openxmlformats.org/drawingml/2006/main">
            <a:r>
              <a:t>Enterprise commerce project</a:t>
            </a:r>
          </a:p>
        </p:txBody>
      </p:sp>
      <p:sp>
        <p:nvSpPr>
          <p:cNvPr id="46" name="Subtitle 2">
            <a:extLst xmlns:a="http://schemas.openxmlformats.org/drawingml/2006/main">
              <a:ext uri="{FF2B5EF4-FFF2-40B4-BE49-F238E27FC236}">
                <a16:creationId xmlns:a16="http://schemas.microsoft.com/office/drawing/2014/main" id="{476897F7-6B16-453C-8C2A-71581771197D}"/>
              </a:ext>
            </a:extLst>
          </p:cNvPr>
          <p:cNvSpPr>
            <a:spLocks xmlns:a="http://schemas.openxmlformats.org/drawingml/2006/main" noGrp="1"/>
          </p:cNvSpPr>
          <p:nvPr>
            <p:ph type="subTitle" idx="1" hasCustomPrompt="1"/>
          </p:nvPr>
        </p:nvSpPr>
        <p:spPr>
          <a:xfrm xmlns:a="http://schemas.openxmlformats.org/drawingml/2006/main">
            <a:off x="1895476" y="1371600"/>
            <a:ext cx="5343525" cy="685801"/>
          </a:xfrm>
        </p:spPr>
        <p:txBody>
          <a:bodyPr xmlns:a="http://schemas.openxmlformats.org/drawingml/2006/main">
            <a:noAutofit/>
          </a:bodyPr>
          <a:lstStyle xmlns:a="http://schemas.openxmlformats.org/drawingml/2006/main">
            <a:lvl1pPr marL="0" indent="0" algn="l">
              <a:lnSpc>
                <a:spcPct val="90000"/>
              </a:lnSpc>
              <a:spcAft>
                <a:spcPts val="0"/>
              </a:spcAft>
              <a:buNone/>
              <a:defRPr sz="2400" baseline="0">
                <a:solidFill>
                  <a:schemeClr val="bg1"/>
                </a:solidFill>
                <a:latin typeface="+mj-lt"/>
                <a:ea typeface="+mj-lt"/>
                <a:cs typeface="+mj-lt"/>
              </a:defRPr>
            </a:lvl1pPr>
            <a:lvl2pPr marL="0" indent="0" algn="l">
              <a:buNone/>
              <a:defRPr sz="1350">
                <a:solidFill>
                  <a:schemeClr val="bg1"/>
                </a:solidFill>
                <a:latin typeface="+mj-lt"/>
                <a:ea typeface="+mj-lt"/>
                <a:cs typeface="+mj-lt"/>
              </a:defRPr>
            </a:lvl2pPr>
            <a:lvl3pPr marL="342900" indent="0" algn="l">
              <a:buNone/>
              <a:defRPr sz="1350">
                <a:solidFill>
                  <a:schemeClr val="bg1"/>
                </a:solidFill>
                <a:latin typeface="+mj-lt"/>
                <a:ea typeface="+mj-lt"/>
                <a:cs typeface="+mj-lt"/>
              </a:defRPr>
            </a:lvl3pPr>
            <a:lvl4pPr marL="685800" indent="0" algn="l">
              <a:buNone/>
              <a:defRPr sz="1350">
                <a:solidFill>
                  <a:schemeClr val="bg1"/>
                </a:solidFill>
                <a:latin typeface="+mj-lt"/>
                <a:ea typeface="+mj-lt"/>
                <a:cs typeface="+mj-lt"/>
              </a:defRPr>
            </a:lvl4pPr>
            <a:lvl5pPr marL="1028700" indent="0" algn="l">
              <a:buNone/>
              <a:defRPr sz="1350">
                <a:solidFill>
                  <a:schemeClr val="bg1"/>
                </a:solidFill>
                <a:latin typeface="+mj-lt"/>
                <a:ea typeface="+mj-lt"/>
                <a:cs typeface="+mj-lt"/>
              </a:defRPr>
            </a:lvl5pPr>
            <a:lvl6pPr marL="1371600" indent="0" algn="l">
              <a:buNone/>
              <a:defRPr sz="1350">
                <a:solidFill>
                  <a:schemeClr val="bg1"/>
                </a:solidFill>
                <a:latin typeface="+mj-lt"/>
                <a:ea typeface="+mj-lt"/>
                <a:cs typeface="+mj-lt"/>
              </a:defRPr>
            </a:lvl6pPr>
            <a:lvl7pPr marL="1714500" indent="0" algn="l">
              <a:buNone/>
              <a:defRPr sz="1350">
                <a:solidFill>
                  <a:schemeClr val="bg1"/>
                </a:solidFill>
                <a:latin typeface="+mj-lt"/>
                <a:ea typeface="+mj-lt"/>
                <a:cs typeface="+mj-lt"/>
              </a:defRPr>
            </a:lvl7pPr>
            <a:lvl8pPr marL="2057400" indent="0" algn="l">
              <a:buNone/>
              <a:defRPr sz="1350">
                <a:solidFill>
                  <a:schemeClr val="bg1"/>
                </a:solidFill>
                <a:latin typeface="+mj-lt"/>
                <a:ea typeface="+mj-lt"/>
                <a:cs typeface="+mj-lt"/>
              </a:defRPr>
            </a:lvl8pPr>
            <a:lvl9pPr marL="2400300" indent="0" algn="l">
              <a:buNone/>
              <a:defRPr sz="1350">
                <a:solidFill>
                  <a:schemeClr val="bg1"/>
                </a:solidFill>
                <a:latin typeface="+mj-lt"/>
                <a:ea typeface="+mj-lt"/>
                <a:cs typeface="+mj-lt"/>
              </a:defRPr>
            </a:lvl9pPr>
          </a:lstStyle>
          <a:p xmlns:a="http://schemas.openxmlformats.org/drawingml/2006/main">
            <a:r>
              <a:t>Enterprise commerce project</a:t>
            </a:r>
            <a:endParaRPr/>
          </a:p>
        </p:txBody>
      </p:sp>
      <p:sp>
        <p:nvSpPr>
          <p:cNvPr id="47" name="Text Placeholder 31">
            <a:extLst xmlns:a="http://schemas.openxmlformats.org/drawingml/2006/main">
              <a:ext uri="{FF2B5EF4-FFF2-40B4-BE49-F238E27FC236}">
                <a16:creationId xmlns:a16="http://schemas.microsoft.com/office/drawing/2014/main" id="{06BB0D4C-2D75-49EA-9D36-278BB0A783E4}"/>
              </a:ext>
            </a:extLst>
          </p:cNvPr>
          <p:cNvSpPr>
            <a:spLocks xmlns:a="http://schemas.openxmlformats.org/drawingml/2006/main" noGrp="1"/>
          </p:cNvSpPr>
          <p:nvPr>
            <p:ph type="body" idx="10" hasCustomPrompt="1"/>
          </p:nvPr>
        </p:nvSpPr>
        <p:spPr>
          <a:xfrm xmlns:a="http://schemas.openxmlformats.org/drawingml/2006/main">
            <a:off x="1895475" y="281178"/>
            <a:ext cx="4105656" cy="109728"/>
          </a:xfrm>
        </p:spPr>
        <p:txBody>
          <a:bodyPr xmlns:a="http://schemas.openxmlformats.org/drawingml/2006/main"/>
          <a:lstStyle xmlns:a="http://schemas.openxmlformats.org/drawingml/2006/main">
            <a:lvl1pPr>
              <a:buNone/>
              <a:defRPr sz="825">
                <a:solidFill>
                  <a:schemeClr val="bg1"/>
                </a:solidFill>
                <a:latin typeface="Arial"/>
                <a:ea typeface="Arial"/>
                <a:cs typeface="Arial"/>
              </a:defRPr>
            </a:lvl1pPr>
            <a:lvl2pPr>
              <a:buNone/>
              <a:defRPr sz="750">
                <a:solidFill>
                  <a:schemeClr val="bg1"/>
                </a:solidFill>
                <a:latin typeface="Arial"/>
                <a:ea typeface="Arial"/>
                <a:cs typeface="Arial"/>
              </a:defRPr>
            </a:lvl2pPr>
            <a:lvl3pPr>
              <a:buNone/>
              <a:defRPr sz="750">
                <a:solidFill>
                  <a:schemeClr val="bg1"/>
                </a:solidFill>
                <a:latin typeface="Arial"/>
                <a:ea typeface="Arial"/>
                <a:cs typeface="Arial"/>
              </a:defRPr>
            </a:lvl3pPr>
            <a:lvl4pPr>
              <a:buNone/>
              <a:defRPr sz="750">
                <a:solidFill>
                  <a:schemeClr val="bg1"/>
                </a:solidFill>
                <a:latin typeface="Arial"/>
                <a:ea typeface="Arial"/>
                <a:cs typeface="Arial"/>
              </a:defRPr>
            </a:lvl4pPr>
            <a:lvl5pPr>
              <a:buNone/>
              <a:defRPr sz="750">
                <a:solidFill>
                  <a:schemeClr val="bg1"/>
                </a:solidFill>
                <a:latin typeface="Arial"/>
                <a:ea typeface="Arial"/>
                <a:cs typeface="Arial"/>
              </a:defRPr>
            </a:lvl5pPr>
          </a:lstStyle>
          <a:p xmlns:a="http://schemas.openxmlformats.org/drawingml/2006/main">
            <a:pPr lvl="0">
              <a:buNone/>
            </a:pPr>
            <a:r>
              <a:t>Enterprise commerce project</a:t>
            </a:r>
          </a:p>
        </p:txBody>
      </p:sp>
      <p:sp>
        <p:nvSpPr>
          <p:cNvPr id="97" name="Rectangle 37">
            <a:extLst xmlns:a="http://schemas.openxmlformats.org/drawingml/2006/main">
              <a:ext uri="{FF2B5EF4-FFF2-40B4-BE49-F238E27FC236}">
                <a16:creationId xmlns:a16="http://schemas.microsoft.com/office/drawing/2014/main" id="{25A4B5CF-0276-4ED9-BD4F-4261EABA214D}"/>
              </a:ext>
            </a:extLst>
          </p:cNvPr>
          <p:cNvSpPr>
            <a:spLocks xmlns:a="http://schemas.openxmlformats.org/drawingml/2006/main" noGrp="1"/>
          </p:cNvSpPr>
          <p:nvPr/>
        </p:nvSpPr>
        <p:spPr>
          <a:xfrm xmlns:a="http://schemas.openxmlformats.org/drawingml/2006/main" rot="0" flipH="0" flipV="0">
            <a:off x="1524116" y="4628244"/>
            <a:ext cx="228600" cy="39484"/>
          </a:xfrm>
          <a:prstGeom xmlns:a="http://schemas.openxmlformats.org/drawingml/2006/main" prst="rect">
            <a:avLst/>
          </a:prstGeom>
          <a:solidFill xmlns:a="http://schemas.openxmlformats.org/drawingml/2006/main">
            <a:srgbClr val="A10000"/>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98" name="Freeform 7">
            <a:extLst xmlns:a="http://schemas.openxmlformats.org/drawingml/2006/main">
              <a:ext uri="{FF2B5EF4-FFF2-40B4-BE49-F238E27FC236}">
                <a16:creationId xmlns:a16="http://schemas.microsoft.com/office/drawing/2014/main" id="{7AAF2DE0-47F9-4319-995E-E36D67CCF839}"/>
              </a:ext>
            </a:extLst>
          </p:cNvPr>
          <p:cNvSpPr>
            <a:spLocks xmlns:a="http://schemas.openxmlformats.org/drawingml/2006/main" noGrp="1"/>
          </p:cNvSpPr>
          <p:nvPr/>
        </p:nvSpPr>
        <p:spPr>
          <a:xfrm xmlns:a="http://schemas.openxmlformats.org/drawingml/2006/main" rot="0" flipH="0" flipV="0">
            <a:off x="968592" y="4769861"/>
            <a:ext cx="914400" cy="258492"/>
          </a:xfrm>
          <a:custGeom xmlns:a="http://schemas.openxmlformats.org/drawingml/2006/main">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xmlns:a="http://schemas.openxmlformats.org/drawingml/2006/main">
            <a:srgbClr val="000000"/>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Tree>
  </p:cSld>
</p:sldLayout>
</file>

<file path=ppt/slideLayouts/slideLayout31.xml><?xml version="1.0" encoding="utf-8"?>
<p:sldLayout xmlns:p="http://schemas.openxmlformats.org/presentationml/2006/main" preserve="1">
  <p:cSld name="Cover Slide: Picture">
    <p:spTree>
      <p:nvGrpSpPr>
        <p:cNvPr id="1" name=""/>
        <p:cNvGrpSpPr/>
        <p:nvPr/>
      </p:nvGrpSpPr>
      <p:grpSpPr>
        <a:xfrm xmlns:a="http://schemas.openxmlformats.org/drawingml/2006/main"/>
      </p:grpSpPr>
      <p:sp>
        <p:nvSpPr>
          <p:cNvPr id="28" name="Rectangle 17">
            <a:extLst xmlns:a="http://schemas.openxmlformats.org/drawingml/2006/main">
              <a:ext uri="{FF2B5EF4-FFF2-40B4-BE49-F238E27FC236}">
                <a16:creationId xmlns:a16="http://schemas.microsoft.com/office/drawing/2014/main" id="{7DE7A017-2E22-4433-A448-52B672C3BD1E}"/>
              </a:ext>
            </a:extLst>
          </p:cNvPr>
          <p:cNvSpPr>
            <a:spLocks xmlns:a="http://schemas.openxmlformats.org/drawingml/2006/main" noGrp="1"/>
          </p:cNvSpPr>
          <p:nvPr/>
        </p:nvSpPr>
        <p:spPr>
          <a:xfrm xmlns:a="http://schemas.openxmlformats.org/drawingml/2006/main" rot="0" flipH="0" flipV="0">
            <a:off x="1752601" y="3146723"/>
            <a:ext cx="2286000" cy="1485285"/>
          </a:xfrm>
          <a:prstGeom xmlns:a="http://schemas.openxmlformats.org/drawingml/2006/main" prst="rect">
            <a:avLst/>
          </a:prstGeom>
          <a:solidFill xmlns:a="http://schemas.openxmlformats.org/drawingml/2006/main">
            <a:srgbClr val="9A1702"/>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29" name="Rectangle 7">
            <a:extLst xmlns:a="http://schemas.openxmlformats.org/drawingml/2006/main">
              <a:ext uri="{FF2B5EF4-FFF2-40B4-BE49-F238E27FC236}">
                <a16:creationId xmlns:a16="http://schemas.microsoft.com/office/drawing/2014/main" id="{0DF6E5DC-0628-480C-BBE2-BC3DD61A1CFF}"/>
              </a:ext>
            </a:extLst>
          </p:cNvPr>
          <p:cNvSpPr>
            <a:spLocks xmlns:a="http://schemas.openxmlformats.org/drawingml/2006/main" noGrp="1"/>
          </p:cNvSpPr>
          <p:nvPr/>
        </p:nvSpPr>
        <p:spPr>
          <a:xfrm xmlns:a="http://schemas.openxmlformats.org/drawingml/2006/main" rot="0" flipH="0" flipV="0">
            <a:off x="8229600" y="3028735"/>
            <a:ext cx="914400" cy="1603272"/>
          </a:xfrm>
          <a:prstGeom xmlns:a="http://schemas.openxmlformats.org/drawingml/2006/main" prst="rect">
            <a:avLst/>
          </a:prstGeom>
          <a:solidFill xmlns:a="http://schemas.openxmlformats.org/drawingml/2006/main">
            <a:srgbClr val="F3BE26"/>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30" name="Rectangle 8">
            <a:extLst xmlns:a="http://schemas.openxmlformats.org/drawingml/2006/main">
              <a:ext uri="{FF2B5EF4-FFF2-40B4-BE49-F238E27FC236}">
                <a16:creationId xmlns:a16="http://schemas.microsoft.com/office/drawing/2014/main" id="{CCEEF071-8FA5-4085-82BB-09916E3697AB}"/>
              </a:ext>
            </a:extLst>
          </p:cNvPr>
          <p:cNvSpPr>
            <a:spLocks xmlns:a="http://schemas.openxmlformats.org/drawingml/2006/main" noGrp="1"/>
          </p:cNvSpPr>
          <p:nvPr/>
        </p:nvSpPr>
        <p:spPr>
          <a:xfrm xmlns:a="http://schemas.openxmlformats.org/drawingml/2006/main" rot="0" flipH="0" flipV="0">
            <a:off x="7620000" y="2174983"/>
            <a:ext cx="729522" cy="971739"/>
          </a:xfrm>
          <a:prstGeom xmlns:a="http://schemas.openxmlformats.org/drawingml/2006/main" prst="rect">
            <a:avLst/>
          </a:prstGeom>
          <a:solidFill xmlns:a="http://schemas.openxmlformats.org/drawingml/2006/main">
            <a:srgbClr val="F3BC87"/>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31" name="Rectangle 9">
            <a:extLst xmlns:a="http://schemas.openxmlformats.org/drawingml/2006/main">
              <a:ext uri="{FF2B5EF4-FFF2-40B4-BE49-F238E27FC236}">
                <a16:creationId xmlns:a16="http://schemas.microsoft.com/office/drawing/2014/main" id="{D9056CED-974D-4AAC-9C56-B349940524D6}"/>
              </a:ext>
            </a:extLst>
          </p:cNvPr>
          <p:cNvSpPr>
            <a:spLocks xmlns:a="http://schemas.openxmlformats.org/drawingml/2006/main" noGrp="1"/>
          </p:cNvSpPr>
          <p:nvPr/>
        </p:nvSpPr>
        <p:spPr>
          <a:xfrm xmlns:a="http://schemas.openxmlformats.org/drawingml/2006/main" rot="0" flipH="0" flipV="0">
            <a:off x="7620000" y="3028735"/>
            <a:ext cx="729521" cy="1603272"/>
          </a:xfrm>
          <a:prstGeom xmlns:a="http://schemas.openxmlformats.org/drawingml/2006/main" prst="rect">
            <a:avLst/>
          </a:prstGeom>
          <a:solidFill xmlns:a="http://schemas.openxmlformats.org/drawingml/2006/main">
            <a:srgbClr val="E88C14"/>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32" name="Rectangle 11">
            <a:extLst xmlns:a="http://schemas.openxmlformats.org/drawingml/2006/main">
              <a:ext uri="{FF2B5EF4-FFF2-40B4-BE49-F238E27FC236}">
                <a16:creationId xmlns:a16="http://schemas.microsoft.com/office/drawing/2014/main" id="{51E92B76-C777-4967-A7C1-5934DF58D91B}"/>
              </a:ext>
            </a:extLst>
          </p:cNvPr>
          <p:cNvSpPr>
            <a:spLocks xmlns:a="http://schemas.openxmlformats.org/drawingml/2006/main" noGrp="1"/>
          </p:cNvSpPr>
          <p:nvPr/>
        </p:nvSpPr>
        <p:spPr>
          <a:xfrm xmlns:a="http://schemas.openxmlformats.org/drawingml/2006/main" rot="0" flipH="0" flipV="0">
            <a:off x="7238999" y="522071"/>
            <a:ext cx="473687" cy="1706224"/>
          </a:xfrm>
          <a:prstGeom xmlns:a="http://schemas.openxmlformats.org/drawingml/2006/main" prst="rect">
            <a:avLst/>
          </a:prstGeom>
          <a:solidFill xmlns:a="http://schemas.openxmlformats.org/drawingml/2006/main">
            <a:srgbClr val="E669A2"/>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33" name="Rectangle 12">
            <a:extLst xmlns:a="http://schemas.openxmlformats.org/drawingml/2006/main">
              <a:ext uri="{FF2B5EF4-FFF2-40B4-BE49-F238E27FC236}">
                <a16:creationId xmlns:a16="http://schemas.microsoft.com/office/drawing/2014/main" id="{0B45D0AF-0E60-4F86-91D7-C5AFEA7DAFF6}"/>
              </a:ext>
            </a:extLst>
          </p:cNvPr>
          <p:cNvSpPr>
            <a:spLocks xmlns:a="http://schemas.openxmlformats.org/drawingml/2006/main" noGrp="1"/>
          </p:cNvSpPr>
          <p:nvPr/>
        </p:nvSpPr>
        <p:spPr>
          <a:xfrm xmlns:a="http://schemas.openxmlformats.org/drawingml/2006/main" rot="0" flipH="0" flipV="0">
            <a:off x="7238999" y="2174984"/>
            <a:ext cx="473687" cy="971739"/>
          </a:xfrm>
          <a:prstGeom xmlns:a="http://schemas.openxmlformats.org/drawingml/2006/main" prst="rect">
            <a:avLst/>
          </a:prstGeom>
          <a:solidFill xmlns:a="http://schemas.openxmlformats.org/drawingml/2006/main">
            <a:srgbClr val="DB4D56"/>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40" name="Rectangle 13">
            <a:extLst xmlns:a="http://schemas.openxmlformats.org/drawingml/2006/main">
              <a:ext uri="{FF2B5EF4-FFF2-40B4-BE49-F238E27FC236}">
                <a16:creationId xmlns:a16="http://schemas.microsoft.com/office/drawing/2014/main" id="{CC515AC6-5748-4C35-971D-EC34D734B8BC}"/>
              </a:ext>
            </a:extLst>
          </p:cNvPr>
          <p:cNvSpPr>
            <a:spLocks xmlns:a="http://schemas.openxmlformats.org/drawingml/2006/main" noGrp="1"/>
          </p:cNvSpPr>
          <p:nvPr/>
        </p:nvSpPr>
        <p:spPr>
          <a:xfrm xmlns:a="http://schemas.openxmlformats.org/drawingml/2006/main" rot="0" flipH="0" flipV="0">
            <a:off x="7238999" y="3028735"/>
            <a:ext cx="473687" cy="1603272"/>
          </a:xfrm>
          <a:prstGeom xmlns:a="http://schemas.openxmlformats.org/drawingml/2006/main" prst="rect">
            <a:avLst/>
          </a:prstGeom>
          <a:solidFill xmlns:a="http://schemas.openxmlformats.org/drawingml/2006/main">
            <a:srgbClr val="D13A0D"/>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41" name="Rectangle 14">
            <a:extLst xmlns:a="http://schemas.openxmlformats.org/drawingml/2006/main">
              <a:ext uri="{FF2B5EF4-FFF2-40B4-BE49-F238E27FC236}">
                <a16:creationId xmlns:a16="http://schemas.microsoft.com/office/drawing/2014/main" id="{D3308459-8DA9-4F32-B0A7-295EF350F910}"/>
              </a:ext>
            </a:extLst>
          </p:cNvPr>
          <p:cNvSpPr>
            <a:spLocks xmlns:a="http://schemas.openxmlformats.org/drawingml/2006/main" noGrp="1"/>
          </p:cNvSpPr>
          <p:nvPr/>
        </p:nvSpPr>
        <p:spPr>
          <a:xfrm xmlns:a="http://schemas.openxmlformats.org/drawingml/2006/main" rot="0" flipH="0" flipV="0">
            <a:off x="1752601" y="494607"/>
            <a:ext cx="5622752" cy="1733688"/>
          </a:xfrm>
          <a:prstGeom xmlns:a="http://schemas.openxmlformats.org/drawingml/2006/main" prst="rect">
            <a:avLst/>
          </a:prstGeom>
          <a:solidFill xmlns:a="http://schemas.openxmlformats.org/drawingml/2006/main">
            <a:srgbClr val="D74021"/>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42" name="Rectangle 15">
            <a:extLst xmlns:a="http://schemas.openxmlformats.org/drawingml/2006/main">
              <a:ext uri="{FF2B5EF4-FFF2-40B4-BE49-F238E27FC236}">
                <a16:creationId xmlns:a16="http://schemas.microsoft.com/office/drawing/2014/main" id="{5FDC5D22-BCAE-4BD5-8CA2-87B98E84F8D3}"/>
              </a:ext>
            </a:extLst>
          </p:cNvPr>
          <p:cNvSpPr>
            <a:spLocks xmlns:a="http://schemas.openxmlformats.org/drawingml/2006/main" noGrp="1"/>
          </p:cNvSpPr>
          <p:nvPr/>
        </p:nvSpPr>
        <p:spPr>
          <a:xfrm xmlns:a="http://schemas.openxmlformats.org/drawingml/2006/main" rot="0" flipH="0" flipV="0">
            <a:off x="1752601" y="2174984"/>
            <a:ext cx="5622752" cy="971739"/>
          </a:xfrm>
          <a:prstGeom xmlns:a="http://schemas.openxmlformats.org/drawingml/2006/main" prst="rect">
            <a:avLst/>
          </a:prstGeom>
          <a:solidFill xmlns:a="http://schemas.openxmlformats.org/drawingml/2006/main">
            <a:srgbClr val="CD2F12"/>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43" name="Freeform 16">
            <a:extLst xmlns:a="http://schemas.openxmlformats.org/drawingml/2006/main">
              <a:ext uri="{FF2B5EF4-FFF2-40B4-BE49-F238E27FC236}">
                <a16:creationId xmlns:a16="http://schemas.microsoft.com/office/drawing/2014/main" id="{0F351737-6E4E-4BFA-B362-43891A36BFE2}"/>
              </a:ext>
            </a:extLst>
          </p:cNvPr>
          <p:cNvSpPr>
            <a:spLocks xmlns:a="http://schemas.openxmlformats.org/drawingml/2006/main" noGrp="1"/>
          </p:cNvSpPr>
          <p:nvPr/>
        </p:nvSpPr>
        <p:spPr>
          <a:xfrm xmlns:a="http://schemas.openxmlformats.org/drawingml/2006/main" rot="0" flipH="0" flipV="0">
            <a:off x="1752601" y="3028735"/>
            <a:ext cx="5622752" cy="1603272"/>
          </a:xfrm>
          <a:custGeom xmlns:a="http://schemas.openxmlformats.org/drawingml/2006/main">
            <a:rect l="0" t="0" r="r" b="b"/>
            <a:pathLst>
              <a:path w="3567" h="1340">
                <a:moveTo>
                  <a:pt x="0" y="0"/>
                </a:moveTo>
                <a:lnTo>
                  <a:pt x="3567" y="0"/>
                </a:lnTo>
                <a:lnTo>
                  <a:pt x="3567" y="1340"/>
                </a:lnTo>
                <a:lnTo>
                  <a:pt x="1372" y="1340"/>
                </a:lnTo>
                <a:lnTo>
                  <a:pt x="1372" y="181"/>
                </a:lnTo>
                <a:lnTo>
                  <a:pt x="0" y="181"/>
                </a:lnTo>
                <a:lnTo>
                  <a:pt x="0" y="0"/>
                </a:lnTo>
                <a:close/>
              </a:path>
            </a:pathLst>
          </a:custGeom>
          <a:solidFill xmlns:a="http://schemas.openxmlformats.org/drawingml/2006/main">
            <a:srgbClr val="C42303"/>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44" name="Rectangle 10">
            <a:extLst xmlns:a="http://schemas.openxmlformats.org/drawingml/2006/main">
              <a:ext uri="{FF2B5EF4-FFF2-40B4-BE49-F238E27FC236}">
                <a16:creationId xmlns:a16="http://schemas.microsoft.com/office/drawing/2014/main" id="{A8712B79-82A9-4A95-961E-4646445C6AA5}"/>
              </a:ext>
            </a:extLst>
          </p:cNvPr>
          <p:cNvSpPr>
            <a:spLocks xmlns:a="http://schemas.openxmlformats.org/drawingml/2006/main" noGrp="1"/>
          </p:cNvSpPr>
          <p:nvPr/>
        </p:nvSpPr>
        <p:spPr>
          <a:xfrm xmlns:a="http://schemas.openxmlformats.org/drawingml/2006/main" rot="0" flipH="0" flipV="0">
            <a:off x="1752601" y="1"/>
            <a:ext cx="5622752" cy="522070"/>
          </a:xfrm>
          <a:prstGeom xmlns:a="http://schemas.openxmlformats.org/drawingml/2006/main" prst="rect">
            <a:avLst/>
          </a:prstGeom>
          <a:solidFill xmlns:a="http://schemas.openxmlformats.org/drawingml/2006/main">
            <a:srgbClr val="EE9C34"/>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54" name="Title 1">
            <a:extLst xmlns:a="http://schemas.openxmlformats.org/drawingml/2006/main">
              <a:ext uri="{FF2B5EF4-FFF2-40B4-BE49-F238E27FC236}">
                <a16:creationId xmlns:a16="http://schemas.microsoft.com/office/drawing/2014/main" id="{A2DC53C5-7EA3-43AF-9FE7-89DDC7FFB9AD}"/>
              </a:ext>
            </a:extLst>
          </p:cNvPr>
          <p:cNvSpPr>
            <a:spLocks xmlns:a="http://schemas.openxmlformats.org/drawingml/2006/main" noGrp="1"/>
          </p:cNvSpPr>
          <p:nvPr>
            <p:ph type="ctrTitle" idx="0" hasCustomPrompt="1"/>
          </p:nvPr>
        </p:nvSpPr>
        <p:spPr>
          <a:xfrm xmlns:a="http://schemas.openxmlformats.org/drawingml/2006/main">
            <a:off x="1895476" y="628650"/>
            <a:ext cx="5343525" cy="685800"/>
          </a:xfrm>
        </p:spPr>
        <p:txBody>
          <a:bodyPr xmlns:a="http://schemas.openxmlformats.org/drawingml/2006/main" anchor="t">
            <a:noAutofit/>
          </a:bodyPr>
          <a:lstStyle xmlns:a="http://schemas.openxmlformats.org/drawingml/2006/main">
            <a:lvl1pPr>
              <a:lnSpc>
                <a:spcPct val="90000"/>
              </a:lnSpc>
              <a:buNone/>
              <a:defRPr sz="2400" b="1" i="1" baseline="0">
                <a:solidFill>
                  <a:schemeClr val="bg1"/>
                </a:solidFill>
              </a:defRPr>
            </a:lvl1pPr>
          </a:lstStyle>
          <a:p xmlns:a="http://schemas.openxmlformats.org/drawingml/2006/main">
            <a:r>
              <a:t>Enterprise commerce project</a:t>
            </a:r>
            <a:endParaRPr/>
          </a:p>
        </p:txBody>
      </p:sp>
      <p:sp>
        <p:nvSpPr>
          <p:cNvPr id="55" name="Subtitle 2">
            <a:extLst xmlns:a="http://schemas.openxmlformats.org/drawingml/2006/main">
              <a:ext uri="{FF2B5EF4-FFF2-40B4-BE49-F238E27FC236}">
                <a16:creationId xmlns:a16="http://schemas.microsoft.com/office/drawing/2014/main" id="{24772DED-EE17-459C-9700-5D9021ABD468}"/>
              </a:ext>
            </a:extLst>
          </p:cNvPr>
          <p:cNvSpPr>
            <a:spLocks xmlns:a="http://schemas.openxmlformats.org/drawingml/2006/main" noGrp="1"/>
          </p:cNvSpPr>
          <p:nvPr>
            <p:ph type="subTitle" idx="1" hasCustomPrompt="1"/>
          </p:nvPr>
        </p:nvSpPr>
        <p:spPr>
          <a:xfrm xmlns:a="http://schemas.openxmlformats.org/drawingml/2006/main">
            <a:off x="1895476" y="1371600"/>
            <a:ext cx="5343525" cy="685801"/>
          </a:xfrm>
        </p:spPr>
        <p:txBody>
          <a:bodyPr xmlns:a="http://schemas.openxmlformats.org/drawingml/2006/main">
            <a:noAutofit/>
          </a:bodyPr>
          <a:lstStyle xmlns:a="http://schemas.openxmlformats.org/drawingml/2006/main">
            <a:lvl1pPr marL="0" indent="0" algn="l">
              <a:lnSpc>
                <a:spcPct val="90000"/>
              </a:lnSpc>
              <a:spcAft>
                <a:spcPts val="0"/>
              </a:spcAft>
              <a:buNone/>
              <a:defRPr sz="2400" baseline="0">
                <a:solidFill>
                  <a:schemeClr val="bg1"/>
                </a:solidFill>
                <a:latin typeface="+mj-lt"/>
                <a:ea typeface="+mj-lt"/>
                <a:cs typeface="+mj-lt"/>
              </a:defRPr>
            </a:lvl1pPr>
            <a:lvl2pPr marL="0" indent="0" algn="l">
              <a:buNone/>
              <a:defRPr sz="1350">
                <a:solidFill>
                  <a:schemeClr val="bg1"/>
                </a:solidFill>
                <a:latin typeface="+mj-lt"/>
                <a:ea typeface="+mj-lt"/>
                <a:cs typeface="+mj-lt"/>
              </a:defRPr>
            </a:lvl2pPr>
            <a:lvl3pPr marL="342900" indent="0" algn="l">
              <a:buNone/>
              <a:defRPr sz="1350">
                <a:solidFill>
                  <a:schemeClr val="bg1"/>
                </a:solidFill>
                <a:latin typeface="+mj-lt"/>
                <a:ea typeface="+mj-lt"/>
                <a:cs typeface="+mj-lt"/>
              </a:defRPr>
            </a:lvl3pPr>
            <a:lvl4pPr marL="685800" indent="0" algn="l">
              <a:buNone/>
              <a:defRPr sz="1350">
                <a:solidFill>
                  <a:schemeClr val="bg1"/>
                </a:solidFill>
                <a:latin typeface="+mj-lt"/>
                <a:ea typeface="+mj-lt"/>
                <a:cs typeface="+mj-lt"/>
              </a:defRPr>
            </a:lvl4pPr>
            <a:lvl5pPr marL="1028700" indent="0" algn="l">
              <a:buNone/>
              <a:defRPr sz="1350">
                <a:solidFill>
                  <a:schemeClr val="bg1"/>
                </a:solidFill>
                <a:latin typeface="+mj-lt"/>
                <a:ea typeface="+mj-lt"/>
                <a:cs typeface="+mj-lt"/>
              </a:defRPr>
            </a:lvl5pPr>
            <a:lvl6pPr marL="1371600" indent="0" algn="l">
              <a:buNone/>
              <a:defRPr sz="1350">
                <a:solidFill>
                  <a:schemeClr val="bg1"/>
                </a:solidFill>
                <a:latin typeface="+mj-lt"/>
                <a:ea typeface="+mj-lt"/>
                <a:cs typeface="+mj-lt"/>
              </a:defRPr>
            </a:lvl6pPr>
            <a:lvl7pPr marL="1714500" indent="0" algn="l">
              <a:buNone/>
              <a:defRPr sz="1350">
                <a:solidFill>
                  <a:schemeClr val="bg1"/>
                </a:solidFill>
                <a:latin typeface="+mj-lt"/>
                <a:ea typeface="+mj-lt"/>
                <a:cs typeface="+mj-lt"/>
              </a:defRPr>
            </a:lvl7pPr>
            <a:lvl8pPr marL="2057400" indent="0" algn="l">
              <a:buNone/>
              <a:defRPr sz="1350">
                <a:solidFill>
                  <a:schemeClr val="bg1"/>
                </a:solidFill>
                <a:latin typeface="+mj-lt"/>
                <a:ea typeface="+mj-lt"/>
                <a:cs typeface="+mj-lt"/>
              </a:defRPr>
            </a:lvl8pPr>
            <a:lvl9pPr marL="2400300" indent="0" algn="l">
              <a:buNone/>
              <a:defRPr sz="1350">
                <a:solidFill>
                  <a:schemeClr val="bg1"/>
                </a:solidFill>
                <a:latin typeface="+mj-lt"/>
                <a:ea typeface="+mj-lt"/>
                <a:cs typeface="+mj-lt"/>
              </a:defRPr>
            </a:lvl9pPr>
          </a:lstStyle>
          <a:p xmlns:a="http://schemas.openxmlformats.org/drawingml/2006/main">
            <a:r>
              <a:t>Enterprise commerce project</a:t>
            </a:r>
            <a:endParaRPr/>
          </a:p>
        </p:txBody>
      </p:sp>
      <p:sp>
        <p:nvSpPr>
          <p:cNvPr id="56" name="Text Placeholder 31">
            <a:extLst xmlns:a="http://schemas.openxmlformats.org/drawingml/2006/main">
              <a:ext uri="{FF2B5EF4-FFF2-40B4-BE49-F238E27FC236}">
                <a16:creationId xmlns:a16="http://schemas.microsoft.com/office/drawing/2014/main" id="{56644644-38DE-4E6E-9E95-80673B55F671}"/>
              </a:ext>
            </a:extLst>
          </p:cNvPr>
          <p:cNvSpPr>
            <a:spLocks xmlns:a="http://schemas.openxmlformats.org/drawingml/2006/main" noGrp="1"/>
          </p:cNvSpPr>
          <p:nvPr>
            <p:ph type="body" idx="10" hasCustomPrompt="1"/>
          </p:nvPr>
        </p:nvSpPr>
        <p:spPr>
          <a:xfrm xmlns:a="http://schemas.openxmlformats.org/drawingml/2006/main">
            <a:off x="1895475" y="281178"/>
            <a:ext cx="4105656" cy="109728"/>
          </a:xfrm>
        </p:spPr>
        <p:txBody>
          <a:bodyPr xmlns:a="http://schemas.openxmlformats.org/drawingml/2006/main"/>
          <a:lstStyle xmlns:a="http://schemas.openxmlformats.org/drawingml/2006/main">
            <a:lvl1pPr>
              <a:buNone/>
              <a:defRPr sz="825">
                <a:solidFill>
                  <a:schemeClr val="bg1"/>
                </a:solidFill>
                <a:latin typeface="Arial"/>
                <a:ea typeface="Arial"/>
                <a:cs typeface="Arial"/>
              </a:defRPr>
            </a:lvl1pPr>
            <a:lvl2pPr>
              <a:buNone/>
              <a:defRPr sz="750">
                <a:solidFill>
                  <a:schemeClr val="bg1"/>
                </a:solidFill>
                <a:latin typeface="Arial"/>
                <a:ea typeface="Arial"/>
                <a:cs typeface="Arial"/>
              </a:defRPr>
            </a:lvl2pPr>
            <a:lvl3pPr>
              <a:buNone/>
              <a:defRPr sz="750">
                <a:solidFill>
                  <a:schemeClr val="bg1"/>
                </a:solidFill>
                <a:latin typeface="Arial"/>
                <a:ea typeface="Arial"/>
                <a:cs typeface="Arial"/>
              </a:defRPr>
            </a:lvl3pPr>
            <a:lvl4pPr>
              <a:buNone/>
              <a:defRPr sz="750">
                <a:solidFill>
                  <a:schemeClr val="bg1"/>
                </a:solidFill>
                <a:latin typeface="Arial"/>
                <a:ea typeface="Arial"/>
                <a:cs typeface="Arial"/>
              </a:defRPr>
            </a:lvl4pPr>
            <a:lvl5pPr>
              <a:buNone/>
              <a:defRPr sz="750">
                <a:solidFill>
                  <a:schemeClr val="bg1"/>
                </a:solidFill>
                <a:latin typeface="Arial"/>
                <a:ea typeface="Arial"/>
                <a:cs typeface="Arial"/>
              </a:defRPr>
            </a:lvl5pPr>
          </a:lstStyle>
          <a:p xmlns:a="http://schemas.openxmlformats.org/drawingml/2006/main">
            <a:pPr lvl="0">
              <a:buNone/>
            </a:pPr>
            <a:r>
              <a:t>Enterprise commerce project</a:t>
            </a:r>
          </a:p>
        </p:txBody>
      </p:sp>
      <p:sp>
        <p:nvSpPr>
          <p:cNvPr id="17" name="Picture Placeholder 76">
            <a:extLst xmlns:a="http://schemas.openxmlformats.org/drawingml/2006/main">
              <a:ext uri="{FF2B5EF4-FFF2-40B4-BE49-F238E27FC236}">
                <a16:creationId xmlns:a16="http://schemas.microsoft.com/office/drawing/2014/main" id="{281DE0E9-DB6C-437E-9828-981AB6B4AE3D}"/>
              </a:ext>
            </a:extLst>
          </p:cNvPr>
          <p:cNvSpPr>
            <a:spLocks xmlns:a="http://schemas.openxmlformats.org/drawingml/2006/main" noGrp="1"/>
          </p:cNvSpPr>
          <p:nvPr>
            <p:ph type="pic" idx="13"/>
          </p:nvPr>
        </p:nvSpPr>
        <p:spPr>
          <a:xfrm xmlns:a="http://schemas.openxmlformats.org/drawingml/2006/main">
            <a:off x="1752600" y="2174983"/>
            <a:ext cx="6324600" cy="2454167"/>
          </a:xfrm>
        </p:spPr>
        <p:txBody>
          <a:bodyPr xmlns:a="http://schemas.openxmlformats.org/drawingml/2006/main"/>
          <a:lstStyle xmlns:a="http://schemas.openxmlformats.org/drawingml/2006/main">
            <a:lvl1pPr>
              <a:buNone/>
              <a:defRPr sz="1050"/>
            </a:lvl1pPr>
          </a:lstStyle>
          <a:p xmlns:a="http://schemas.openxmlformats.org/drawingml/2006/main">
            <a:r>
              <a:t>Project illustration</a:t>
            </a:r>
            <a:endParaRPr/>
          </a:p>
        </p:txBody>
      </p:sp>
      <p:sp>
        <p:nvSpPr>
          <p:cNvPr id="19" name="Rectangle 37">
            <a:extLst xmlns:a="http://schemas.openxmlformats.org/drawingml/2006/main">
              <a:ext uri="{FF2B5EF4-FFF2-40B4-BE49-F238E27FC236}">
                <a16:creationId xmlns:a16="http://schemas.microsoft.com/office/drawing/2014/main" id="{1F2C37ED-58C9-4C08-BC3D-D4FE7977E8DD}"/>
              </a:ext>
            </a:extLst>
          </p:cNvPr>
          <p:cNvSpPr>
            <a:spLocks xmlns:a="http://schemas.openxmlformats.org/drawingml/2006/main" noGrp="1"/>
          </p:cNvSpPr>
          <p:nvPr/>
        </p:nvSpPr>
        <p:spPr>
          <a:xfrm xmlns:a="http://schemas.openxmlformats.org/drawingml/2006/main" rot="0" flipH="0" flipV="0">
            <a:off x="1524116" y="4628244"/>
            <a:ext cx="228600" cy="39484"/>
          </a:xfrm>
          <a:prstGeom xmlns:a="http://schemas.openxmlformats.org/drawingml/2006/main" prst="rect">
            <a:avLst/>
          </a:prstGeom>
          <a:solidFill xmlns:a="http://schemas.openxmlformats.org/drawingml/2006/main">
            <a:srgbClr val="A10000"/>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21" name="Freeform 7">
            <a:extLst xmlns:a="http://schemas.openxmlformats.org/drawingml/2006/main">
              <a:ext uri="{FF2B5EF4-FFF2-40B4-BE49-F238E27FC236}">
                <a16:creationId xmlns:a16="http://schemas.microsoft.com/office/drawing/2014/main" id="{C4F62CE9-3864-4469-9A2C-39D2D0100371}"/>
              </a:ext>
            </a:extLst>
          </p:cNvPr>
          <p:cNvSpPr>
            <a:spLocks xmlns:a="http://schemas.openxmlformats.org/drawingml/2006/main" noGrp="1"/>
          </p:cNvSpPr>
          <p:nvPr/>
        </p:nvSpPr>
        <p:spPr>
          <a:xfrm xmlns:a="http://schemas.openxmlformats.org/drawingml/2006/main" rot="0" flipH="0" flipV="0">
            <a:off x="968592" y="4769861"/>
            <a:ext cx="914400" cy="258492"/>
          </a:xfrm>
          <a:custGeom xmlns:a="http://schemas.openxmlformats.org/drawingml/2006/main">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xmlns:a="http://schemas.openxmlformats.org/drawingml/2006/main">
            <a:srgbClr val="000000"/>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Tree>
  </p:cSld>
</p:sldLayout>
</file>

<file path=ppt/slideLayouts/slideLayout32.xml><?xml version="1.0" encoding="utf-8"?>
<p:sldLayout xmlns:p="http://schemas.openxmlformats.org/presentationml/2006/main" preserve="1">
  <p:cSld name="Cover Slide: Colour">
    <p:spTree>
      <p:nvGrpSpPr>
        <p:cNvPr id="1" name=""/>
        <p:cNvGrpSpPr/>
        <p:nvPr/>
      </p:nvGrpSpPr>
      <p:grpSpPr>
        <a:xfrm xmlns:a="http://schemas.openxmlformats.org/drawingml/2006/main"/>
      </p:grpSpPr>
      <p:sp>
        <p:nvSpPr>
          <p:cNvPr id="82" name="Rectangle 649">
            <a:extLst xmlns:a="http://schemas.openxmlformats.org/drawingml/2006/main">
              <a:ext uri="{FF2B5EF4-FFF2-40B4-BE49-F238E27FC236}">
                <a16:creationId xmlns:a16="http://schemas.microsoft.com/office/drawing/2014/main" id="{2C7C3CDD-1798-4980-BAB6-C3BD31D549E0}"/>
              </a:ext>
            </a:extLst>
          </p:cNvPr>
          <p:cNvSpPr>
            <a:spLocks xmlns:a="http://schemas.openxmlformats.org/drawingml/2006/main" noGrp="1"/>
          </p:cNvSpPr>
          <p:nvPr/>
        </p:nvSpPr>
        <p:spPr>
          <a:xfrm xmlns:a="http://schemas.openxmlformats.org/drawingml/2006/main">
            <a:off x="7391400" y="514351"/>
            <a:ext cx="1752600" cy="4114799"/>
          </a:xfrm>
          <a:prstGeom xmlns:a="http://schemas.openxmlformats.org/drawingml/2006/main" prst="rect">
            <a:avLst/>
          </a:prstGeom>
          <a:solidFill xmlns:a="http://schemas.openxmlformats.org/drawingml/2006/main">
            <a:schemeClr val="tx2">
              <a:lumMod val="40000"/>
              <a:lumOff val="60000"/>
            </a:schemeClr>
          </a:solidFill>
          <a:ln xmlns:a="http://schemas.openxmlformats.org/drawingml/2006/main" w="0">
            <a:noFill/>
            <a:prstDash val="solid"/>
          </a:ln>
        </p:spPr>
        <p:txBody>
          <a:bodyPr xmlns:a="http://schemas.openxmlformats.org/drawingml/2006/main" vert="horz" wrap="square" lIns="68580" tIns="34290" rIns="68580" bIns="3429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81" name="Rectangle 648">
            <a:extLst xmlns:a="http://schemas.openxmlformats.org/drawingml/2006/main">
              <a:ext uri="{FF2B5EF4-FFF2-40B4-BE49-F238E27FC236}">
                <a16:creationId xmlns:a16="http://schemas.microsoft.com/office/drawing/2014/main" id="{079D41FC-E334-4DC9-82C5-6141C53C3AF6}"/>
              </a:ext>
            </a:extLst>
          </p:cNvPr>
          <p:cNvSpPr>
            <a:spLocks xmlns:a="http://schemas.openxmlformats.org/drawingml/2006/main" noGrp="1"/>
          </p:cNvSpPr>
          <p:nvPr/>
        </p:nvSpPr>
        <p:spPr>
          <a:xfrm xmlns:a="http://schemas.openxmlformats.org/drawingml/2006/main">
            <a:off x="1752600" y="0"/>
            <a:ext cx="5638800" cy="514350"/>
          </a:xfrm>
          <a:prstGeom xmlns:a="http://schemas.openxmlformats.org/drawingml/2006/main" prst="rect">
            <a:avLst/>
          </a:prstGeom>
          <a:solidFill xmlns:a="http://schemas.openxmlformats.org/drawingml/2006/main">
            <a:schemeClr val="tx2">
              <a:lumMod val="60000"/>
              <a:lumOff val="40000"/>
            </a:schemeClr>
          </a:solidFill>
          <a:ln xmlns:a="http://schemas.openxmlformats.org/drawingml/2006/main" w="0">
            <a:noFill/>
            <a:prstDash val="solid"/>
          </a:ln>
        </p:spPr>
        <p:txBody>
          <a:bodyPr xmlns:a="http://schemas.openxmlformats.org/drawingml/2006/main" vert="horz" wrap="square" lIns="68580" tIns="34290" rIns="68580" bIns="3429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83" name="Rectangle 650">
            <a:extLst xmlns:a="http://schemas.openxmlformats.org/drawingml/2006/main">
              <a:ext uri="{FF2B5EF4-FFF2-40B4-BE49-F238E27FC236}">
                <a16:creationId xmlns:a16="http://schemas.microsoft.com/office/drawing/2014/main" id="{C1C124F7-DDB6-4234-B8E9-30B661C48153}"/>
              </a:ext>
            </a:extLst>
          </p:cNvPr>
          <p:cNvSpPr>
            <a:spLocks xmlns:a="http://schemas.openxmlformats.org/drawingml/2006/main" noGrp="1"/>
          </p:cNvSpPr>
          <p:nvPr/>
        </p:nvSpPr>
        <p:spPr>
          <a:xfrm xmlns:a="http://schemas.openxmlformats.org/drawingml/2006/main">
            <a:off x="1752600" y="514350"/>
            <a:ext cx="5638800" cy="4114800"/>
          </a:xfrm>
          <a:prstGeom xmlns:a="http://schemas.openxmlformats.org/drawingml/2006/main" prst="rect">
            <a:avLst/>
          </a:prstGeom>
          <a:solidFill xmlns:a="http://schemas.openxmlformats.org/drawingml/2006/main">
            <a:schemeClr val="tx2"/>
          </a:solidFill>
          <a:ln xmlns:a="http://schemas.openxmlformats.org/drawingml/2006/main" w="0">
            <a:noFill/>
            <a:prstDash val="solid"/>
          </a:ln>
        </p:spPr>
        <p:txBody>
          <a:bodyPr xmlns:a="http://schemas.openxmlformats.org/drawingml/2006/main" vert="horz" wrap="square" lIns="68580" tIns="34290" rIns="68580" bIns="3429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50" name="Title 1">
            <a:extLst xmlns:a="http://schemas.openxmlformats.org/drawingml/2006/main">
              <a:ext uri="{FF2B5EF4-FFF2-40B4-BE49-F238E27FC236}">
                <a16:creationId xmlns:a16="http://schemas.microsoft.com/office/drawing/2014/main" id="{1393F3A0-4414-4C12-9D4A-E01A62A2CC9F}"/>
              </a:ext>
            </a:extLst>
          </p:cNvPr>
          <p:cNvSpPr>
            <a:spLocks xmlns:a="http://schemas.openxmlformats.org/drawingml/2006/main" noGrp="1"/>
          </p:cNvSpPr>
          <p:nvPr>
            <p:ph type="ctrTitle" idx="0" hasCustomPrompt="1"/>
          </p:nvPr>
        </p:nvSpPr>
        <p:spPr>
          <a:xfrm xmlns:a="http://schemas.openxmlformats.org/drawingml/2006/main">
            <a:off x="1895476" y="628650"/>
            <a:ext cx="5343525" cy="685800"/>
          </a:xfrm>
        </p:spPr>
        <p:txBody>
          <a:bodyPr xmlns:a="http://schemas.openxmlformats.org/drawingml/2006/main" anchor="t">
            <a:noAutofit/>
          </a:bodyPr>
          <a:lstStyle xmlns:a="http://schemas.openxmlformats.org/drawingml/2006/main">
            <a:lvl1pPr>
              <a:lnSpc>
                <a:spcPct val="90000"/>
              </a:lnSpc>
              <a:buNone/>
              <a:defRPr sz="2400" b="1" i="1" baseline="0">
                <a:solidFill>
                  <a:schemeClr val="bg1"/>
                </a:solidFill>
              </a:defRPr>
            </a:lvl1pPr>
          </a:lstStyle>
          <a:p xmlns:a="http://schemas.openxmlformats.org/drawingml/2006/main">
            <a:r>
              <a:t>Enterprise commerce project</a:t>
            </a:r>
            <a:endParaRPr/>
          </a:p>
        </p:txBody>
      </p:sp>
      <p:sp>
        <p:nvSpPr>
          <p:cNvPr id="51" name="Subtitle 2">
            <a:extLst xmlns:a="http://schemas.openxmlformats.org/drawingml/2006/main">
              <a:ext uri="{FF2B5EF4-FFF2-40B4-BE49-F238E27FC236}">
                <a16:creationId xmlns:a16="http://schemas.microsoft.com/office/drawing/2014/main" id="{0BD048F8-FADE-4EB8-890A-C09728856FC9}"/>
              </a:ext>
            </a:extLst>
          </p:cNvPr>
          <p:cNvSpPr>
            <a:spLocks xmlns:a="http://schemas.openxmlformats.org/drawingml/2006/main" noGrp="1"/>
          </p:cNvSpPr>
          <p:nvPr>
            <p:ph type="subTitle" idx="1" hasCustomPrompt="1"/>
          </p:nvPr>
        </p:nvSpPr>
        <p:spPr>
          <a:xfrm xmlns:a="http://schemas.openxmlformats.org/drawingml/2006/main">
            <a:off x="1895476" y="1371600"/>
            <a:ext cx="5343525" cy="685801"/>
          </a:xfrm>
        </p:spPr>
        <p:txBody>
          <a:bodyPr xmlns:a="http://schemas.openxmlformats.org/drawingml/2006/main">
            <a:noAutofit/>
          </a:bodyPr>
          <a:lstStyle xmlns:a="http://schemas.openxmlformats.org/drawingml/2006/main">
            <a:lvl1pPr marL="0" indent="0" algn="l">
              <a:lnSpc>
                <a:spcPct val="90000"/>
              </a:lnSpc>
              <a:spcAft>
                <a:spcPts val="0"/>
              </a:spcAft>
              <a:buNone/>
              <a:defRPr sz="2400" baseline="0">
                <a:solidFill>
                  <a:schemeClr val="bg1"/>
                </a:solidFill>
                <a:latin typeface="+mj-lt"/>
                <a:ea typeface="+mj-lt"/>
                <a:cs typeface="+mj-lt"/>
              </a:defRPr>
            </a:lvl1pPr>
            <a:lvl2pPr marL="0" indent="0" algn="l">
              <a:buNone/>
              <a:defRPr sz="1350">
                <a:solidFill>
                  <a:schemeClr val="bg1"/>
                </a:solidFill>
                <a:latin typeface="+mj-lt"/>
                <a:ea typeface="+mj-lt"/>
                <a:cs typeface="+mj-lt"/>
              </a:defRPr>
            </a:lvl2pPr>
            <a:lvl3pPr marL="342900" indent="0" algn="l">
              <a:buNone/>
              <a:defRPr sz="1350">
                <a:solidFill>
                  <a:schemeClr val="bg1"/>
                </a:solidFill>
                <a:latin typeface="+mj-lt"/>
                <a:ea typeface="+mj-lt"/>
                <a:cs typeface="+mj-lt"/>
              </a:defRPr>
            </a:lvl3pPr>
            <a:lvl4pPr marL="685800" indent="0" algn="l">
              <a:buNone/>
              <a:defRPr sz="1350">
                <a:solidFill>
                  <a:schemeClr val="bg1"/>
                </a:solidFill>
                <a:latin typeface="+mj-lt"/>
                <a:ea typeface="+mj-lt"/>
                <a:cs typeface="+mj-lt"/>
              </a:defRPr>
            </a:lvl4pPr>
            <a:lvl5pPr marL="1028700" indent="0" algn="l">
              <a:buNone/>
              <a:defRPr sz="1350">
                <a:solidFill>
                  <a:schemeClr val="bg1"/>
                </a:solidFill>
                <a:latin typeface="+mj-lt"/>
                <a:ea typeface="+mj-lt"/>
                <a:cs typeface="+mj-lt"/>
              </a:defRPr>
            </a:lvl5pPr>
            <a:lvl6pPr marL="1371600" indent="0" algn="l">
              <a:buNone/>
              <a:defRPr sz="1350">
                <a:solidFill>
                  <a:schemeClr val="bg1"/>
                </a:solidFill>
                <a:latin typeface="+mj-lt"/>
                <a:ea typeface="+mj-lt"/>
                <a:cs typeface="+mj-lt"/>
              </a:defRPr>
            </a:lvl6pPr>
            <a:lvl7pPr marL="1714500" indent="0" algn="l">
              <a:buNone/>
              <a:defRPr sz="1350">
                <a:solidFill>
                  <a:schemeClr val="bg1"/>
                </a:solidFill>
                <a:latin typeface="+mj-lt"/>
                <a:ea typeface="+mj-lt"/>
                <a:cs typeface="+mj-lt"/>
              </a:defRPr>
            </a:lvl7pPr>
            <a:lvl8pPr marL="2057400" indent="0" algn="l">
              <a:buNone/>
              <a:defRPr sz="1350">
                <a:solidFill>
                  <a:schemeClr val="bg1"/>
                </a:solidFill>
                <a:latin typeface="+mj-lt"/>
                <a:ea typeface="+mj-lt"/>
                <a:cs typeface="+mj-lt"/>
              </a:defRPr>
            </a:lvl8pPr>
            <a:lvl9pPr marL="2400300" indent="0" algn="l">
              <a:buNone/>
              <a:defRPr sz="1350">
                <a:solidFill>
                  <a:schemeClr val="bg1"/>
                </a:solidFill>
                <a:latin typeface="+mj-lt"/>
                <a:ea typeface="+mj-lt"/>
                <a:cs typeface="+mj-lt"/>
              </a:defRPr>
            </a:lvl9pPr>
          </a:lstStyle>
          <a:p xmlns:a="http://schemas.openxmlformats.org/drawingml/2006/main">
            <a:r>
              <a:t>Enterprise commerce project</a:t>
            </a:r>
            <a:endParaRPr/>
          </a:p>
        </p:txBody>
      </p:sp>
      <p:sp>
        <p:nvSpPr>
          <p:cNvPr id="52" name="Text Placeholder 31">
            <a:extLst xmlns:a="http://schemas.openxmlformats.org/drawingml/2006/main">
              <a:ext uri="{FF2B5EF4-FFF2-40B4-BE49-F238E27FC236}">
                <a16:creationId xmlns:a16="http://schemas.microsoft.com/office/drawing/2014/main" id="{15BFC48D-48F5-42F2-989F-0BFA8F87FAC4}"/>
              </a:ext>
            </a:extLst>
          </p:cNvPr>
          <p:cNvSpPr>
            <a:spLocks xmlns:a="http://schemas.openxmlformats.org/drawingml/2006/main" noGrp="1"/>
          </p:cNvSpPr>
          <p:nvPr>
            <p:ph type="body" idx="10" hasCustomPrompt="1"/>
          </p:nvPr>
        </p:nvSpPr>
        <p:spPr>
          <a:xfrm xmlns:a="http://schemas.openxmlformats.org/drawingml/2006/main">
            <a:off x="1895475" y="281178"/>
            <a:ext cx="4105656" cy="109728"/>
          </a:xfrm>
        </p:spPr>
        <p:txBody>
          <a:bodyPr xmlns:a="http://schemas.openxmlformats.org/drawingml/2006/main"/>
          <a:lstStyle xmlns:a="http://schemas.openxmlformats.org/drawingml/2006/main">
            <a:lvl1pPr>
              <a:buNone/>
              <a:defRPr sz="825">
                <a:solidFill>
                  <a:schemeClr val="bg1"/>
                </a:solidFill>
                <a:latin typeface="Arial"/>
                <a:ea typeface="Arial"/>
                <a:cs typeface="Arial"/>
              </a:defRPr>
            </a:lvl1pPr>
            <a:lvl2pPr>
              <a:buNone/>
              <a:defRPr sz="750">
                <a:solidFill>
                  <a:schemeClr val="bg1"/>
                </a:solidFill>
                <a:latin typeface="Arial"/>
                <a:ea typeface="Arial"/>
                <a:cs typeface="Arial"/>
              </a:defRPr>
            </a:lvl2pPr>
            <a:lvl3pPr>
              <a:buNone/>
              <a:defRPr sz="750">
                <a:solidFill>
                  <a:schemeClr val="bg1"/>
                </a:solidFill>
                <a:latin typeface="Arial"/>
                <a:ea typeface="Arial"/>
                <a:cs typeface="Arial"/>
              </a:defRPr>
            </a:lvl3pPr>
            <a:lvl4pPr>
              <a:buNone/>
              <a:defRPr sz="750">
                <a:solidFill>
                  <a:schemeClr val="bg1"/>
                </a:solidFill>
                <a:latin typeface="Arial"/>
                <a:ea typeface="Arial"/>
                <a:cs typeface="Arial"/>
              </a:defRPr>
            </a:lvl4pPr>
            <a:lvl5pPr>
              <a:buNone/>
              <a:defRPr sz="750">
                <a:solidFill>
                  <a:schemeClr val="bg1"/>
                </a:solidFill>
                <a:latin typeface="Arial"/>
                <a:ea typeface="Arial"/>
                <a:cs typeface="Arial"/>
              </a:defRPr>
            </a:lvl5pPr>
          </a:lstStyle>
          <a:p xmlns:a="http://schemas.openxmlformats.org/drawingml/2006/main">
            <a:pPr lvl="0">
              <a:buNone/>
            </a:pPr>
            <a:r>
              <a:t>Enterprise commerce project</a:t>
            </a:r>
          </a:p>
        </p:txBody>
      </p:sp>
      <p:sp>
        <p:nvSpPr>
          <p:cNvPr id="12" name="Rectangle 37">
            <a:extLst xmlns:a="http://schemas.openxmlformats.org/drawingml/2006/main">
              <a:ext uri="{FF2B5EF4-FFF2-40B4-BE49-F238E27FC236}">
                <a16:creationId xmlns:a16="http://schemas.microsoft.com/office/drawing/2014/main" id="{AB6473C0-56AD-4BBC-B04D-EE7895A47692}"/>
              </a:ext>
            </a:extLst>
          </p:cNvPr>
          <p:cNvSpPr>
            <a:spLocks xmlns:a="http://schemas.openxmlformats.org/drawingml/2006/main" noGrp="1"/>
          </p:cNvSpPr>
          <p:nvPr/>
        </p:nvSpPr>
        <p:spPr>
          <a:xfrm xmlns:a="http://schemas.openxmlformats.org/drawingml/2006/main" rot="0" flipH="0" flipV="0">
            <a:off x="1524116" y="4628244"/>
            <a:ext cx="228600" cy="39484"/>
          </a:xfrm>
          <a:prstGeom xmlns:a="http://schemas.openxmlformats.org/drawingml/2006/main" prst="rect">
            <a:avLst/>
          </a:prstGeom>
          <a:solidFill xmlns:a="http://schemas.openxmlformats.org/drawingml/2006/main">
            <a:schemeClr val="tx2"/>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
        <p:nvSpPr>
          <p:cNvPr id="13" name="Freeform 7">
            <a:extLst xmlns:a="http://schemas.openxmlformats.org/drawingml/2006/main">
              <a:ext uri="{FF2B5EF4-FFF2-40B4-BE49-F238E27FC236}">
                <a16:creationId xmlns:a16="http://schemas.microsoft.com/office/drawing/2014/main" id="{923CC801-E00D-49A8-AF92-7C1263C1580B}"/>
              </a:ext>
            </a:extLst>
          </p:cNvPr>
          <p:cNvSpPr>
            <a:spLocks xmlns:a="http://schemas.openxmlformats.org/drawingml/2006/main" noGrp="1"/>
          </p:cNvSpPr>
          <p:nvPr/>
        </p:nvSpPr>
        <p:spPr>
          <a:xfrm xmlns:a="http://schemas.openxmlformats.org/drawingml/2006/main" rot="0" flipH="0" flipV="0">
            <a:off x="968592" y="4769861"/>
            <a:ext cx="914400" cy="258492"/>
          </a:xfrm>
          <a:custGeom xmlns:a="http://schemas.openxmlformats.org/drawingml/2006/main">
            <a:rect l="0" t="0" r="r" b="b"/>
            <a:pathLst>
              <a:path w="4127" h="1544">
                <a:moveTo>
                  <a:pt x="640" y="229"/>
                </a:moveTo>
                <a:lnTo>
                  <a:pt x="622" y="229"/>
                </a:lnTo>
                <a:lnTo>
                  <a:pt x="603" y="230"/>
                </a:lnTo>
                <a:lnTo>
                  <a:pt x="581" y="233"/>
                </a:lnTo>
                <a:lnTo>
                  <a:pt x="553" y="235"/>
                </a:lnTo>
                <a:lnTo>
                  <a:pt x="521" y="241"/>
                </a:lnTo>
                <a:lnTo>
                  <a:pt x="521" y="947"/>
                </a:lnTo>
                <a:lnTo>
                  <a:pt x="538" y="949"/>
                </a:lnTo>
                <a:lnTo>
                  <a:pt x="553" y="949"/>
                </a:lnTo>
                <a:lnTo>
                  <a:pt x="566" y="949"/>
                </a:lnTo>
                <a:lnTo>
                  <a:pt x="578" y="949"/>
                </a:lnTo>
                <a:lnTo>
                  <a:pt x="630" y="946"/>
                </a:lnTo>
                <a:lnTo>
                  <a:pt x="677" y="937"/>
                </a:lnTo>
                <a:lnTo>
                  <a:pt x="720" y="924"/>
                </a:lnTo>
                <a:lnTo>
                  <a:pt x="758" y="905"/>
                </a:lnTo>
                <a:lnTo>
                  <a:pt x="793" y="880"/>
                </a:lnTo>
                <a:lnTo>
                  <a:pt x="824" y="850"/>
                </a:lnTo>
                <a:lnTo>
                  <a:pt x="849" y="815"/>
                </a:lnTo>
                <a:lnTo>
                  <a:pt x="870" y="775"/>
                </a:lnTo>
                <a:lnTo>
                  <a:pt x="886" y="728"/>
                </a:lnTo>
                <a:lnTo>
                  <a:pt x="897" y="678"/>
                </a:lnTo>
                <a:lnTo>
                  <a:pt x="905" y="622"/>
                </a:lnTo>
                <a:lnTo>
                  <a:pt x="907" y="561"/>
                </a:lnTo>
                <a:lnTo>
                  <a:pt x="905" y="505"/>
                </a:lnTo>
                <a:lnTo>
                  <a:pt x="897" y="452"/>
                </a:lnTo>
                <a:lnTo>
                  <a:pt x="886" y="407"/>
                </a:lnTo>
                <a:lnTo>
                  <a:pt x="870" y="366"/>
                </a:lnTo>
                <a:lnTo>
                  <a:pt x="850" y="329"/>
                </a:lnTo>
                <a:lnTo>
                  <a:pt x="826" y="299"/>
                </a:lnTo>
                <a:lnTo>
                  <a:pt x="797" y="274"/>
                </a:lnTo>
                <a:lnTo>
                  <a:pt x="763" y="254"/>
                </a:lnTo>
                <a:lnTo>
                  <a:pt x="727" y="241"/>
                </a:lnTo>
                <a:lnTo>
                  <a:pt x="686" y="232"/>
                </a:lnTo>
                <a:lnTo>
                  <a:pt x="640" y="229"/>
                </a:lnTo>
                <a:close/>
                <a:moveTo>
                  <a:pt x="413" y="3"/>
                </a:moveTo>
                <a:lnTo>
                  <a:pt x="521" y="3"/>
                </a:lnTo>
                <a:lnTo>
                  <a:pt x="521" y="143"/>
                </a:lnTo>
                <a:lnTo>
                  <a:pt x="566" y="117"/>
                </a:lnTo>
                <a:lnTo>
                  <a:pt x="607" y="93"/>
                </a:lnTo>
                <a:lnTo>
                  <a:pt x="643" y="74"/>
                </a:lnTo>
                <a:lnTo>
                  <a:pt x="677" y="57"/>
                </a:lnTo>
                <a:lnTo>
                  <a:pt x="707" y="44"/>
                </a:lnTo>
                <a:lnTo>
                  <a:pt x="735" y="33"/>
                </a:lnTo>
                <a:lnTo>
                  <a:pt x="761" y="24"/>
                </a:lnTo>
                <a:lnTo>
                  <a:pt x="785" y="18"/>
                </a:lnTo>
                <a:lnTo>
                  <a:pt x="809" y="13"/>
                </a:lnTo>
                <a:lnTo>
                  <a:pt x="831" y="10"/>
                </a:lnTo>
                <a:lnTo>
                  <a:pt x="855" y="9"/>
                </a:lnTo>
                <a:lnTo>
                  <a:pt x="879" y="8"/>
                </a:lnTo>
                <a:lnTo>
                  <a:pt x="931" y="12"/>
                </a:lnTo>
                <a:lnTo>
                  <a:pt x="980" y="23"/>
                </a:lnTo>
                <a:lnTo>
                  <a:pt x="1026" y="40"/>
                </a:lnTo>
                <a:lnTo>
                  <a:pt x="1070" y="64"/>
                </a:lnTo>
                <a:lnTo>
                  <a:pt x="1110" y="94"/>
                </a:lnTo>
                <a:lnTo>
                  <a:pt x="1148" y="130"/>
                </a:lnTo>
                <a:lnTo>
                  <a:pt x="1180" y="172"/>
                </a:lnTo>
                <a:lnTo>
                  <a:pt x="1209" y="218"/>
                </a:lnTo>
                <a:lnTo>
                  <a:pt x="1233" y="268"/>
                </a:lnTo>
                <a:lnTo>
                  <a:pt x="1252" y="324"/>
                </a:lnTo>
                <a:lnTo>
                  <a:pt x="1265" y="383"/>
                </a:lnTo>
                <a:lnTo>
                  <a:pt x="1274" y="446"/>
                </a:lnTo>
                <a:lnTo>
                  <a:pt x="1278" y="512"/>
                </a:lnTo>
                <a:lnTo>
                  <a:pt x="1274" y="578"/>
                </a:lnTo>
                <a:lnTo>
                  <a:pt x="1265" y="641"/>
                </a:lnTo>
                <a:lnTo>
                  <a:pt x="1252" y="701"/>
                </a:lnTo>
                <a:lnTo>
                  <a:pt x="1232" y="756"/>
                </a:lnTo>
                <a:lnTo>
                  <a:pt x="1205" y="809"/>
                </a:lnTo>
                <a:lnTo>
                  <a:pt x="1175" y="857"/>
                </a:lnTo>
                <a:lnTo>
                  <a:pt x="1140" y="901"/>
                </a:lnTo>
                <a:lnTo>
                  <a:pt x="1099" y="941"/>
                </a:lnTo>
                <a:lnTo>
                  <a:pt x="1054" y="976"/>
                </a:lnTo>
                <a:lnTo>
                  <a:pt x="1005" y="1006"/>
                </a:lnTo>
                <a:lnTo>
                  <a:pt x="951" y="1031"/>
                </a:lnTo>
                <a:lnTo>
                  <a:pt x="894" y="1051"/>
                </a:lnTo>
                <a:lnTo>
                  <a:pt x="831" y="1065"/>
                </a:lnTo>
                <a:lnTo>
                  <a:pt x="766" y="1074"/>
                </a:lnTo>
                <a:lnTo>
                  <a:pt x="696" y="1078"/>
                </a:lnTo>
                <a:lnTo>
                  <a:pt x="670" y="1078"/>
                </a:lnTo>
                <a:lnTo>
                  <a:pt x="637" y="1076"/>
                </a:lnTo>
                <a:lnTo>
                  <a:pt x="601" y="1074"/>
                </a:lnTo>
                <a:lnTo>
                  <a:pt x="561" y="1071"/>
                </a:lnTo>
                <a:lnTo>
                  <a:pt x="521" y="1068"/>
                </a:lnTo>
                <a:lnTo>
                  <a:pt x="521" y="1408"/>
                </a:lnTo>
                <a:lnTo>
                  <a:pt x="692" y="1447"/>
                </a:lnTo>
                <a:lnTo>
                  <a:pt x="692" y="1544"/>
                </a:lnTo>
                <a:lnTo>
                  <a:pt x="18" y="1544"/>
                </a:lnTo>
                <a:lnTo>
                  <a:pt x="18" y="1447"/>
                </a:lnTo>
                <a:lnTo>
                  <a:pt x="171" y="1408"/>
                </a:lnTo>
                <a:lnTo>
                  <a:pt x="171" y="229"/>
                </a:lnTo>
                <a:lnTo>
                  <a:pt x="0" y="229"/>
                </a:lnTo>
                <a:lnTo>
                  <a:pt x="0" y="128"/>
                </a:lnTo>
                <a:lnTo>
                  <a:pt x="413" y="3"/>
                </a:lnTo>
                <a:close/>
                <a:moveTo>
                  <a:pt x="3711" y="0"/>
                </a:moveTo>
                <a:lnTo>
                  <a:pt x="3770" y="3"/>
                </a:lnTo>
                <a:lnTo>
                  <a:pt x="3825" y="9"/>
                </a:lnTo>
                <a:lnTo>
                  <a:pt x="3876" y="20"/>
                </a:lnTo>
                <a:lnTo>
                  <a:pt x="3923" y="34"/>
                </a:lnTo>
                <a:lnTo>
                  <a:pt x="3965" y="53"/>
                </a:lnTo>
                <a:lnTo>
                  <a:pt x="4004" y="75"/>
                </a:lnTo>
                <a:lnTo>
                  <a:pt x="4036" y="100"/>
                </a:lnTo>
                <a:lnTo>
                  <a:pt x="4064" y="129"/>
                </a:lnTo>
                <a:lnTo>
                  <a:pt x="4086" y="160"/>
                </a:lnTo>
                <a:lnTo>
                  <a:pt x="4103" y="194"/>
                </a:lnTo>
                <a:lnTo>
                  <a:pt x="4113" y="232"/>
                </a:lnTo>
                <a:lnTo>
                  <a:pt x="4117" y="271"/>
                </a:lnTo>
                <a:lnTo>
                  <a:pt x="4114" y="304"/>
                </a:lnTo>
                <a:lnTo>
                  <a:pt x="4105" y="334"/>
                </a:lnTo>
                <a:lnTo>
                  <a:pt x="4091" y="362"/>
                </a:lnTo>
                <a:lnTo>
                  <a:pt x="4074" y="387"/>
                </a:lnTo>
                <a:lnTo>
                  <a:pt x="4051" y="407"/>
                </a:lnTo>
                <a:lnTo>
                  <a:pt x="4025" y="423"/>
                </a:lnTo>
                <a:lnTo>
                  <a:pt x="3995" y="436"/>
                </a:lnTo>
                <a:lnTo>
                  <a:pt x="3961" y="443"/>
                </a:lnTo>
                <a:lnTo>
                  <a:pt x="3925" y="446"/>
                </a:lnTo>
                <a:lnTo>
                  <a:pt x="3891" y="444"/>
                </a:lnTo>
                <a:lnTo>
                  <a:pt x="3859" y="438"/>
                </a:lnTo>
                <a:lnTo>
                  <a:pt x="3826" y="428"/>
                </a:lnTo>
                <a:lnTo>
                  <a:pt x="3792" y="413"/>
                </a:lnTo>
                <a:lnTo>
                  <a:pt x="3757" y="394"/>
                </a:lnTo>
                <a:lnTo>
                  <a:pt x="3757" y="114"/>
                </a:lnTo>
                <a:lnTo>
                  <a:pt x="3711" y="125"/>
                </a:lnTo>
                <a:lnTo>
                  <a:pt x="3668" y="140"/>
                </a:lnTo>
                <a:lnTo>
                  <a:pt x="3631" y="162"/>
                </a:lnTo>
                <a:lnTo>
                  <a:pt x="3597" y="187"/>
                </a:lnTo>
                <a:lnTo>
                  <a:pt x="3568" y="218"/>
                </a:lnTo>
                <a:lnTo>
                  <a:pt x="3543" y="253"/>
                </a:lnTo>
                <a:lnTo>
                  <a:pt x="3523" y="294"/>
                </a:lnTo>
                <a:lnTo>
                  <a:pt x="3508" y="339"/>
                </a:lnTo>
                <a:lnTo>
                  <a:pt x="3497" y="391"/>
                </a:lnTo>
                <a:lnTo>
                  <a:pt x="3489" y="447"/>
                </a:lnTo>
                <a:lnTo>
                  <a:pt x="3487" y="507"/>
                </a:lnTo>
                <a:lnTo>
                  <a:pt x="3489" y="565"/>
                </a:lnTo>
                <a:lnTo>
                  <a:pt x="3497" y="617"/>
                </a:lnTo>
                <a:lnTo>
                  <a:pt x="3509" y="667"/>
                </a:lnTo>
                <a:lnTo>
                  <a:pt x="3526" y="712"/>
                </a:lnTo>
                <a:lnTo>
                  <a:pt x="3547" y="753"/>
                </a:lnTo>
                <a:lnTo>
                  <a:pt x="3571" y="790"/>
                </a:lnTo>
                <a:lnTo>
                  <a:pt x="3600" y="821"/>
                </a:lnTo>
                <a:lnTo>
                  <a:pt x="3632" y="847"/>
                </a:lnTo>
                <a:lnTo>
                  <a:pt x="3668" y="869"/>
                </a:lnTo>
                <a:lnTo>
                  <a:pt x="3707" y="885"/>
                </a:lnTo>
                <a:lnTo>
                  <a:pt x="3750" y="894"/>
                </a:lnTo>
                <a:lnTo>
                  <a:pt x="3795" y="897"/>
                </a:lnTo>
                <a:lnTo>
                  <a:pt x="3821" y="896"/>
                </a:lnTo>
                <a:lnTo>
                  <a:pt x="3847" y="894"/>
                </a:lnTo>
                <a:lnTo>
                  <a:pt x="3874" y="889"/>
                </a:lnTo>
                <a:lnTo>
                  <a:pt x="3901" y="881"/>
                </a:lnTo>
                <a:lnTo>
                  <a:pt x="3931" y="872"/>
                </a:lnTo>
                <a:lnTo>
                  <a:pt x="3964" y="861"/>
                </a:lnTo>
                <a:lnTo>
                  <a:pt x="3999" y="846"/>
                </a:lnTo>
                <a:lnTo>
                  <a:pt x="4036" y="830"/>
                </a:lnTo>
                <a:lnTo>
                  <a:pt x="4079" y="810"/>
                </a:lnTo>
                <a:lnTo>
                  <a:pt x="4127" y="787"/>
                </a:lnTo>
                <a:lnTo>
                  <a:pt x="4127" y="976"/>
                </a:lnTo>
                <a:lnTo>
                  <a:pt x="4069" y="1001"/>
                </a:lnTo>
                <a:lnTo>
                  <a:pt x="4016" y="1024"/>
                </a:lnTo>
                <a:lnTo>
                  <a:pt x="3966" y="1041"/>
                </a:lnTo>
                <a:lnTo>
                  <a:pt x="3919" y="1058"/>
                </a:lnTo>
                <a:lnTo>
                  <a:pt x="3874" y="1070"/>
                </a:lnTo>
                <a:lnTo>
                  <a:pt x="3830" y="1080"/>
                </a:lnTo>
                <a:lnTo>
                  <a:pt x="3786" y="1086"/>
                </a:lnTo>
                <a:lnTo>
                  <a:pt x="3742" y="1091"/>
                </a:lnTo>
                <a:lnTo>
                  <a:pt x="3697" y="1094"/>
                </a:lnTo>
                <a:lnTo>
                  <a:pt x="3651" y="1095"/>
                </a:lnTo>
                <a:lnTo>
                  <a:pt x="3588" y="1093"/>
                </a:lnTo>
                <a:lnTo>
                  <a:pt x="3530" y="1086"/>
                </a:lnTo>
                <a:lnTo>
                  <a:pt x="3476" y="1075"/>
                </a:lnTo>
                <a:lnTo>
                  <a:pt x="3426" y="1060"/>
                </a:lnTo>
                <a:lnTo>
                  <a:pt x="3378" y="1039"/>
                </a:lnTo>
                <a:lnTo>
                  <a:pt x="3334" y="1014"/>
                </a:lnTo>
                <a:lnTo>
                  <a:pt x="3294" y="984"/>
                </a:lnTo>
                <a:lnTo>
                  <a:pt x="3255" y="947"/>
                </a:lnTo>
                <a:lnTo>
                  <a:pt x="3219" y="907"/>
                </a:lnTo>
                <a:lnTo>
                  <a:pt x="3188" y="865"/>
                </a:lnTo>
                <a:lnTo>
                  <a:pt x="3162" y="820"/>
                </a:lnTo>
                <a:lnTo>
                  <a:pt x="3140" y="772"/>
                </a:lnTo>
                <a:lnTo>
                  <a:pt x="3124" y="722"/>
                </a:lnTo>
                <a:lnTo>
                  <a:pt x="3111" y="670"/>
                </a:lnTo>
                <a:lnTo>
                  <a:pt x="3104" y="616"/>
                </a:lnTo>
                <a:lnTo>
                  <a:pt x="3101" y="561"/>
                </a:lnTo>
                <a:lnTo>
                  <a:pt x="3105" y="494"/>
                </a:lnTo>
                <a:lnTo>
                  <a:pt x="3115" y="433"/>
                </a:lnTo>
                <a:lnTo>
                  <a:pt x="3130" y="373"/>
                </a:lnTo>
                <a:lnTo>
                  <a:pt x="3153" y="318"/>
                </a:lnTo>
                <a:lnTo>
                  <a:pt x="3179" y="267"/>
                </a:lnTo>
                <a:lnTo>
                  <a:pt x="3213" y="219"/>
                </a:lnTo>
                <a:lnTo>
                  <a:pt x="3250" y="175"/>
                </a:lnTo>
                <a:lnTo>
                  <a:pt x="3293" y="135"/>
                </a:lnTo>
                <a:lnTo>
                  <a:pt x="3341" y="102"/>
                </a:lnTo>
                <a:lnTo>
                  <a:pt x="3392" y="72"/>
                </a:lnTo>
                <a:lnTo>
                  <a:pt x="3448" y="47"/>
                </a:lnTo>
                <a:lnTo>
                  <a:pt x="3508" y="27"/>
                </a:lnTo>
                <a:lnTo>
                  <a:pt x="3573" y="12"/>
                </a:lnTo>
                <a:lnTo>
                  <a:pt x="3640" y="3"/>
                </a:lnTo>
                <a:lnTo>
                  <a:pt x="3711" y="0"/>
                </a:lnTo>
                <a:close/>
                <a:moveTo>
                  <a:pt x="2910" y="0"/>
                </a:moveTo>
                <a:lnTo>
                  <a:pt x="2948" y="4"/>
                </a:lnTo>
                <a:lnTo>
                  <a:pt x="2983" y="14"/>
                </a:lnTo>
                <a:lnTo>
                  <a:pt x="3014" y="30"/>
                </a:lnTo>
                <a:lnTo>
                  <a:pt x="3040" y="52"/>
                </a:lnTo>
                <a:lnTo>
                  <a:pt x="3063" y="78"/>
                </a:lnTo>
                <a:lnTo>
                  <a:pt x="3079" y="109"/>
                </a:lnTo>
                <a:lnTo>
                  <a:pt x="3089" y="142"/>
                </a:lnTo>
                <a:lnTo>
                  <a:pt x="3093" y="178"/>
                </a:lnTo>
                <a:lnTo>
                  <a:pt x="3091" y="203"/>
                </a:lnTo>
                <a:lnTo>
                  <a:pt x="3088" y="227"/>
                </a:lnTo>
                <a:lnTo>
                  <a:pt x="3081" y="252"/>
                </a:lnTo>
                <a:lnTo>
                  <a:pt x="3071" y="277"/>
                </a:lnTo>
                <a:lnTo>
                  <a:pt x="3060" y="303"/>
                </a:lnTo>
                <a:lnTo>
                  <a:pt x="3044" y="331"/>
                </a:lnTo>
                <a:lnTo>
                  <a:pt x="3025" y="361"/>
                </a:lnTo>
                <a:lnTo>
                  <a:pt x="3004" y="393"/>
                </a:lnTo>
                <a:lnTo>
                  <a:pt x="2978" y="429"/>
                </a:lnTo>
                <a:lnTo>
                  <a:pt x="2948" y="468"/>
                </a:lnTo>
                <a:lnTo>
                  <a:pt x="2914" y="512"/>
                </a:lnTo>
                <a:lnTo>
                  <a:pt x="2876" y="561"/>
                </a:lnTo>
                <a:lnTo>
                  <a:pt x="2472" y="1078"/>
                </a:lnTo>
                <a:lnTo>
                  <a:pt x="2182" y="1078"/>
                </a:lnTo>
                <a:lnTo>
                  <a:pt x="2182" y="424"/>
                </a:lnTo>
                <a:lnTo>
                  <a:pt x="1784" y="1078"/>
                </a:lnTo>
                <a:lnTo>
                  <a:pt x="1518" y="1078"/>
                </a:lnTo>
                <a:lnTo>
                  <a:pt x="1518" y="234"/>
                </a:lnTo>
                <a:lnTo>
                  <a:pt x="1313" y="214"/>
                </a:lnTo>
                <a:lnTo>
                  <a:pt x="1313" y="118"/>
                </a:lnTo>
                <a:lnTo>
                  <a:pt x="1690" y="25"/>
                </a:lnTo>
                <a:lnTo>
                  <a:pt x="1832" y="25"/>
                </a:lnTo>
                <a:lnTo>
                  <a:pt x="1832" y="713"/>
                </a:lnTo>
                <a:lnTo>
                  <a:pt x="2247" y="25"/>
                </a:lnTo>
                <a:lnTo>
                  <a:pt x="2497" y="25"/>
                </a:lnTo>
                <a:lnTo>
                  <a:pt x="2497" y="822"/>
                </a:lnTo>
                <a:lnTo>
                  <a:pt x="2759" y="473"/>
                </a:lnTo>
                <a:lnTo>
                  <a:pt x="2759" y="62"/>
                </a:lnTo>
                <a:lnTo>
                  <a:pt x="2779" y="44"/>
                </a:lnTo>
                <a:lnTo>
                  <a:pt x="2806" y="27"/>
                </a:lnTo>
                <a:lnTo>
                  <a:pt x="2837" y="13"/>
                </a:lnTo>
                <a:lnTo>
                  <a:pt x="2872" y="4"/>
                </a:lnTo>
                <a:lnTo>
                  <a:pt x="2910" y="0"/>
                </a:lnTo>
                <a:close/>
              </a:path>
            </a:pathLst>
          </a:custGeom>
          <a:solidFill xmlns:a="http://schemas.openxmlformats.org/drawingml/2006/main">
            <a:srgbClr val="000000"/>
          </a:solidFill>
          <a:ln xmlns:a="http://schemas.openxmlformats.org/drawingml/2006/main" w="0">
            <a:noFill/>
            <a:prstDash val="solid"/>
          </a:ln>
        </p:spPr>
        <p:txBody>
          <a:bodyPr xmlns:a="http://schemas.openxmlformats.org/drawingml/2006/main" vert="horz" wrap="square" lIns="91440" tIns="45720" rIns="91440" bIns="45720" anchor="t"/>
          <a:lstStyle xmlns:a="http://schemas.openxmlformats.org/drawingml/2006/main"/>
          <a:p xmlns:a="http://schemas.openxmlformats.org/drawingml/2006/main">
            <a:pPr algn="l">
              <a:spcBef>
                <a:spcPts val="0"/>
              </a:spcBef>
              <a:spcAft>
                <a:spcPts val="0"/>
              </a:spcAft>
              <a:buNone/>
            </a:pPr>
            <a:endParaRPr sz="1350">
              <a:solidFill>
                <a:srgbClr val="000000"/>
              </a:solidFill>
              <a:latin typeface="Arial"/>
              <a:ea typeface="Arial"/>
              <a:cs typeface="Arial"/>
            </a:endParaRPr>
          </a:p>
        </p:txBody>
      </p:sp>
    </p:spTree>
  </p:cSld>
</p:sldLayout>
</file>

<file path=ppt/slideLayouts/slideLayout33.xml><?xml version="1.0" encoding="utf-8"?>
<p:sldLayout xmlns:p="http://schemas.openxmlformats.org/presentationml/2006/main" preserve="1">
  <p:cSld name="Closing Statem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F2DD46-4067-4452-B6E3-3C684E5AE94C}"/>
              </a:ext>
            </a:extLst>
          </p:cNvPr>
          <p:cNvSpPr>
            <a:spLocks xmlns:a="http://schemas.openxmlformats.org/drawingml/2006/main" noGrp="1"/>
          </p:cNvSpPr>
          <p:nvPr>
            <p:ph type="title" idx="0"/>
          </p:nvPr>
        </p:nvSpPr>
        <p:spPr>
          <a:xfrm xmlns:a="http://schemas.openxmlformats.org/drawingml/2006/main">
            <a:off x="533400" y="514350"/>
            <a:ext cx="8077200" cy="685800"/>
          </a:xfrm>
        </p:spPr>
        <p:txBody>
          <a:bodyPr xmlns:a="http://schemas.openxmlformats.org/drawingml/2006/main"/>
          <a:lstStyle xmlns:a="http://schemas.openxmlformats.org/drawingml/2006/main">
            <a:lvl1pPr>
              <a:buNone/>
              <a:defRPr sz="2400">
                <a:solidFill>
                  <a:schemeClr val="tx1"/>
                </a:solidFill>
              </a:defRPr>
            </a:lvl1pPr>
          </a:lstStyle>
          <a:p xmlns:a="http://schemas.openxmlformats.org/drawingml/2006/main">
            <a:r>
              <a:t>GlobalCommerce</a:t>
            </a:r>
            <a:endParaRPr/>
          </a:p>
        </p:txBody>
      </p:sp>
      <p:sp>
        <p:nvSpPr>
          <p:cNvPr id="11" name="Text Placeholder 10">
            <a:extLst xmlns:a="http://schemas.openxmlformats.org/drawingml/2006/main">
              <a:ext uri="{FF2B5EF4-FFF2-40B4-BE49-F238E27FC236}">
                <a16:creationId xmlns:a16="http://schemas.microsoft.com/office/drawing/2014/main" id="{14575EB8-4975-417A-A29D-584FAAB80128}"/>
              </a:ext>
            </a:extLst>
          </p:cNvPr>
          <p:cNvSpPr>
            <a:spLocks xmlns:a="http://schemas.openxmlformats.org/drawingml/2006/main" noGrp="1"/>
          </p:cNvSpPr>
          <p:nvPr>
            <p:ph type="body" idx="10" hasCustomPrompt="1"/>
          </p:nvPr>
        </p:nvSpPr>
        <p:spPr>
          <a:xfrm xmlns:a="http://schemas.openxmlformats.org/drawingml/2006/main">
            <a:off x="533400" y="4400550"/>
            <a:ext cx="4800600" cy="571500"/>
          </a:xfrm>
        </p:spPr>
        <p:txBody>
          <a:bodyPr xmlns:a="http://schemas.openxmlformats.org/drawingml/2006/main" anchor="b"/>
          <a:lstStyle xmlns:a="http://schemas.openxmlformats.org/drawingml/2006/main">
            <a:lvl1pPr>
              <a:buNone/>
              <a:defRPr sz="675">
                <a:latin typeface="Arial"/>
                <a:ea typeface="Arial"/>
                <a:cs typeface="Arial"/>
              </a:defRPr>
            </a:lvl1pPr>
          </a:lstStyle>
          <a:p xmlns:a="http://schemas.openxmlformats.org/drawingml/2006/main">
            <a:pPr lvl="0">
              <a:buNone/>
            </a:pPr>
            <a:r>
              <a:t>Enterprise commerce project</a:t>
            </a:r>
          </a:p>
        </p:txBody>
      </p:sp>
      <p:cxnSp>
        <p:nvCxnSpPr>
          <p:cNvPr id="17" name="Shape 6"/>
          <p:cNvCxnSpPr/>
          <p:nvPr/>
        </p:nvCxnSpPr>
        <p:spPr>
          <a:xfrm xmlns:a="http://schemas.openxmlformats.org/drawingml/2006/main" rot="5400000" flipH="1" flipV="1">
            <a:off x="4438652" y="-3600450"/>
            <a:ext cx="114299" cy="8229600"/>
          </a:xfrm>
          <a:prstGeom xmlns:a="http://schemas.openxmlformats.org/drawingml/2006/main" prst="bentConnector2">
            <a:avLst/>
          </a:prstGeom>
          <a:ln xmlns:a="http://schemas.openxmlformats.org/drawingml/2006/main" w="12700">
            <a:solidFill>
              <a:schemeClr val="tx2"/>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Tree>
  </p:cSld>
</p:sldLayout>
</file>

<file path=ppt/slideLayouts/slideLayout34.xml><?xml version="1.0" encoding="utf-8"?>
<p:sldLayout xmlns:p="http://schemas.openxmlformats.org/presentationml/2006/main" userDrawn="1">
  <p:cSld name="Cover Page 1">
    <p:spTree>
      <p:nvGrpSpPr>
        <p:cNvPr id="1" name=""/>
        <p:cNvGrpSpPr/>
        <p:nvPr/>
      </p:nvGrpSpPr>
      <p:grpSpPr>
        <a:xfrm xmlns:a="http://schemas.openxmlformats.org/drawingml/2006/main"/>
      </p:grpSpPr>
      <p:sp>
        <p:nvSpPr>
          <p:cNvPr id="13" name="Rectangle 12">
            <a:extLst xmlns:a="http://schemas.openxmlformats.org/drawingml/2006/main">
              <a:ext uri="{FF2B5EF4-FFF2-40B4-BE49-F238E27FC236}">
                <a16:creationId xmlns:a16="http://schemas.microsoft.com/office/drawing/2014/main" id="{21245566-95EC-4DBD-9DDD-9EB50839BB6F}"/>
              </a:ext>
            </a:extLst>
          </p:cNvPr>
          <p:cNvSpPr>
            <a:spLocks xmlns:a="http://schemas.openxmlformats.org/drawingml/2006/main" noGrp="1"/>
          </p:cNvSpPr>
          <p:nvPr/>
        </p:nvSpPr>
        <p:spPr>
          <a:xfrm xmlns:a="http://schemas.openxmlformats.org/drawingml/2006/main">
            <a:off x="148652" y="1134"/>
            <a:ext cx="4343081" cy="590422"/>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81630" tIns="40816" rIns="81630" bIns="40816" anchor="ctr"/>
          <a:lstStyle xmlns:a="http://schemas.openxmlformats.org/drawingml/2006/main"/>
          <a:p xmlns:a="http://schemas.openxmlformats.org/drawingml/2006/main">
            <a:pPr algn="ctr">
              <a:buNone/>
            </a:pPr>
            <a:endParaRPr/>
          </a:p>
        </p:txBody>
      </p:sp>
      <p:pic>
        <p:nvPicPr>
          <p:cNvPr id="29" name="Picture 14"/>
          <p:cNvPicPr>
            <a:picLocks xmlns:a="http://schemas.openxmlformats.org/drawingml/2006/main" noChangeAspect="1"/>
          </p:cNvPicPr>
          <p:nvPr/>
        </p:nvPicPr>
        <p:blipFill>
          <a:blip xmlns:r="http://schemas.openxmlformats.org/officeDocument/2006/relationships" xmlns:a="http://schemas.openxmlformats.org/drawingml/2006/main" r:embed="R873be078dc2649de"/>
          <a:stretch xmlns:a="http://schemas.openxmlformats.org/drawingml/2006/main">
            <a:fillRect l="0" t="0" r="0" b="0"/>
          </a:stretch>
        </p:blipFill>
        <p:spPr>
          <a:xfrm xmlns:a="http://schemas.openxmlformats.org/drawingml/2006/main">
            <a:off x="-65616" y="299482"/>
            <a:ext cx="5072017" cy="4643999"/>
          </a:xfrm>
          <a:prstGeom xmlns:a="http://schemas.openxmlformats.org/drawingml/2006/main" prst="rect">
            <a:avLst/>
          </a:prstGeom>
        </p:spPr>
      </p:pic>
      <p:pic>
        <p:nvPicPr>
          <p:cNvPr id="30" name="Picture 13"/>
          <p:cNvPicPr>
            <a:picLocks xmlns:a="http://schemas.openxmlformats.org/drawingml/2006/main" noChangeAspect="1"/>
          </p:cNvPicPr>
          <p:nvPr/>
        </p:nvPicPr>
        <p:blipFill>
          <a:blip xmlns:r="http://schemas.openxmlformats.org/officeDocument/2006/relationships" xmlns:a="http://schemas.openxmlformats.org/drawingml/2006/main" r:embed="Rbae315e550d546e4"/>
          <a:stretch xmlns:a="http://schemas.openxmlformats.org/drawingml/2006/main">
            <a:fillRect l="0" t="0" r="0" b="0"/>
          </a:stretch>
        </p:blipFill>
        <p:spPr>
          <a:xfrm xmlns:a="http://schemas.openxmlformats.org/drawingml/2006/main">
            <a:off x="2670832" y="2211117"/>
            <a:ext cx="1012168" cy="298621"/>
          </a:xfrm>
          <a:prstGeom xmlns:a="http://schemas.openxmlformats.org/drawingml/2006/main" prst="rect">
            <a:avLst/>
          </a:prstGeom>
        </p:spPr>
      </p:pic>
      <p:sp>
        <p:nvSpPr>
          <p:cNvPr id="12" name="Rectangle 11">
            <a:extLst xmlns:a="http://schemas.openxmlformats.org/drawingml/2006/main">
              <a:ext uri="{FF2B5EF4-FFF2-40B4-BE49-F238E27FC236}">
                <a16:creationId xmlns:a16="http://schemas.microsoft.com/office/drawing/2014/main" id="{789FB541-F174-436F-BDDA-1B57C88A8641}"/>
              </a:ext>
            </a:extLst>
          </p:cNvPr>
          <p:cNvSpPr>
            <a:spLocks xmlns:a="http://schemas.openxmlformats.org/drawingml/2006/main" noGrp="1"/>
          </p:cNvSpPr>
          <p:nvPr/>
        </p:nvSpPr>
        <p:spPr>
          <a:xfrm xmlns:a="http://schemas.openxmlformats.org/drawingml/2006/main">
            <a:off x="1" y="4521029"/>
            <a:ext cx="4343081" cy="590422"/>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81630" tIns="40816" rIns="81630" bIns="40816" anchor="ctr"/>
          <a:lstStyle xmlns:a="http://schemas.openxmlformats.org/drawingml/2006/main"/>
          <a:p xmlns:a="http://schemas.openxmlformats.org/drawingml/2006/main">
            <a:pPr algn="ctr">
              <a:buNone/>
            </a:pPr>
            <a:endParaRPr/>
          </a:p>
        </p:txBody>
      </p:sp>
      <p:sp>
        <p:nvSpPr>
          <p:cNvPr id="10" name="Text Box">
            <a:extLst xmlns:a="http://schemas.openxmlformats.org/drawingml/2006/main">
              <a:ext uri="{FF2B5EF4-FFF2-40B4-BE49-F238E27FC236}">
                <a16:creationId xmlns:a16="http://schemas.microsoft.com/office/drawing/2014/main" id="{6DC99748-E4A2-40B0-AB12-DD78825A327C}"/>
              </a:ext>
            </a:extLst>
          </p:cNvPr>
          <p:cNvSpPr>
            <a:spLocks xmlns:a="http://schemas.openxmlformats.org/drawingml/2006/main" noGrp="1"/>
          </p:cNvSpPr>
          <p:nvPr>
            <p:ph type="body" idx="10" hasCustomPrompt="1"/>
          </p:nvPr>
        </p:nvSpPr>
        <p:spPr>
          <a:xfrm xmlns:a="http://schemas.openxmlformats.org/drawingml/2006/main">
            <a:off x="5264152" y="1923323"/>
            <a:ext cx="3328988" cy="2773694"/>
          </a:xfrm>
          <a:prstGeom xmlns:a="http://schemas.openxmlformats.org/drawingml/2006/main" prst="rect">
            <a:avLst/>
          </a:prstGeom>
        </p:spPr>
        <p:txBody>
          <a:bodyPr xmlns:a="http://schemas.openxmlformats.org/drawingml/2006/main" vert="horz" lIns="81623" tIns="40811" rIns="81623" bIns="40811"/>
          <a:lstStyle xmlns:a="http://schemas.openxmlformats.org/drawingml/2006/main">
            <a:lvl1pPr marL="0" indent="0">
              <a:spcBef>
                <a:spcPts val="507"/>
              </a:spcBef>
              <a:buFont typeface="Arial"/>
              <a:buNone/>
              <a:defRPr sz="1400" b="0">
                <a:solidFill>
                  <a:schemeClr val="tx1"/>
                </a:solidFill>
                <a:latin typeface="Arial"/>
                <a:ea typeface="Arial"/>
                <a:cs typeface="Arial"/>
              </a:defRPr>
            </a:lvl1pPr>
          </a:lstStyle>
          <a:p xmlns:a="http://schemas.openxmlformats.org/drawingml/2006/main">
            <a:pPr marL="0" indent="0">
              <a:spcBef>
                <a:spcPts val="600"/>
              </a:spcBef>
              <a:buNone/>
            </a:pPr>
            <a:r>
              <a:rPr sz="1400">
                <a:solidFill>
                  <a:srgbClr val="413F41"/>
                </a:solidFill>
                <a:latin typeface="Arial"/>
                <a:ea typeface="Arial"/>
                <a:cs typeface="Arial"/>
              </a:rPr>
              <a:t>Enterprise commerce project</a:t>
            </a:r>
          </a:p>
        </p:txBody>
      </p:sp>
      <p:sp>
        <p:nvSpPr>
          <p:cNvPr id="23" name="Picture Placeholder 6">
            <a:extLst xmlns:a="http://schemas.openxmlformats.org/drawingml/2006/main">
              <a:ext uri="{FF2B5EF4-FFF2-40B4-BE49-F238E27FC236}">
                <a16:creationId xmlns:a16="http://schemas.microsoft.com/office/drawing/2014/main" id="{D56E9217-2B88-447D-B893-A66233814106}"/>
              </a:ext>
            </a:extLst>
          </p:cNvPr>
          <p:cNvSpPr>
            <a:spLocks xmlns:a="http://schemas.openxmlformats.org/drawingml/2006/main" noGrp="1"/>
          </p:cNvSpPr>
          <p:nvPr>
            <p:ph type="pic" idx="16" hasCustomPrompt="1"/>
          </p:nvPr>
        </p:nvSpPr>
        <p:spPr>
          <a:xfrm xmlns:a="http://schemas.openxmlformats.org/drawingml/2006/main">
            <a:off x="925455" y="1950885"/>
            <a:ext cx="1618850" cy="1032540"/>
          </a:xfrm>
          <a:prstGeom xmlns:a="http://schemas.openxmlformats.org/drawingml/2006/main" prst="roundRect">
            <a:avLst>
              <a:gd name="adj" fmla="val 3941"/>
            </a:avLst>
          </a:prstGeom>
        </p:spPr>
        <p:txBody>
          <a:bodyPr xmlns:a="http://schemas.openxmlformats.org/drawingml/2006/main" vert="horz" lIns="96661" tIns="48331" rIns="96661" bIns="48331"/>
          <a:lstStyle xmlns:a="http://schemas.openxmlformats.org/drawingml/2006/main">
            <a:lvl1pPr marL="0" indent="0">
              <a:buNone/>
              <a:defRPr sz="700" b="0">
                <a:latin typeface="Arial"/>
                <a:ea typeface="Arial"/>
                <a:cs typeface="Arial"/>
              </a:defRPr>
            </a:lvl1pPr>
          </a:lstStyle>
          <a:p xmlns:a="http://schemas.openxmlformats.org/drawingml/2006/main">
            <a:r>
              <a:t>Project illustration</a:t>
            </a:r>
            <a:endParaRPr/>
          </a:p>
        </p:txBody>
      </p:sp>
      <p:sp>
        <p:nvSpPr>
          <p:cNvPr id="24" name="Picture Placeholder 6">
            <a:extLst xmlns:a="http://schemas.openxmlformats.org/drawingml/2006/main">
              <a:ext uri="{FF2B5EF4-FFF2-40B4-BE49-F238E27FC236}">
                <a16:creationId xmlns:a16="http://schemas.microsoft.com/office/drawing/2014/main" id="{3FC2D0D8-9874-4A1C-A5BA-B58B494D6DF8}"/>
              </a:ext>
            </a:extLst>
          </p:cNvPr>
          <p:cNvSpPr>
            <a:spLocks xmlns:a="http://schemas.openxmlformats.org/drawingml/2006/main" noGrp="1"/>
          </p:cNvSpPr>
          <p:nvPr>
            <p:ph type="pic" idx="17" hasCustomPrompt="1"/>
          </p:nvPr>
        </p:nvSpPr>
        <p:spPr>
          <a:xfrm xmlns:a="http://schemas.openxmlformats.org/drawingml/2006/main">
            <a:off x="2598964" y="2843893"/>
            <a:ext cx="665390" cy="868629"/>
          </a:xfrm>
          <a:prstGeom xmlns:a="http://schemas.openxmlformats.org/drawingml/2006/main" prst="roundRect">
            <a:avLst>
              <a:gd name="adj" fmla="val 7545"/>
            </a:avLst>
          </a:prstGeom>
        </p:spPr>
        <p:txBody>
          <a:bodyPr xmlns:a="http://schemas.openxmlformats.org/drawingml/2006/main" vert="horz" lIns="96661" tIns="48331" rIns="96661" bIns="48331"/>
          <a:lstStyle xmlns:a="http://schemas.openxmlformats.org/drawingml/2006/main">
            <a:lvl1pPr marL="0" indent="0">
              <a:buNone/>
              <a:defRPr sz="600" b="0">
                <a:latin typeface="Arial"/>
                <a:ea typeface="Arial"/>
                <a:cs typeface="Arial"/>
              </a:defRPr>
            </a:lvl1pPr>
          </a:lstStyle>
          <a:p xmlns:a="http://schemas.openxmlformats.org/drawingml/2006/main">
            <a:r>
              <a:t>Project illustration</a:t>
            </a:r>
            <a:endParaRPr/>
          </a:p>
        </p:txBody>
      </p:sp>
      <p:sp>
        <p:nvSpPr>
          <p:cNvPr id="25" name="Picture Placeholder 6">
            <a:extLst xmlns:a="http://schemas.openxmlformats.org/drawingml/2006/main">
              <a:ext uri="{FF2B5EF4-FFF2-40B4-BE49-F238E27FC236}">
                <a16:creationId xmlns:a16="http://schemas.microsoft.com/office/drawing/2014/main" id="{2C926449-16A8-423F-A544-D6474FD843B8}"/>
              </a:ext>
            </a:extLst>
          </p:cNvPr>
          <p:cNvSpPr>
            <a:spLocks xmlns:a="http://schemas.openxmlformats.org/drawingml/2006/main" noGrp="1"/>
          </p:cNvSpPr>
          <p:nvPr>
            <p:ph type="pic" idx="18" hasCustomPrompt="1"/>
          </p:nvPr>
        </p:nvSpPr>
        <p:spPr>
          <a:xfrm xmlns:a="http://schemas.openxmlformats.org/drawingml/2006/main">
            <a:off x="748783" y="303644"/>
            <a:ext cx="798881" cy="696314"/>
          </a:xfrm>
          <a:prstGeom xmlns:a="http://schemas.openxmlformats.org/drawingml/2006/main" prst="roundRect">
            <a:avLst>
              <a:gd name="adj" fmla="val 10948"/>
            </a:avLst>
          </a:prstGeom>
        </p:spPr>
        <p:txBody>
          <a:bodyPr xmlns:a="http://schemas.openxmlformats.org/drawingml/2006/main" vert="horz" lIns="96661" tIns="48331" rIns="96661" bIns="48331"/>
          <a:lstStyle xmlns:a="http://schemas.openxmlformats.org/drawingml/2006/main">
            <a:lvl1pPr marL="0" indent="0">
              <a:buNone/>
              <a:defRPr sz="700" b="0" baseline="0">
                <a:latin typeface="Arial"/>
                <a:ea typeface="Arial"/>
                <a:cs typeface="Arial"/>
              </a:defRPr>
            </a:lvl1pPr>
          </a:lstStyle>
          <a:p xmlns:a="http://schemas.openxmlformats.org/drawingml/2006/main">
            <a:r>
              <a:t>Project illustration</a:t>
            </a:r>
            <a:endParaRPr/>
          </a:p>
        </p:txBody>
      </p:sp>
      <p:sp>
        <p:nvSpPr>
          <p:cNvPr id="11" name="Rounded Rectangle 10">
            <a:extLst xmlns:a="http://schemas.openxmlformats.org/drawingml/2006/main">
              <a:ext uri="{FF2B5EF4-FFF2-40B4-BE49-F238E27FC236}">
                <a16:creationId xmlns:a16="http://schemas.microsoft.com/office/drawing/2014/main" id="{6A8A31B6-748E-474B-AC6F-1E2BDC406954}"/>
              </a:ext>
            </a:extLst>
          </p:cNvPr>
          <p:cNvSpPr>
            <a:spLocks xmlns:a="http://schemas.openxmlformats.org/drawingml/2006/main" noGrp="1"/>
          </p:cNvSpPr>
          <p:nvPr/>
        </p:nvSpPr>
        <p:spPr>
          <a:xfrm xmlns:a="http://schemas.openxmlformats.org/drawingml/2006/main">
            <a:off x="733133" y="1038711"/>
            <a:ext cx="1204782" cy="850012"/>
          </a:xfrm>
          <a:prstGeom xmlns:a="http://schemas.openxmlformats.org/drawingml/2006/main" prst="roundRect">
            <a:avLst>
              <a:gd name="adj" fmla="val 8383"/>
            </a:avLst>
          </a:prstGeom>
          <a:solidFill xmlns:a="http://schemas.openxmlformats.org/drawingml/2006/main">
            <a:schemeClr val="accent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buNone/>
            </a:pPr>
            <a:r>
              <a:rPr>
                <a:solidFill>
                  <a:schemeClr val="tx1"/>
                </a:solidFill>
              </a:rPr>
              <a:t>         </a:t>
            </a:r>
          </a:p>
        </p:txBody>
      </p:sp>
      <p:sp>
        <p:nvSpPr>
          <p:cNvPr id="16" name="Rounded Rectangle 15">
            <a:extLst xmlns:a="http://schemas.openxmlformats.org/drawingml/2006/main">
              <a:ext uri="{FF2B5EF4-FFF2-40B4-BE49-F238E27FC236}">
                <a16:creationId xmlns:a16="http://schemas.microsoft.com/office/drawing/2014/main" id="{17243F84-77AE-4805-BE80-BCED86BBDE3A}"/>
              </a:ext>
            </a:extLst>
          </p:cNvPr>
          <p:cNvSpPr>
            <a:spLocks xmlns:a="http://schemas.openxmlformats.org/drawingml/2006/main" noGrp="1"/>
          </p:cNvSpPr>
          <p:nvPr/>
        </p:nvSpPr>
        <p:spPr>
          <a:xfrm xmlns:a="http://schemas.openxmlformats.org/drawingml/2006/main">
            <a:off x="202453" y="1945852"/>
            <a:ext cx="672939" cy="1043183"/>
          </a:xfrm>
          <a:prstGeom xmlns:a="http://schemas.openxmlformats.org/drawingml/2006/main" prst="roundRect">
            <a:avLst>
              <a:gd name="adj" fmla="val 8383"/>
            </a:avLst>
          </a:prstGeom>
          <a:solidFill xmlns:a="http://schemas.openxmlformats.org/drawingml/2006/main">
            <a:srgbClr val="E4A02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rot="0" spcFirstLastPara="0" vert="horz" wrap="square" lIns="91440" tIns="45720" rIns="91440" bIns="45720" anchor="ctr">
            <a:noAutofit/>
          </a:bodyPr>
          <a:lstStyle xmlns:a="http://schemas.openxmlformats.org/drawingml/2006/main"/>
          <a:p xmlns:a="http://schemas.openxmlformats.org/drawingml/2006/main">
            <a:pPr algn="ctr">
              <a:buNone/>
            </a:pPr>
            <a:r>
              <a:rPr>
                <a:solidFill>
                  <a:schemeClr val="tx1"/>
                </a:solidFill>
              </a:rPr>
              <a:t>         </a:t>
            </a: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54df865ccf412b" /><Relationship Type="http://schemas.openxmlformats.org/officeDocument/2006/relationships/slideLayout" Target="/ppt/slideLayouts/slideLayout1.xml" Id="R76b5e0cf2942424a" /><Relationship Type="http://schemas.openxmlformats.org/officeDocument/2006/relationships/slideLayout" Target="/ppt/slideLayouts/slideLayout2.xml" Id="R637af532a7854748" /><Relationship Type="http://schemas.openxmlformats.org/officeDocument/2006/relationships/slideLayout" Target="/ppt/slideLayouts/slideLayout3.xml" Id="Rb7d33a11b6964256" /><Relationship Type="http://schemas.openxmlformats.org/officeDocument/2006/relationships/slideLayout" Target="/ppt/slideLayouts/slideLayout4.xml" Id="R804f7dc9186a4cb1" /><Relationship Type="http://schemas.openxmlformats.org/officeDocument/2006/relationships/slideLayout" Target="/ppt/slideLayouts/slideLayout5.xml" Id="R364edffa0f2d4f9e" /><Relationship Type="http://schemas.openxmlformats.org/officeDocument/2006/relationships/slideLayout" Target="/ppt/slideLayouts/slideLayout6.xml" Id="R99b4a695c2f84e37" /><Relationship Type="http://schemas.openxmlformats.org/officeDocument/2006/relationships/slideLayout" Target="/ppt/slideLayouts/slideLayout7.xml" Id="Ra22cc2f39a1e427d" /><Relationship Type="http://schemas.openxmlformats.org/officeDocument/2006/relationships/slideLayout" Target="/ppt/slideLayouts/slideLayout8.xml" Id="R9513979b743c4183" /><Relationship Type="http://schemas.openxmlformats.org/officeDocument/2006/relationships/slideLayout" Target="/ppt/slideLayouts/slideLayout9.xml" Id="Ra60d6337b1614f71" /><Relationship Type="http://schemas.openxmlformats.org/officeDocument/2006/relationships/slideLayout" Target="/ppt/slideLayouts/slideLayout10.xml" Id="R460884ae6df1401b" /><Relationship Type="http://schemas.openxmlformats.org/officeDocument/2006/relationships/slideLayout" Target="/ppt/slideLayouts/slideLayout11.xml" Id="R29b893bf50784109" /><Relationship Type="http://schemas.openxmlformats.org/officeDocument/2006/relationships/slideLayout" Target="/ppt/slideLayouts/slideLayout12.xml" Id="Rfaeb755a65c6409e"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64d05e3d4eab4cde" /><Relationship Type="http://schemas.openxmlformats.org/officeDocument/2006/relationships/slideLayout" Target="/ppt/slideLayouts/slideLayout13.xml" Id="R6f8b98caa7574776" /><Relationship Type="http://schemas.openxmlformats.org/officeDocument/2006/relationships/slideLayout" Target="/ppt/slideLayouts/slideLayout14.xml" Id="Rc1c2d666ffbb4eb7" /><Relationship Type="http://schemas.openxmlformats.org/officeDocument/2006/relationships/slideLayout" Target="/ppt/slideLayouts/slideLayout15.xml" Id="R1127304969b34a7f" /><Relationship Type="http://schemas.openxmlformats.org/officeDocument/2006/relationships/slideLayout" Target="/ppt/slideLayouts/slideLayout16.xml" Id="R8a62975f412e45de" /><Relationship Type="http://schemas.openxmlformats.org/officeDocument/2006/relationships/slideLayout" Target="/ppt/slideLayouts/slideLayout17.xml" Id="Rc81d3007ef7743a7" /><Relationship Type="http://schemas.openxmlformats.org/officeDocument/2006/relationships/slideLayout" Target="/ppt/slideLayouts/slideLayout18.xml" Id="R185c76d188a04131" /><Relationship Type="http://schemas.openxmlformats.org/officeDocument/2006/relationships/slideLayout" Target="/ppt/slideLayouts/slideLayout19.xml" Id="R7da32d228a1b4de5" /><Relationship Type="http://schemas.openxmlformats.org/officeDocument/2006/relationships/slideLayout" Target="/ppt/slideLayouts/slideLayout20.xml" Id="Rb70ac8dff9cd4ae5" /><Relationship Type="http://schemas.openxmlformats.org/officeDocument/2006/relationships/slideLayout" Target="/ppt/slideLayouts/slideLayout21.xml" Id="Rf07b62edaabd4403" /><Relationship Type="http://schemas.openxmlformats.org/officeDocument/2006/relationships/slideLayout" Target="/ppt/slideLayouts/slideLayout22.xml" Id="R2789d71c892e404c" /><Relationship Type="http://schemas.openxmlformats.org/officeDocument/2006/relationships/slideLayout" Target="/ppt/slideLayouts/slideLayout23.xml" Id="R919ba4aaec914acd" /><Relationship Type="http://schemas.openxmlformats.org/officeDocument/2006/relationships/slideLayout" Target="/ppt/slideLayouts/slideLayout24.xml" Id="R466c735fcca74c51" /><Relationship Type="http://schemas.openxmlformats.org/officeDocument/2006/relationships/slideLayout" Target="/ppt/slideLayouts/slideLayout25.xml" Id="R66af1e185d034356" /><Relationship Type="http://schemas.openxmlformats.org/officeDocument/2006/relationships/slideLayout" Target="/ppt/slideLayouts/slideLayout26.xml" Id="Rdf8bec439b484a59" /><Relationship Type="http://schemas.openxmlformats.org/officeDocument/2006/relationships/slideLayout" Target="/ppt/slideLayouts/slideLayout27.xml" Id="R9a42704d6129490f" /><Relationship Type="http://schemas.openxmlformats.org/officeDocument/2006/relationships/slideLayout" Target="/ppt/slideLayouts/slideLayout28.xml" Id="R4d937c42622c4ea3" /><Relationship Type="http://schemas.openxmlformats.org/officeDocument/2006/relationships/slideLayout" Target="/ppt/slideLayouts/slideLayout29.xml" Id="R84f0a7668ec34151" /><Relationship Type="http://schemas.openxmlformats.org/officeDocument/2006/relationships/slideLayout" Target="/ppt/slideLayouts/slideLayout30.xml" Id="R8708e9d628054ef3" /><Relationship Type="http://schemas.openxmlformats.org/officeDocument/2006/relationships/slideLayout" Target="/ppt/slideLayouts/slideLayout31.xml" Id="R7118b520837e4fbe" /><Relationship Type="http://schemas.openxmlformats.org/officeDocument/2006/relationships/slideLayout" Target="/ppt/slideLayouts/slideLayout32.xml" Id="R165ca00f22a94a5f" /><Relationship Type="http://schemas.openxmlformats.org/officeDocument/2006/relationships/slideLayout" Target="/ppt/slideLayouts/slideLayout33.xml" Id="R0b9a1f027c504aef" /><Relationship Type="http://schemas.openxmlformats.org/officeDocument/2006/relationships/slideLayout" Target="/ppt/slideLayouts/slideLayout34.xml" Id="R415ecb1385f243a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B54E897-5712-4BD0-BB4D-F3914D2BAC46}"/>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GlobalCommerce</a:t>
            </a:r>
            <a:endParaRPr/>
          </a:p>
        </p:txBody>
      </p:sp>
      <p:sp>
        <p:nvSpPr>
          <p:cNvPr id="3" name="Text Placeholder 2">
            <a:extLst xmlns:a="http://schemas.openxmlformats.org/drawingml/2006/main">
              <a:ext uri="{FF2B5EF4-FFF2-40B4-BE49-F238E27FC236}">
                <a16:creationId xmlns:a16="http://schemas.microsoft.com/office/drawing/2014/main" id="{38C254EB-A05B-4606-A28E-F7D3B08154E8}"/>
              </a:ext>
            </a:extLst>
          </p:cNvPr>
          <p:cNvSpPr>
            <a:spLocks xmlns:a="http://schemas.openxmlformats.org/drawingml/2006/main" noGrp="1"/>
          </p:cNvSpPr>
          <p:nvPr>
            <p:ph type="body" idx="1"/>
          </p:nvPr>
        </p:nvSpPr>
        <p:spPr>
          <a:xfrm xmlns:a="http://schemas.openxmlformats.org/drawingml/2006/main">
            <a:off x="628650" y="1369219"/>
            <a:ext cx="7886700" cy="3263504"/>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Enterprise commerce project</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b5e0cf2942424a"/>
    <p:sldLayoutId xmlns:r="http://schemas.openxmlformats.org/officeDocument/2006/relationships" id="2147483650" r:id="R637af532a7854748"/>
    <p:sldLayoutId xmlns:r="http://schemas.openxmlformats.org/officeDocument/2006/relationships" id="2147483651" r:id="Rb7d33a11b6964256"/>
    <p:sldLayoutId xmlns:r="http://schemas.openxmlformats.org/officeDocument/2006/relationships" id="2147483652" r:id="R804f7dc9186a4cb1"/>
    <p:sldLayoutId xmlns:r="http://schemas.openxmlformats.org/officeDocument/2006/relationships" id="2147483653" r:id="R364edffa0f2d4f9e"/>
    <p:sldLayoutId xmlns:r="http://schemas.openxmlformats.org/officeDocument/2006/relationships" id="2147483654" r:id="R99b4a695c2f84e37"/>
    <p:sldLayoutId xmlns:r="http://schemas.openxmlformats.org/officeDocument/2006/relationships" id="2147483655" r:id="Ra22cc2f39a1e427d"/>
    <p:sldLayoutId xmlns:r="http://schemas.openxmlformats.org/officeDocument/2006/relationships" id="2147483656" r:id="R9513979b743c4183"/>
    <p:sldLayoutId xmlns:r="http://schemas.openxmlformats.org/officeDocument/2006/relationships" id="2147483657" r:id="Ra60d6337b1614f71"/>
    <p:sldLayoutId xmlns:r="http://schemas.openxmlformats.org/officeDocument/2006/relationships" id="2147483658" r:id="R460884ae6df1401b"/>
    <p:sldLayoutId xmlns:r="http://schemas.openxmlformats.org/officeDocument/2006/relationships" id="2147483659" r:id="R29b893bf50784109"/>
    <p:sldLayoutId xmlns:r="http://schemas.openxmlformats.org/officeDocument/2006/relationships" id="2147483660" r:id="Rfaeb755a65c6409e"/>
  </p:sldLayoutIdLst>
  <p:hf sldNum="0" hdr="0" ftr="0" dt="0"/>
  <p:txStyles>
    <p:titleStyle>
      <a:lvl1pPr xmlns:a="http://schemas.openxmlformats.org/drawingml/2006/main" algn="l" defTabSz="685800">
        <a:lnSpc>
          <a:spcPct val="90000"/>
        </a:lnSpc>
        <a:spcBef>
          <a:spcPct val="0"/>
        </a:spcBef>
        <a:buNone/>
        <a:defRPr sz="3300" kern="1200">
          <a:solidFill>
            <a:schemeClr val="tx1"/>
          </a:solidFill>
          <a:latin typeface="+mj-lt"/>
          <a:ea typeface="+mj-lt"/>
          <a:cs typeface="+mj-lt"/>
        </a:defRPr>
      </a:lvl1pPr>
    </p:titleStyle>
    <p:bodyStyle>
      <a:lvl1pPr xmlns:a="http://schemas.openxmlformats.org/drawingml/2006/main" marL="171450" indent="-171450" algn="l" defTabSz="685800">
        <a:lnSpc>
          <a:spcPct val="90000"/>
        </a:lnSpc>
        <a:spcBef>
          <a:spcPts val="750"/>
        </a:spcBef>
        <a:buFont typeface="Arial"/>
        <a:buChar char="•"/>
        <a:defRPr sz="2100" kern="1200">
          <a:solidFill>
            <a:schemeClr val="tx1"/>
          </a:solidFill>
          <a:latin typeface="+mn-lt"/>
          <a:ea typeface="+mn-lt"/>
          <a:cs typeface="+mn-lt"/>
        </a:defRPr>
      </a:lvl1pPr>
      <a:lvl2pPr xmlns:a="http://schemas.openxmlformats.org/drawingml/2006/main" marL="514350" indent="-171450" algn="l" defTabSz="685800">
        <a:lnSpc>
          <a:spcPct val="90000"/>
        </a:lnSpc>
        <a:spcBef>
          <a:spcPts val="375"/>
        </a:spcBef>
        <a:buFont typeface="Arial"/>
        <a:buChar char="•"/>
        <a:defRPr sz="1800" kern="1200">
          <a:solidFill>
            <a:schemeClr val="tx1"/>
          </a:solidFill>
          <a:latin typeface="+mn-lt"/>
          <a:ea typeface="+mn-lt"/>
          <a:cs typeface="+mn-lt"/>
        </a:defRPr>
      </a:lvl2pPr>
      <a:lvl3pPr xmlns:a="http://schemas.openxmlformats.org/drawingml/2006/main" marL="857250" indent="-171450" algn="l" defTabSz="685800">
        <a:lnSpc>
          <a:spcPct val="90000"/>
        </a:lnSpc>
        <a:spcBef>
          <a:spcPts val="375"/>
        </a:spcBef>
        <a:buFont typeface="Arial"/>
        <a:buChar char="•"/>
        <a:defRPr sz="1500" kern="1200">
          <a:solidFill>
            <a:schemeClr val="tx1"/>
          </a:solidFill>
          <a:latin typeface="+mn-lt"/>
          <a:ea typeface="+mn-lt"/>
          <a:cs typeface="+mn-lt"/>
        </a:defRPr>
      </a:lvl3pPr>
      <a:lvl4pPr xmlns:a="http://schemas.openxmlformats.org/drawingml/2006/main"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xmlns:a="http://schemas.openxmlformats.org/drawingml/2006/main"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xmlns:a="http://schemas.openxmlformats.org/drawingml/2006/main"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xmlns:a="http://schemas.openxmlformats.org/drawingml/2006/main"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xmlns:a="http://schemas.openxmlformats.org/drawingml/2006/main"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xmlns:a="http://schemas.openxmlformats.org/drawingml/2006/main"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67FB029-31EC-42D5-92F4-167309893902}"/>
              </a:ext>
            </a:extLst>
          </p:cNvPr>
          <p:cNvSpPr>
            <a:spLocks xmlns:a="http://schemas.openxmlformats.org/drawingml/2006/main" noGrp="1"/>
          </p:cNvSpPr>
          <p:nvPr>
            <p:ph type="title" idx="0"/>
          </p:nvPr>
        </p:nvSpPr>
        <p:spPr>
          <a:xfrm xmlns:a="http://schemas.openxmlformats.org/drawingml/2006/main">
            <a:off x="533401" y="514350"/>
            <a:ext cx="8077201" cy="685800"/>
          </a:xfrm>
          <a:prstGeom xmlns:a="http://schemas.openxmlformats.org/drawingml/2006/main" prst="rect">
            <a:avLst/>
          </a:prstGeom>
        </p:spPr>
        <p:txBody>
          <a:bodyPr xmlns:a="http://schemas.openxmlformats.org/drawingml/2006/main" vert="horz" lIns="0" tIns="0" rIns="0" bIns="0" anchor="t">
            <a:noAutofit/>
          </a:bodyPr>
          <a:lstStyle xmlns:a="http://schemas.openxmlformats.org/drawingml/2006/main"/>
          <a:p xmlns:a="http://schemas.openxmlformats.org/drawingml/2006/main">
            <a:r>
              <a:t>GlobalCommerce</a:t>
            </a:r>
          </a:p>
        </p:txBody>
      </p:sp>
      <p:sp>
        <p:nvSpPr>
          <p:cNvPr id="3" name="Text Placeholder 2">
            <a:extLst xmlns:a="http://schemas.openxmlformats.org/drawingml/2006/main">
              <a:ext uri="{FF2B5EF4-FFF2-40B4-BE49-F238E27FC236}">
                <a16:creationId xmlns:a16="http://schemas.microsoft.com/office/drawing/2014/main" id="{3F34C681-1534-48EA-9BF0-6841D2E7E02B}"/>
              </a:ext>
            </a:extLst>
          </p:cNvPr>
          <p:cNvSpPr>
            <a:spLocks xmlns:a="http://schemas.openxmlformats.org/drawingml/2006/main" noGrp="1"/>
          </p:cNvSpPr>
          <p:nvPr>
            <p:ph type="body" idx="1"/>
          </p:nvPr>
        </p:nvSpPr>
        <p:spPr>
          <a:xfrm xmlns:a="http://schemas.openxmlformats.org/drawingml/2006/main">
            <a:off x="533402" y="1314450"/>
            <a:ext cx="8077199" cy="3314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p xmlns:a="http://schemas.openxmlformats.org/drawingml/2006/main">
            <a:pPr lvl="0">
              <a:buNone/>
            </a:pPr>
            <a:r>
              <a:t>Enterprise commerce project</a:t>
            </a:r>
          </a:p>
        </p:txBody>
      </p:sp>
      <p:sp>
        <p:nvSpPr>
          <p:cNvPr id="10" name="Footer Placeholder 4">
            <a:extLst xmlns:a="http://schemas.openxmlformats.org/drawingml/2006/main">
              <a:ext uri="{FF2B5EF4-FFF2-40B4-BE49-F238E27FC236}">
                <a16:creationId xmlns:a16="http://schemas.microsoft.com/office/drawing/2014/main" id="{604CD34C-1139-44F4-B5E9-D556BDDFC075}"/>
              </a:ext>
            </a:extLst>
          </p:cNvPr>
          <p:cNvSpPr>
            <a:spLocks xmlns:a="http://schemas.openxmlformats.org/drawingml/2006/main" noGrp="1"/>
          </p:cNvSpPr>
          <p:nvPr>
            <p:ph type="ftr" idx="3"/>
          </p:nvPr>
        </p:nvSpPr>
        <p:spPr>
          <a:xfrm xmlns:a="http://schemas.openxmlformats.org/drawingml/2006/main">
            <a:off x="530352" y="4743450"/>
            <a:ext cx="5260848" cy="113157"/>
          </a:xfrm>
          <a:prstGeom xmlns:a="http://schemas.openxmlformats.org/drawingml/2006/main" prst="rect">
            <a:avLst/>
          </a:prstGeom>
        </p:spPr>
        <p:txBody>
          <a:bodyPr xmlns:a="http://schemas.openxmlformats.org/drawingml/2006/main" vert="horz" lIns="0" tIns="0" rIns="0" bIns="0" anchor="b">
            <a:noAutofit/>
          </a:bodyPr>
          <a:lstStyle xmlns:a="http://schemas.openxmlformats.org/drawingml/2006/main">
            <a:lvl1pPr algn="l">
              <a:buNone/>
              <a:defRPr sz="750">
                <a:solidFill>
                  <a:schemeClr val="tx1"/>
                </a:solidFill>
                <a:latin typeface="Arial"/>
                <a:ea typeface="Arial"/>
                <a:cs typeface="Arial"/>
              </a:defRPr>
            </a:lvl1pPr>
          </a:lstStyle>
          <a:p xmlns:a="http://schemas.openxmlformats.org/drawingml/2006/main">
            <a:pPr>
              <a:spcBef>
                <a:spcPts val="0"/>
              </a:spcBef>
              <a:spcAft>
                <a:spcPts val="0"/>
              </a:spcAft>
              <a:buNone/>
            </a:pPr>
            <a:r>
              <a:t>Enterprise commerce project</a:t>
            </a:r>
            <a:endParaRPr>
              <a:solidFill>
                <a:srgbClr val="000000"/>
              </a:solidFill>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62" r:id="R6f8b98caa7574776"/>
    <p:sldLayoutId xmlns:r="http://schemas.openxmlformats.org/officeDocument/2006/relationships" id="2147483663" r:id="Rc1c2d666ffbb4eb7"/>
    <p:sldLayoutId xmlns:r="http://schemas.openxmlformats.org/officeDocument/2006/relationships" id="2147483664" r:id="R1127304969b34a7f"/>
    <p:sldLayoutId xmlns:r="http://schemas.openxmlformats.org/officeDocument/2006/relationships" id="2147483665" r:id="R8a62975f412e45de"/>
    <p:sldLayoutId xmlns:r="http://schemas.openxmlformats.org/officeDocument/2006/relationships" id="2147483666" r:id="Rc81d3007ef7743a7"/>
    <p:sldLayoutId xmlns:r="http://schemas.openxmlformats.org/officeDocument/2006/relationships" id="2147483667" r:id="R185c76d188a04131"/>
    <p:sldLayoutId xmlns:r="http://schemas.openxmlformats.org/officeDocument/2006/relationships" id="2147483668" r:id="R7da32d228a1b4de5"/>
    <p:sldLayoutId xmlns:r="http://schemas.openxmlformats.org/officeDocument/2006/relationships" id="2147483669" r:id="Rb70ac8dff9cd4ae5"/>
    <p:sldLayoutId xmlns:r="http://schemas.openxmlformats.org/officeDocument/2006/relationships" id="2147483670" r:id="Rf07b62edaabd4403"/>
    <p:sldLayoutId xmlns:r="http://schemas.openxmlformats.org/officeDocument/2006/relationships" id="2147483671" r:id="R2789d71c892e404c"/>
    <p:sldLayoutId xmlns:r="http://schemas.openxmlformats.org/officeDocument/2006/relationships" id="2147483672" r:id="R919ba4aaec914acd"/>
    <p:sldLayoutId xmlns:r="http://schemas.openxmlformats.org/officeDocument/2006/relationships" id="2147483673" r:id="R466c735fcca74c51"/>
    <p:sldLayoutId xmlns:r="http://schemas.openxmlformats.org/officeDocument/2006/relationships" id="2147483674" r:id="R66af1e185d034356"/>
    <p:sldLayoutId xmlns:r="http://schemas.openxmlformats.org/officeDocument/2006/relationships" id="2147483675" r:id="Rdf8bec439b484a59"/>
    <p:sldLayoutId xmlns:r="http://schemas.openxmlformats.org/officeDocument/2006/relationships" id="2147483676" r:id="R9a42704d6129490f"/>
    <p:sldLayoutId xmlns:r="http://schemas.openxmlformats.org/officeDocument/2006/relationships" id="2147483677" r:id="R4d937c42622c4ea3"/>
    <p:sldLayoutId xmlns:r="http://schemas.openxmlformats.org/officeDocument/2006/relationships" id="2147483678" r:id="R84f0a7668ec34151"/>
    <p:sldLayoutId xmlns:r="http://schemas.openxmlformats.org/officeDocument/2006/relationships" id="2147483679" r:id="R8708e9d628054ef3"/>
    <p:sldLayoutId xmlns:r="http://schemas.openxmlformats.org/officeDocument/2006/relationships" id="2147483680" r:id="R7118b520837e4fbe"/>
    <p:sldLayoutId xmlns:r="http://schemas.openxmlformats.org/officeDocument/2006/relationships" id="2147483681" r:id="R165ca00f22a94a5f"/>
    <p:sldLayoutId xmlns:r="http://schemas.openxmlformats.org/officeDocument/2006/relationships" id="2147483682" r:id="R0b9a1f027c504aef"/>
    <p:sldLayoutId xmlns:r="http://schemas.openxmlformats.org/officeDocument/2006/relationships" id="2147483683" r:id="R415ecb1385f243a5"/>
  </p:sldLayoutIdLst>
  <p:hf hdr="0"/>
  <p:txStyles>
    <p:titleStyle>
      <a:lvl1pPr xmlns:a="http://schemas.openxmlformats.org/drawingml/2006/main" algn="l" defTabSz="685800">
        <a:lnSpc>
          <a:spcPct val="100000"/>
        </a:lnSpc>
        <a:spcBef>
          <a:spcPct val="0"/>
        </a:spcBef>
        <a:buNone/>
        <a:defRPr sz="1800" b="1" i="1" kern="1200">
          <a:solidFill>
            <a:schemeClr val="tx1"/>
          </a:solidFill>
          <a:latin typeface="+mj-lt"/>
          <a:ea typeface="+mj-lt"/>
          <a:cs typeface="+mj-lt"/>
        </a:defRPr>
      </a:lvl1pPr>
    </p:titleStyle>
    <p:bodyStyle>
      <a:lvl1pPr xmlns:a="http://schemas.openxmlformats.org/drawingml/2006/main" marL="0" marR="0" indent="-205740" algn="l" defTabSz="685800">
        <a:lnSpc>
          <a:spcPct val="100000"/>
        </a:lnSpc>
        <a:spcBef>
          <a:spcPts val="0"/>
        </a:spcBef>
        <a:spcAft>
          <a:spcPts val="675"/>
        </a:spcAft>
        <a:buClr>
          <a:schemeClr val="tx1"/>
        </a:buClr>
        <a:buSzTx/>
        <a:buFontTx/>
        <a:buNone/>
        <a:defRPr sz="1500" kern="1200">
          <a:solidFill>
            <a:schemeClr val="tx1"/>
          </a:solidFill>
          <a:latin typeface="Georgia"/>
          <a:ea typeface="Georgia"/>
          <a:cs typeface="Georgia"/>
        </a:defRPr>
      </a:lvl1pPr>
      <a:lvl2pPr xmlns:a="http://schemas.openxmlformats.org/drawingml/2006/main" marL="205740" indent="-205740" algn="l" defTabSz="685800">
        <a:lnSpc>
          <a:spcPct val="100000"/>
        </a:lnSpc>
        <a:spcBef>
          <a:spcPts val="0"/>
        </a:spcBef>
        <a:spcAft>
          <a:spcPts val="675"/>
        </a:spcAft>
        <a:buClr>
          <a:schemeClr val="tx1"/>
        </a:buClr>
        <a:buFont typeface="Georgia"/>
        <a:buChar char="•"/>
        <a:defRPr sz="1500" kern="1200">
          <a:solidFill>
            <a:schemeClr val="tx1"/>
          </a:solidFill>
          <a:latin typeface="Georgia"/>
          <a:ea typeface="Georgia"/>
          <a:cs typeface="Georgia"/>
        </a:defRPr>
      </a:lvl2pPr>
      <a:lvl3pPr xmlns:a="http://schemas.openxmlformats.org/drawingml/2006/main" marL="411480" indent="-205740" algn="l" defTabSz="685800">
        <a:lnSpc>
          <a:spcPct val="100000"/>
        </a:lnSpc>
        <a:spcBef>
          <a:spcPts val="0"/>
        </a:spcBef>
        <a:spcAft>
          <a:spcPts val="675"/>
        </a:spcAft>
        <a:buClr>
          <a:schemeClr val="tx1"/>
        </a:buClr>
        <a:buFont typeface="Georgia"/>
        <a:buChar char="-"/>
        <a:defRPr sz="1500" kern="1200">
          <a:solidFill>
            <a:schemeClr val="tx1"/>
          </a:solidFill>
          <a:latin typeface="Georgia"/>
          <a:ea typeface="Georgia"/>
          <a:cs typeface="Georgia"/>
        </a:defRPr>
      </a:lvl3pPr>
      <a:lvl4pPr xmlns:a="http://schemas.openxmlformats.org/drawingml/2006/main" marL="617220" indent="-205740" algn="l" defTabSz="685800">
        <a:lnSpc>
          <a:spcPct val="100000"/>
        </a:lnSpc>
        <a:spcBef>
          <a:spcPts val="0"/>
        </a:spcBef>
        <a:spcAft>
          <a:spcPts val="675"/>
        </a:spcAft>
        <a:buClr>
          <a:schemeClr val="tx1"/>
        </a:buClr>
        <a:buFont typeface="Georgia"/>
        <a:buChar char="◦"/>
        <a:defRPr sz="1500" kern="1200">
          <a:solidFill>
            <a:schemeClr val="tx1"/>
          </a:solidFill>
          <a:latin typeface="Georgia"/>
          <a:ea typeface="Georgia"/>
          <a:cs typeface="Georgia"/>
        </a:defRPr>
      </a:lvl4pPr>
      <a:lvl5pPr xmlns:a="http://schemas.openxmlformats.org/drawingml/2006/main" marL="822960" indent="-205740" algn="l" defTabSz="685800">
        <a:lnSpc>
          <a:spcPct val="100000"/>
        </a:lnSpc>
        <a:spcBef>
          <a:spcPts val="0"/>
        </a:spcBef>
        <a:spcAft>
          <a:spcPts val="675"/>
        </a:spcAft>
        <a:buClr>
          <a:schemeClr val="tx1"/>
        </a:buClr>
        <a:buFont typeface="Georgia"/>
        <a:buChar char="›"/>
        <a:defRPr sz="1500" kern="1200" baseline="0">
          <a:solidFill>
            <a:schemeClr val="tx1"/>
          </a:solidFill>
          <a:latin typeface="Georgia"/>
          <a:ea typeface="Georgia"/>
          <a:cs typeface="Georgia"/>
        </a:defRPr>
      </a:lvl5pPr>
      <a:lvl6pPr xmlns:a="http://schemas.openxmlformats.org/drawingml/2006/main" marL="205740" marR="0" indent="-205740" algn="l" defTabSz="685800">
        <a:lnSpc>
          <a:spcPct val="100000"/>
        </a:lnSpc>
        <a:spcBef>
          <a:spcPts val="0"/>
        </a:spcBef>
        <a:spcAft>
          <a:spcPts val="675"/>
        </a:spcAft>
        <a:buClr>
          <a:schemeClr val="tx1"/>
        </a:buClr>
        <a:buSzPct val="100000"/>
        <a:buFont typeface="+mj-lt"/>
        <a:buAutoNum type="arabicPeriod"/>
        <a:defRPr sz="1500" kern="1200" baseline="0">
          <a:solidFill>
            <a:schemeClr val="tx1"/>
          </a:solidFill>
          <a:latin typeface="Georgia"/>
          <a:ea typeface="Georgia"/>
          <a:cs typeface="Georgia"/>
        </a:defRPr>
      </a:lvl6pPr>
      <a:lvl7pPr xmlns:a="http://schemas.openxmlformats.org/drawingml/2006/main" marL="411480" indent="-205740" algn="l" defTabSz="685800">
        <a:lnSpc>
          <a:spcPct val="100000"/>
        </a:lnSpc>
        <a:spcBef>
          <a:spcPts val="0"/>
        </a:spcBef>
        <a:spcAft>
          <a:spcPts val="675"/>
        </a:spcAft>
        <a:buSzPct val="100000"/>
        <a:buFont typeface="+mj-lt"/>
        <a:buAutoNum type="alphaLcPeriod"/>
        <a:defRPr sz="1500" kern="1200" baseline="0">
          <a:solidFill>
            <a:schemeClr val="tx1"/>
          </a:solidFill>
          <a:latin typeface="Georgia"/>
          <a:ea typeface="Georgia"/>
          <a:cs typeface="Georgia"/>
        </a:defRPr>
      </a:lvl7pPr>
      <a:lvl8pPr xmlns:a="http://schemas.openxmlformats.org/drawingml/2006/main" marL="617220" indent="-205740" algn="l" defTabSz="685800">
        <a:lnSpc>
          <a:spcPct val="100000"/>
        </a:lnSpc>
        <a:spcBef>
          <a:spcPts val="0"/>
        </a:spcBef>
        <a:spcAft>
          <a:spcPts val="675"/>
        </a:spcAft>
        <a:buSzPct val="100000"/>
        <a:buFont typeface="+mj-lt"/>
        <a:buAutoNum type="romanLcPeriod"/>
        <a:defRPr sz="1500" kern="1200" baseline="0">
          <a:solidFill>
            <a:schemeClr val="tx1"/>
          </a:solidFill>
          <a:latin typeface="Georgia"/>
          <a:ea typeface="Georgia"/>
          <a:cs typeface="Georgia"/>
        </a:defRPr>
      </a:lvl8pPr>
      <a:lvl9pPr xmlns:a="http://schemas.openxmlformats.org/drawingml/2006/main" marL="0" indent="-205740" algn="l" defTabSz="685800">
        <a:lnSpc>
          <a:spcPct val="100000"/>
        </a:lnSpc>
        <a:spcBef>
          <a:spcPts val="0"/>
        </a:spcBef>
        <a:spcAft>
          <a:spcPts val="675"/>
        </a:spcAft>
        <a:buFont typeface="Arial"/>
        <a:buNone/>
        <a:defRPr sz="1500" b="1" kern="1200" baseline="0">
          <a:solidFill>
            <a:schemeClr val="tx2"/>
          </a:solidFill>
          <a:latin typeface="Georgia"/>
          <a:ea typeface="Georgia"/>
          <a:cs typeface="Georgia"/>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PwC Red">
      <a:dk1>
        <a:srgbClr val="000000"/>
      </a:dk1>
      <a:lt1>
        <a:srgbClr val="FFFFFF"/>
      </a:lt1>
      <a:dk2>
        <a:srgbClr val="E0301E"/>
      </a:dk2>
      <a:lt2>
        <a:srgbClr val="FFFFFF"/>
      </a:lt2>
      <a:accent1>
        <a:srgbClr val="E0301E"/>
      </a:accent1>
      <a:accent2>
        <a:srgbClr val="A32020"/>
      </a:accent2>
      <a:accent3>
        <a:srgbClr val="DB536A"/>
      </a:accent3>
      <a:accent4>
        <a:srgbClr val="602320"/>
      </a:accent4>
      <a:accent5>
        <a:srgbClr val="FFB600"/>
      </a:accent5>
      <a:accent6>
        <a:srgbClr val="DC6900"/>
      </a:accent6>
      <a:hlink>
        <a:srgbClr val="E0301E"/>
      </a:hlink>
      <a:folHlink>
        <a:srgbClr val="E0301E"/>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wC Red">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Default Theme">
  <a:themeElements>
    <a:clrScheme name="PwC Burgundy">
      <a:dk1>
        <a:srgbClr val="000000"/>
      </a:dk1>
      <a:lt1>
        <a:srgbClr val="FFFFFF"/>
      </a:lt1>
      <a:dk2>
        <a:srgbClr val="A32020"/>
      </a:dk2>
      <a:lt2>
        <a:srgbClr val="FFFFFF"/>
      </a:lt2>
      <a:accent1>
        <a:srgbClr val="A32020"/>
      </a:accent1>
      <a:accent2>
        <a:srgbClr val="E0301E"/>
      </a:accent2>
      <a:accent3>
        <a:srgbClr val="602320"/>
      </a:accent3>
      <a:accent4>
        <a:srgbClr val="DB536A"/>
      </a:accent4>
      <a:accent5>
        <a:srgbClr val="DC6900"/>
      </a:accent5>
      <a:accent6>
        <a:srgbClr val="FFB600"/>
      </a:accent6>
      <a:hlink>
        <a:srgbClr val="A32020"/>
      </a:hlink>
      <a:folHlink>
        <a:srgbClr val="A32020"/>
      </a:folHlink>
    </a:clrScheme>
    <a:fontScheme name="PwC">
      <a:majorFont>
        <a:latin typeface="Georgia"/>
        <a:ea typeface=""/>
        <a:cs typeface=""/>
      </a:majorFont>
      <a:minorFont>
        <a:latin typeface="Arial"/>
        <a:ea typeface=""/>
        <a:cs typeface=""/>
      </a:minorFont>
    </a:fontScheme>
    <a:fmtScheme name="PwC Burgundy">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56c59bf7153c4a20" /><Relationship Type="http://schemas.openxmlformats.org/officeDocument/2006/relationships/image" Target="/ppt/media/image.png" Id="Rbb08240f6a0849fe" /><Relationship Type="http://schemas.openxmlformats.org/officeDocument/2006/relationships/image" Target="/ppt/media/image2.png" Id="R5c63e1890f604149" /><Relationship Type="http://schemas.openxmlformats.org/officeDocument/2006/relationships/image" Target="/ppt/media/image3.png" Id="R73b4700553694812" /><Relationship Type="http://schemas.openxmlformats.org/officeDocument/2006/relationships/image" Target="/ppt/media/image4.png" Id="R904ec4dd405f4ebd" /><Relationship Type="http://schemas.openxmlformats.org/officeDocument/2006/relationships/image" Target="/ppt/media/image5.png" Id="R6d182ae17f6346b5" /><Relationship Type="http://schemas.openxmlformats.org/officeDocument/2006/relationships/notesSlide" Target="/ppt/notesSlides/notesSlide1.xml" Id="R478e30fe5b1048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fceec4c461274e3a" /><Relationship Type="http://schemas.openxmlformats.org/officeDocument/2006/relationships/notesSlide" Target="/ppt/notesSlides/notesSlide2.xml" Id="R82efab39b4294b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0bb6a1f304ce4750" /><Relationship Type="http://schemas.openxmlformats.org/officeDocument/2006/relationships/notesSlide" Target="/ppt/notesSlides/notesSlide3.xml" Id="Rea8232388c744a4f"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78e72d70abc14cf4" /><Relationship Type="http://schemas.openxmlformats.org/officeDocument/2006/relationships/notesSlide" Target="/ppt/notesSlides/notesSlide4.xml" Id="R63f8c4a1c2b147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910ce0fe5bea4c2b" /><Relationship Type="http://schemas.openxmlformats.org/officeDocument/2006/relationships/notesSlide" Target="/ppt/notesSlides/notesSlide5.xml" Id="R600f5d6cd53344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dd4feae86af247ad" /><Relationship Type="http://schemas.openxmlformats.org/officeDocument/2006/relationships/notesSlide" Target="/ppt/notesSlides/notesSlide6.xml" Id="Rdd1b75ad704c4a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3f7e32fd7d9040b9" /><Relationship Type="http://schemas.openxmlformats.org/officeDocument/2006/relationships/notesSlide" Target="/ppt/notesSlides/notesSlide7.xml" Id="R63c1a422f0f143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012e0937a75d46fe" /><Relationship Type="http://schemas.openxmlformats.org/officeDocument/2006/relationships/notesSlide" Target="/ppt/notesSlides/notesSlide8.xml" Id="Rcbf57274743d4b7b"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6ba69278919946fe" /><Relationship Type="http://schemas.openxmlformats.org/officeDocument/2006/relationships/notesSlide" Target="/ppt/notesSlides/notesSlide9.xml" Id="R132a25d897644ea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42a78c39af194beb" /><Relationship Type="http://schemas.openxmlformats.org/officeDocument/2006/relationships/notesSlide" Target="/ppt/notesSlides/notesSlide10.xml" Id="R1339c30ba764472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277659af72e1495f" /><Relationship Type="http://schemas.openxmlformats.org/officeDocument/2006/relationships/notesSlide" Target="/ppt/notesSlides/notesSlide11.xml" Id="R39dfaf6ad8244da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12b3765e0719420a" /><Relationship Type="http://schemas.openxmlformats.org/officeDocument/2006/relationships/image" Target="/ppt/media/image.jpeg" Id="R5b8c1c009a9740c1" /><Relationship Type="http://schemas.openxmlformats.org/officeDocument/2006/relationships/notesSlide" Target="/ppt/notesSlides/notesSlide12.xml" Id="Rb499d1c1fc114b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33cf751140cc4021" /><Relationship Type="http://schemas.openxmlformats.org/officeDocument/2006/relationships/notesSlide" Target="/ppt/notesSlides/notesSlide13.xml" Id="R66eb3ddd927b4d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942630bc59b84148" /><Relationship Type="http://schemas.openxmlformats.org/officeDocument/2006/relationships/notesSlide" Target="/ppt/notesSlides/notesSlide14.xml" Id="Rf8f5491b36e24e6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7f4b1895e6f64378" /><Relationship Type="http://schemas.openxmlformats.org/officeDocument/2006/relationships/notesSlide" Target="/ppt/notesSlides/notesSlide15.xml" Id="R1983e54f2362408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5b875a9f6b95446c" /><Relationship Type="http://schemas.openxmlformats.org/officeDocument/2006/relationships/notesSlide" Target="/ppt/notesSlides/notesSlide16.xml" Id="Ra53b1f54193c433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a4443ab0ee244f50" /><Relationship Type="http://schemas.openxmlformats.org/officeDocument/2006/relationships/notesSlide" Target="/ppt/notesSlides/notesSlide17.xml" Id="Rbd1c91283cf045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9ed9e05f105942b5" /><Relationship Type="http://schemas.openxmlformats.org/officeDocument/2006/relationships/notesSlide" Target="/ppt/notesSlides/notesSlide18.xml" Id="R9b853dbe34a44ad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01b00e456cef4101" /><Relationship Type="http://schemas.openxmlformats.org/officeDocument/2006/relationships/notesSlide" Target="/ppt/notesSlides/notesSlide19.xml" Id="R0329b7acff83468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Text Placeholder 2">
            <a:extLst xmlns:a="http://schemas.openxmlformats.org/drawingml/2006/main">
              <a:ext uri="{FF2B5EF4-FFF2-40B4-BE49-F238E27FC236}">
                <a16:creationId xmlns:a16="http://schemas.microsoft.com/office/drawing/2014/main" id="{415CABF2-B6AC-49B8-A56E-C13D045BA85C}"/>
              </a:ext>
            </a:extLst>
          </p:cNvPr>
          <p:cNvSpPr>
            <a:spLocks xmlns:a="http://schemas.openxmlformats.org/drawingml/2006/main" noGrp="1"/>
          </p:cNvSpPr>
          <p:nvPr>
            <p:ph type="body" idx="10"/>
          </p:nvPr>
        </p:nvSpPr>
        <p:spPr>
          <a:xfrm xmlns:a="http://schemas.openxmlformats.org/drawingml/2006/main">
            <a:off x="5460274" y="333676"/>
            <a:ext cx="3328988" cy="2773694"/>
          </a:xfrm>
        </p:spPr>
        <p:txBody>
          <a:bodyPr xmlns:a="http://schemas.openxmlformats.org/drawingml/2006/main">
            <a:normAutofit fontScale="100000" lnSpcReduction="20000"/>
          </a:bodyPr>
          <a:lstStyle xmlns:a="http://schemas.openxmlformats.org/drawingml/2006/main"/>
          <a:p xmlns:a="http://schemas.openxmlformats.org/drawingml/2006/main">
            <a:r>
              <a:rPr sz="2100" b="1">
                <a:solidFill>
                  <a:srgbClr val="C00000"/>
                </a:solidFill>
                <a:latin typeface="Georgia"/>
                <a:ea typeface="Georgia"/>
                <a:cs typeface="Georgia"/>
              </a:rPr>
              <a:t>GlobalCommerce
Enterprise Platform</a:t>
            </a:r>
          </a:p>
          <a:p xmlns:a="http://schemas.openxmlformats.org/drawingml/2006/main">
            <a:endParaRPr sz="2100" b="1">
              <a:solidFill>
                <a:srgbClr val="C00000"/>
              </a:solidFill>
              <a:latin typeface="Georgia"/>
              <a:ea typeface="Georgia"/>
              <a:cs typeface="Georgia"/>
            </a:endParaRPr>
          </a:p>
          <a:p xmlns:a="http://schemas.openxmlformats.org/drawingml/2006/main">
            <a:pPr algn="just">
              <a:buNone/>
            </a:pPr>
            <a:r>
              <a:rPr b="1">
                <a:solidFill>
                  <a:srgbClr val="FF0000"/>
                </a:solidFill>
                <a:latin typeface="Georgia"/>
                <a:ea typeface="Georgia"/>
                <a:cs typeface="Georgia"/>
              </a:rPr>
              <a:t>Cross-border commerce</a:t>
            </a:r>
          </a:p>
          <a:p xmlns:a="http://schemas.openxmlformats.org/drawingml/2006/main">
            <a:pPr algn="just">
              <a:buNone/>
            </a:pPr>
            <a:r>
              <a:rPr b="1">
                <a:solidFill>
                  <a:srgbClr val="FF0000"/>
                </a:solidFill>
                <a:latin typeface="Georgia"/>
                <a:ea typeface="Georgia"/>
                <a:cs typeface="Georgia"/>
              </a:rPr>
              <a:t>Inventory and logistics</a:t>
            </a:r>
          </a:p>
          <a:p xmlns:a="http://schemas.openxmlformats.org/drawingml/2006/main">
            <a:pPr algn="just">
              <a:buNone/>
            </a:pPr>
            <a:r>
              <a:rPr b="1">
                <a:solidFill>
                  <a:srgbClr val="FF0000"/>
                </a:solidFill>
                <a:latin typeface="Georgia"/>
                <a:ea typeface="Georgia"/>
                <a:cs typeface="Georgia"/>
              </a:rPr>
              <a:t>Demand forecasting</a:t>
            </a:r>
          </a:p>
          <a:p xmlns:a="http://schemas.openxmlformats.org/drawingml/2006/main">
            <a:pPr algn="just">
              <a:buNone/>
            </a:pPr>
            <a:endParaRPr b="1">
              <a:latin typeface="Georgia"/>
              <a:ea typeface="Georgia"/>
              <a:cs typeface="Georgia"/>
            </a:endParaRPr>
          </a:p>
          <a:p xmlns:a="http://schemas.openxmlformats.org/drawingml/2006/main">
            <a:pPr algn="just">
              <a:buNone/>
            </a:pPr>
            <a:r>
              <a:rPr b="1">
                <a:latin typeface="Georgia"/>
                <a:ea typeface="Georgia"/>
                <a:cs typeface="Georgia"/>
              </a:rPr>
              <a:t>Presented by:</a:t>
            </a:r>
            <a:r>
              <a:rPr b="1">
                <a:latin typeface="Georgia"/>
                <a:ea typeface="Georgia"/>
                <a:cs typeface="Georgia"/>
              </a:rPr>
              <a:t> </a:t>
            </a:r>
          </a:p>
          <a:p xmlns:a="http://schemas.openxmlformats.org/drawingml/2006/main">
            <a:pPr algn="just">
              <a:buNone/>
            </a:pPr>
            <a:r>
              <a:rPr b="1">
                <a:latin typeface="Georgia"/>
                <a:ea typeface="Georgia"/>
                <a:cs typeface="Georgia"/>
              </a:rPr>
              <a:t>Jawad Ahmad</a:t>
            </a:r>
          </a:p>
          <a:p xmlns:a="http://schemas.openxmlformats.org/drawingml/2006/main">
            <a:pPr algn="just">
              <a:buNone/>
            </a:pPr>
            <a:r>
              <a:rPr b="1">
                <a:latin typeface="Georgia"/>
                <a:ea typeface="Georgia"/>
                <a:cs typeface="Georgia"/>
              </a:rPr>
              <a:t>Diploma in AIOPS</a:t>
            </a:r>
          </a:p>
          <a:p xmlns:a="http://schemas.openxmlformats.org/drawingml/2006/main">
            <a:pPr algn="just">
              <a:buNone/>
            </a:pPr>
            <a:r>
              <a:rPr b="1">
                <a:latin typeface="Georgia"/>
                <a:ea typeface="Georgia"/>
                <a:cs typeface="Georgia"/>
              </a:rPr>
              <a:t>EduQual Level 6</a:t>
            </a:r>
          </a:p>
        </p:txBody>
      </p:sp>
      <p:pic>
        <p:nvPicPr>
          <p:cNvPr id="10" name="Picture 5"/>
          <p:cNvPicPr>
            <a:picLocks xmlns:a="http://schemas.openxmlformats.org/drawingml/2006/main" noChangeAspect="1"/>
          </p:cNvPicPr>
          <p:nvPr/>
        </p:nvPicPr>
        <p:blipFill>
          <a:blip xmlns:r="http://schemas.openxmlformats.org/officeDocument/2006/relationships" xmlns:a="http://schemas.openxmlformats.org/drawingml/2006/main" r:embed="Rbb08240f6a0849fe"/>
          <a:stretch xmlns:a="http://schemas.openxmlformats.org/drawingml/2006/main">
            <a:fillRect l="0" t="0" r="0" b="0"/>
          </a:stretch>
        </p:blipFill>
        <p:spPr>
          <a:xfrm xmlns:a="http://schemas.openxmlformats.org/drawingml/2006/main">
            <a:off x="1110092" y="2053525"/>
            <a:ext cx="1284398" cy="839906"/>
          </a:xfrm>
          <a:prstGeom xmlns:a="http://schemas.openxmlformats.org/drawingml/2006/main" prst="rect">
            <a:avLst/>
          </a:prstGeom>
        </p:spPr>
      </p:pic>
      <p:pic>
        <p:nvPicPr>
          <p:cNvPr id="11" name="Picture 14"/>
          <p:cNvPicPr>
            <a:picLocks xmlns:a="http://schemas.openxmlformats.org/drawingml/2006/main" noChangeAspect="1"/>
          </p:cNvPicPr>
          <p:nvPr/>
        </p:nvPicPr>
        <p:blipFill>
          <a:blip xmlns:r="http://schemas.openxmlformats.org/officeDocument/2006/relationships" xmlns:a="http://schemas.openxmlformats.org/drawingml/2006/main" r:embed="R5c63e1890f604149"/>
          <a:stretch xmlns:a="http://schemas.openxmlformats.org/drawingml/2006/main">
            <a:fillRect l="0" t="0" r="0" b="0"/>
          </a:stretch>
        </p:blipFill>
        <p:spPr>
          <a:xfrm xmlns:a="http://schemas.openxmlformats.org/drawingml/2006/main">
            <a:off x="770868" y="333676"/>
            <a:ext cx="740440" cy="642717"/>
          </a:xfrm>
          <a:prstGeom xmlns:a="http://schemas.openxmlformats.org/drawingml/2006/main" prst="rect">
            <a:avLst/>
          </a:prstGeom>
        </p:spPr>
      </p:pic>
      <p:pic>
        <p:nvPicPr>
          <p:cNvPr id="12" name="Picture 15"/>
          <p:cNvPicPr>
            <a:picLocks xmlns:a="http://schemas.openxmlformats.org/drawingml/2006/main" noChangeAspect="1"/>
          </p:cNvPicPr>
          <p:nvPr/>
        </p:nvPicPr>
        <p:blipFill>
          <a:blip xmlns:r="http://schemas.openxmlformats.org/officeDocument/2006/relationships" xmlns:a="http://schemas.openxmlformats.org/drawingml/2006/main" r:embed="R73b4700553694812"/>
          <a:stretch xmlns:a="http://schemas.openxmlformats.org/drawingml/2006/main">
            <a:fillRect l="0" t="0" r="0" b="0"/>
          </a:stretch>
        </p:blipFill>
        <p:spPr>
          <a:xfrm xmlns:a="http://schemas.openxmlformats.org/drawingml/2006/main">
            <a:off x="446136" y="3146156"/>
            <a:ext cx="649463" cy="583416"/>
          </a:xfrm>
          <a:prstGeom xmlns:a="http://schemas.openxmlformats.org/drawingml/2006/main" prst="rect">
            <a:avLst/>
          </a:prstGeom>
        </p:spPr>
      </p:pic>
      <p:pic>
        <p:nvPicPr>
          <p:cNvPr id="13" name="Picture 7"/>
          <p:cNvPicPr>
            <a:picLocks xmlns:a="http://schemas.openxmlformats.org/drawingml/2006/main" noChangeAspect="1"/>
          </p:cNvPicPr>
          <p:nvPr/>
        </p:nvPicPr>
        <p:blipFill>
          <a:blip xmlns:r="http://schemas.openxmlformats.org/officeDocument/2006/relationships" xmlns:a="http://schemas.openxmlformats.org/drawingml/2006/main" r:embed="R904ec4dd405f4ebd"/>
          <a:stretch xmlns:a="http://schemas.openxmlformats.org/drawingml/2006/main">
            <a:fillRect l="0" t="0" r="0" b="0"/>
          </a:stretch>
        </p:blipFill>
        <p:spPr>
          <a:xfrm xmlns:a="http://schemas.openxmlformats.org/drawingml/2006/main">
            <a:off x="2529902" y="1942816"/>
            <a:ext cx="1319228" cy="1257868"/>
          </a:xfrm>
          <a:prstGeom xmlns:a="http://schemas.openxmlformats.org/drawingml/2006/main" prst="rect">
            <a:avLst/>
          </a:prstGeom>
        </p:spPr>
      </p:pic>
      <p:pic>
        <p:nvPicPr>
          <p:cNvPr id="14" name="Picture 8"/>
          <p:cNvPicPr>
            <a:picLocks xmlns:a="http://schemas.openxmlformats.org/drawingml/2006/main" noChangeAspect="1"/>
          </p:cNvPicPr>
          <p:nvPr/>
        </p:nvPicPr>
        <p:blipFill>
          <a:blip xmlns:r="http://schemas.openxmlformats.org/officeDocument/2006/relationships" xmlns:a="http://schemas.openxmlformats.org/drawingml/2006/main" r:embed="R6d182ae17f6346b5"/>
          <a:stretch xmlns:a="http://schemas.openxmlformats.org/drawingml/2006/main">
            <a:fillRect l="0" t="0" r="0" b="0"/>
          </a:stretch>
        </p:blipFill>
        <p:spPr>
          <a:xfrm xmlns:a="http://schemas.openxmlformats.org/drawingml/2006/main">
            <a:off x="894034" y="3853143"/>
            <a:ext cx="1234547" cy="1211685"/>
          </a:xfrm>
          <a:prstGeom xmlns:a="http://schemas.openxmlformats.org/drawingml/2006/main" prst="rect">
            <a:avLst/>
          </a:prstGeom>
        </p:spPr>
      </p:pic>
    </p:spTree>
    <p:extLst>
      <p:ext uri="{BB962C8B-B14F-4D97-AF65-F5344CB8AC3E}">
        <p14:creationId xmlns:p14="http://schemas.microsoft.com/office/powerpoint/2010/main" val="291382369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EF999DB7-D326-4418-BD25-436F8D992580}"/>
              </a:ext>
            </a:extLst>
          </p:cNvPr>
          <p:cNvSpPr>
            <a:spLocks xmlns:a="http://schemas.openxmlformats.org/drawingml/2006/main" noGrp="1"/>
          </p:cNvSpPr>
          <p:nvPr/>
        </p:nvSpPr>
        <p:spPr>
          <a:xfrm xmlns:a="http://schemas.openxmlformats.org/drawingml/2006/main">
            <a:off x="508157" y="338252"/>
            <a:ext cx="7429500" cy="40011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2000" b="1">
                <a:solidFill>
                  <a:schemeClr val="tx1"/>
                </a:solidFill>
                <a:latin typeface="Georgia"/>
                <a:ea typeface="Georgia"/>
                <a:cs typeface="Georgia"/>
              </a:rPr>
              <a:t>The business problem</a:t>
            </a:r>
          </a:p>
        </p:txBody>
      </p:sp>
      <p:sp>
        <p:nvSpPr>
          <p:cNvPr id="4" name="TextBox 3">
            <a:extLst xmlns:a="http://schemas.openxmlformats.org/drawingml/2006/main">
              <a:ext uri="{FF2B5EF4-FFF2-40B4-BE49-F238E27FC236}">
                <a16:creationId xmlns:a16="http://schemas.microsoft.com/office/drawing/2014/main" id="{66842271-518F-41B1-A378-5FBBB1F3E885}"/>
              </a:ext>
            </a:extLst>
          </p:cNvPr>
          <p:cNvSpPr>
            <a:spLocks xmlns:a="http://schemas.openxmlformats.org/drawingml/2006/main" noGrp="1"/>
          </p:cNvSpPr>
          <p:nvPr/>
        </p:nvSpPr>
        <p:spPr>
          <a:xfrm xmlns:a="http://schemas.openxmlformats.org/drawingml/2006/main">
            <a:off x="661093" y="1239285"/>
            <a:ext cx="6299200" cy="178510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171450" indent="-171450" algn="l">
              <a:buFont typeface="Arial"/>
              <a:buChar char="•"/>
            </a:pPr>
            <a:r>
              <a:rPr sz="1100">
                <a:solidFill>
                  <a:schemeClr val="tx1"/>
                </a:solidFill>
                <a:latin typeface="Georgia"/>
                <a:ea typeface="Georgia"/>
                <a:cs typeface="Georgia"/>
              </a:rPr>
              <a:t>Separate systems make international orders difficult to coordinate.</a:t>
            </a:r>
            <a:endParaRPr sz="1100">
              <a:solidFill>
                <a:schemeClr val="tx1"/>
              </a:solidFill>
              <a:latin typeface="Georgia"/>
              <a:ea typeface="Georgia"/>
              <a:cs typeface="Georgia"/>
            </a:endParaRPr>
          </a:p>
          <a:p xmlns:a="http://schemas.openxmlformats.org/drawingml/2006/main">
            <a:pPr marL="171450" indent="-171450" algn="l">
              <a:buFont typeface="Arial"/>
              <a:buChar char="•"/>
            </a:pPr>
            <a:r>
              <a:rPr sz="1100">
                <a:solidFill>
                  <a:schemeClr val="tx1"/>
                </a:solidFill>
                <a:latin typeface="Georgia"/>
                <a:ea typeface="Georgia"/>
                <a:cs typeface="Georgia"/>
              </a:rPr>
              <a:t>Stock reservations and shipment updates must stay connected.</a:t>
            </a:r>
          </a:p>
          <a:p xmlns:a="http://schemas.openxmlformats.org/drawingml/2006/main">
            <a:pPr marL="171450" indent="-171450" algn="l">
              <a:buFont typeface="Arial"/>
              <a:buChar char="•"/>
            </a:pPr>
            <a:r>
              <a:rPr sz="1100">
                <a:solidFill>
                  <a:schemeClr val="tx1"/>
                </a:solidFill>
                <a:latin typeface="Georgia"/>
                <a:ea typeface="Georgia"/>
                <a:cs typeface="Georgia"/>
              </a:rPr>
              <a:t>Demand uncertainty creates stockout and overstock risk.</a:t>
            </a:r>
          </a:p>
          <a:p xmlns:a="http://schemas.openxmlformats.org/drawingml/2006/main">
            <a:pPr marL="171450" indent="-171450" algn="l">
              <a:buFont typeface="Arial"/>
              <a:buChar char="•"/>
            </a:pPr>
            <a:r>
              <a:rPr sz="1100">
                <a:solidFill>
                  <a:schemeClr val="tx1"/>
                </a:solidFill>
                <a:latin typeface="Georgia"/>
                <a:ea typeface="Georgia"/>
                <a:cs typeface="Georgia"/>
              </a:rPr>
              <a:t>One workspace gives operations teams a shared view of each order.</a:t>
            </a:r>
            <a:r>
              <a:rPr sz="1100">
                <a:solidFill>
                  <a:schemeClr val="tx1"/>
                </a:solidFill>
                <a:latin typeface="Georgia"/>
                <a:ea typeface="Georgia"/>
                <a:cs typeface="Georgia"/>
              </a:rPr>
              <a:t>	</a:t>
            </a:r>
          </a:p>
          <a:p xmlns:a="http://schemas.openxmlformats.org/drawingml/2006/main">
            <a:pPr algn="l">
              <a:buNone/>
            </a:pPr>
            <a:endParaRPr sz="1100">
              <a:solidFill>
                <a:schemeClr val="tx1"/>
              </a:solidFill>
              <a:latin typeface="Georgia"/>
              <a:ea typeface="Georgia"/>
              <a:cs typeface="Georgia"/>
            </a:endParaRPr>
          </a:p>
          <a:p xmlns:a="http://schemas.openxmlformats.org/drawingml/2006/main">
            <a:pPr marL="171450" indent="-171450" algn="l">
              <a:buFont typeface="Arial"/>
              <a:buChar char="•"/>
            </a:pPr>
            <a:endParaRPr sz="1100">
              <a:solidFill>
                <a:schemeClr val="tx1"/>
              </a:solidFill>
              <a:latin typeface="Georgia"/>
              <a:ea typeface="Georgia"/>
              <a:cs typeface="Georgia"/>
            </a:endParaRPr>
          </a:p>
          <a:p xmlns:a="http://schemas.openxmlformats.org/drawingml/2006/main">
            <a:pPr algn="l">
              <a:buNone/>
            </a:pPr>
            <a:endParaRPr sz="1100">
              <a:solidFill>
                <a:schemeClr val="tx1"/>
              </a:solidFill>
              <a:latin typeface="Georgia"/>
              <a:ea typeface="Georgia"/>
              <a:cs typeface="Georgia"/>
            </a:endParaRPr>
          </a:p>
        </p:txBody>
      </p:sp>
      <p:sp>
        <p:nvSpPr>
          <p:cNvPr id="6" name="Straight Connector 5">
            <a:extLst xmlns:a="http://schemas.openxmlformats.org/drawingml/2006/main">
              <a:ext uri="{FF2B5EF4-FFF2-40B4-BE49-F238E27FC236}">
                <a16:creationId xmlns:a16="http://schemas.microsoft.com/office/drawing/2014/main" id="{951F7955-0F73-43AB-992C-8BB2CA9AEE56}"/>
              </a:ext>
            </a:extLst>
          </p:cNvPr>
          <p:cNvSpPr>
            <a:spLocks xmlns:a="http://schemas.openxmlformats.org/drawingml/2006/main" noGrp="1"/>
          </p:cNvSpPr>
          <p:nvPr/>
        </p:nvSpPr>
        <p:spPr>
          <a:xfrm xmlns:a="http://schemas.openxmlformats.org/drawingml/2006/main">
            <a:off x="566322" y="390825"/>
            <a:ext cx="340" cy="162967"/>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Straight Connector 6">
            <a:extLst xmlns:a="http://schemas.openxmlformats.org/drawingml/2006/main">
              <a:ext uri="{FF2B5EF4-FFF2-40B4-BE49-F238E27FC236}">
                <a16:creationId xmlns:a16="http://schemas.microsoft.com/office/drawing/2014/main" id="{17A807C5-12A7-42DF-B9E1-C9C81FD38257}"/>
              </a:ext>
            </a:extLst>
          </p:cNvPr>
          <p:cNvSpPr>
            <a:spLocks xmlns:a="http://schemas.openxmlformats.org/drawingml/2006/main" noGrp="1"/>
          </p:cNvSpPr>
          <p:nvPr/>
        </p:nvSpPr>
        <p:spPr>
          <a:xfrm xmlns:a="http://schemas.openxmlformats.org/drawingml/2006/main">
            <a:off x="559882" y="392278"/>
            <a:ext cx="6948493" cy="0"/>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Page number">
            <a:extLst xmlns:a="http://schemas.openxmlformats.org/drawingml/2006/main">
              <a:ext uri="{FF2B5EF4-FFF2-40B4-BE49-F238E27FC236}">
                <a16:creationId xmlns:a16="http://schemas.microsoft.com/office/drawing/2014/main" id="{C0BE2D44-2C6D-4C4C-9560-1013E695F717}"/>
              </a:ext>
            </a:extLst>
          </p:cNvPr>
          <p:cNvSpPr>
            <a:spLocks xmlns:a="http://schemas.openxmlformats.org/drawingml/2006/main" noGrp="1"/>
          </p:cNvSpPr>
          <p:nvPr/>
        </p:nvSpPr>
        <p:spPr>
          <a:xfrm xmlns:a="http://schemas.openxmlformats.org/drawingml/2006/main">
            <a:off x="7086600" y="4767263"/>
            <a:ext cx="2057400" cy="274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lstStyle xmlns:a="http://schemas.openxmlformats.org/drawingml/2006/main"/>
          <a:p xmlns:a="http://schemas.openxmlformats.org/drawingml/2006/main">
            <a:pPr>
              <a:defRPr sz="1350">
                <a:latin typeface="Calibri"/>
                <a:ea typeface="Calibri"/>
                <a:cs typeface="Calibri"/>
              </a:defRPr>
            </a:pPr>
            <a:r>
              <a:rPr sz="1350">
                <a:latin typeface="Calibri"/>
                <a:ea typeface="Calibri"/>
                <a:cs typeface="Calibri"/>
              </a:rPr>
              <a:t>2</a:t>
            </a:r>
          </a:p>
        </p:txBody>
      </p:sp>
    </p:spTree>
    <p:extLst>
      <p:ext uri="{BB962C8B-B14F-4D97-AF65-F5344CB8AC3E}">
        <p14:creationId xmlns:p14="http://schemas.microsoft.com/office/powerpoint/2010/main" val="379351839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EF999DB7-D326-4418-BD25-436F8D992580}"/>
              </a:ext>
            </a:extLst>
          </p:cNvPr>
          <p:cNvSpPr>
            <a:spLocks xmlns:a="http://schemas.openxmlformats.org/drawingml/2006/main" noGrp="1"/>
          </p:cNvSpPr>
          <p:nvPr/>
        </p:nvSpPr>
        <p:spPr>
          <a:xfrm xmlns:a="http://schemas.openxmlformats.org/drawingml/2006/main">
            <a:off x="508157" y="338252"/>
            <a:ext cx="7429500" cy="40011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2000" b="1">
                <a:solidFill>
                  <a:schemeClr val="tx1"/>
                </a:solidFill>
                <a:latin typeface="Georgia"/>
                <a:ea typeface="Georgia"/>
                <a:cs typeface="Georgia"/>
              </a:rPr>
              <a:t>What the prototype covers</a:t>
            </a:r>
          </a:p>
        </p:txBody>
      </p:sp>
      <p:sp>
        <p:nvSpPr>
          <p:cNvPr id="4" name="TextBox 3">
            <a:extLst xmlns:a="http://schemas.openxmlformats.org/drawingml/2006/main">
              <a:ext uri="{FF2B5EF4-FFF2-40B4-BE49-F238E27FC236}">
                <a16:creationId xmlns:a16="http://schemas.microsoft.com/office/drawing/2014/main" id="{66842271-518F-41B1-A378-5FBBB1F3E885}"/>
              </a:ext>
            </a:extLst>
          </p:cNvPr>
          <p:cNvSpPr>
            <a:spLocks xmlns:a="http://schemas.openxmlformats.org/drawingml/2006/main" noGrp="1"/>
          </p:cNvSpPr>
          <p:nvPr/>
        </p:nvSpPr>
        <p:spPr>
          <a:xfrm xmlns:a="http://schemas.openxmlformats.org/drawingml/2006/main">
            <a:off x="661093" y="1239285"/>
            <a:ext cx="6299200" cy="178510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171450" indent="-171450" algn="l">
              <a:buFont typeface="Arial"/>
              <a:buChar char="•"/>
            </a:pPr>
            <a:r>
              <a:rPr sz="1100">
                <a:solidFill>
                  <a:schemeClr val="tx1"/>
                </a:solidFill>
                <a:latin typeface="Georgia"/>
                <a:ea typeface="Georgia"/>
                <a:cs typeface="Georgia"/>
              </a:rPr>
              <a:t>Marketplace: merchant, customer and product records.</a:t>
            </a:r>
            <a:endParaRPr sz="1100">
              <a:solidFill>
                <a:schemeClr val="tx1"/>
              </a:solidFill>
              <a:latin typeface="Georgia"/>
              <a:ea typeface="Georgia"/>
              <a:cs typeface="Georgia"/>
            </a:endParaRPr>
          </a:p>
          <a:p xmlns:a="http://schemas.openxmlformats.org/drawingml/2006/main">
            <a:pPr marL="171450" indent="-171450" algn="l">
              <a:buFont typeface="Arial"/>
              <a:buChar char="•"/>
            </a:pPr>
            <a:r>
              <a:rPr sz="1100">
                <a:solidFill>
                  <a:schemeClr val="tx1"/>
                </a:solidFill>
                <a:latin typeface="Georgia"/>
                <a:ea typeface="Georgia"/>
                <a:cs typeface="Georgia"/>
              </a:rPr>
              <a:t>Operations: warehouse stock, international orders and shipment events.</a:t>
            </a:r>
          </a:p>
          <a:p xmlns:a="http://schemas.openxmlformats.org/drawingml/2006/main">
            <a:pPr marL="171450" indent="-171450" algn="l">
              <a:buFont typeface="Arial"/>
              <a:buChar char="•"/>
            </a:pPr>
            <a:r>
              <a:rPr sz="1100">
                <a:solidFill>
                  <a:schemeClr val="tx1"/>
                </a:solidFill>
                <a:latin typeface="Georgia"/>
                <a:ea typeface="Georgia"/>
                <a:cs typeface="Georgia"/>
              </a:rPr>
              <a:t>Decision support: demand forecasts and replenishment recommendations.</a:t>
            </a:r>
          </a:p>
          <a:p xmlns:a="http://schemas.openxmlformats.org/drawingml/2006/main">
            <a:pPr marL="171450" indent="-171450" algn="l">
              <a:buFont typeface="Arial"/>
              <a:buChar char="•"/>
            </a:pPr>
            <a:r>
              <a:rPr sz="1100">
                <a:solidFill>
                  <a:schemeClr val="tx1"/>
                </a:solidFill>
                <a:latin typeface="Georgia"/>
                <a:ea typeface="Georgia"/>
                <a:cs typeface="Georgia"/>
              </a:rPr>
              <a:t>Visibility: commerce views, Prometheus metrics and Grafana dashboards.</a:t>
            </a:r>
            <a:r>
              <a:rPr sz="1100">
                <a:solidFill>
                  <a:schemeClr val="tx1"/>
                </a:solidFill>
                <a:latin typeface="Georgia"/>
                <a:ea typeface="Georgia"/>
                <a:cs typeface="Georgia"/>
              </a:rPr>
              <a:t>	</a:t>
            </a:r>
          </a:p>
          <a:p xmlns:a="http://schemas.openxmlformats.org/drawingml/2006/main">
            <a:pPr algn="l">
              <a:buNone/>
            </a:pPr>
            <a:endParaRPr sz="1100">
              <a:solidFill>
                <a:schemeClr val="tx1"/>
              </a:solidFill>
              <a:latin typeface="Georgia"/>
              <a:ea typeface="Georgia"/>
              <a:cs typeface="Georgia"/>
            </a:endParaRPr>
          </a:p>
          <a:p xmlns:a="http://schemas.openxmlformats.org/drawingml/2006/main">
            <a:pPr marL="171450" indent="-171450" algn="l">
              <a:buFont typeface="Arial"/>
              <a:buChar char="•"/>
            </a:pPr>
            <a:endParaRPr sz="1100">
              <a:solidFill>
                <a:schemeClr val="tx1"/>
              </a:solidFill>
              <a:latin typeface="Georgia"/>
              <a:ea typeface="Georgia"/>
              <a:cs typeface="Georgia"/>
            </a:endParaRPr>
          </a:p>
          <a:p xmlns:a="http://schemas.openxmlformats.org/drawingml/2006/main">
            <a:pPr algn="l">
              <a:buNone/>
            </a:pPr>
            <a:endParaRPr sz="1100">
              <a:solidFill>
                <a:schemeClr val="tx1"/>
              </a:solidFill>
              <a:latin typeface="Georgia"/>
              <a:ea typeface="Georgia"/>
              <a:cs typeface="Georgia"/>
            </a:endParaRPr>
          </a:p>
        </p:txBody>
      </p:sp>
      <p:sp>
        <p:nvSpPr>
          <p:cNvPr id="6" name="Straight Connector 5">
            <a:extLst xmlns:a="http://schemas.openxmlformats.org/drawingml/2006/main">
              <a:ext uri="{FF2B5EF4-FFF2-40B4-BE49-F238E27FC236}">
                <a16:creationId xmlns:a16="http://schemas.microsoft.com/office/drawing/2014/main" id="{951F7955-0F73-43AB-992C-8BB2CA9AEE56}"/>
              </a:ext>
            </a:extLst>
          </p:cNvPr>
          <p:cNvSpPr>
            <a:spLocks xmlns:a="http://schemas.openxmlformats.org/drawingml/2006/main" noGrp="1"/>
          </p:cNvSpPr>
          <p:nvPr/>
        </p:nvSpPr>
        <p:spPr>
          <a:xfrm xmlns:a="http://schemas.openxmlformats.org/drawingml/2006/main">
            <a:off x="566322" y="390825"/>
            <a:ext cx="340" cy="162967"/>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Straight Connector 6">
            <a:extLst xmlns:a="http://schemas.openxmlformats.org/drawingml/2006/main">
              <a:ext uri="{FF2B5EF4-FFF2-40B4-BE49-F238E27FC236}">
                <a16:creationId xmlns:a16="http://schemas.microsoft.com/office/drawing/2014/main" id="{17A807C5-12A7-42DF-B9E1-C9C81FD38257}"/>
              </a:ext>
            </a:extLst>
          </p:cNvPr>
          <p:cNvSpPr>
            <a:spLocks xmlns:a="http://schemas.openxmlformats.org/drawingml/2006/main" noGrp="1"/>
          </p:cNvSpPr>
          <p:nvPr/>
        </p:nvSpPr>
        <p:spPr>
          <a:xfrm xmlns:a="http://schemas.openxmlformats.org/drawingml/2006/main">
            <a:off x="559882" y="392278"/>
            <a:ext cx="6948493" cy="0"/>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Page number">
            <a:extLst xmlns:a="http://schemas.openxmlformats.org/drawingml/2006/main">
              <a:ext uri="{FF2B5EF4-FFF2-40B4-BE49-F238E27FC236}">
                <a16:creationId xmlns:a16="http://schemas.microsoft.com/office/drawing/2014/main" id="{166F593F-33E0-4AD8-8FC8-572F5B4BACCB}"/>
              </a:ext>
            </a:extLst>
          </p:cNvPr>
          <p:cNvSpPr>
            <a:spLocks xmlns:a="http://schemas.openxmlformats.org/drawingml/2006/main" noGrp="1"/>
          </p:cNvSpPr>
          <p:nvPr/>
        </p:nvSpPr>
        <p:spPr>
          <a:xfrm xmlns:a="http://schemas.openxmlformats.org/drawingml/2006/main">
            <a:off x="7086600" y="4767263"/>
            <a:ext cx="2057400" cy="274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lstStyle xmlns:a="http://schemas.openxmlformats.org/drawingml/2006/main"/>
          <a:p xmlns:a="http://schemas.openxmlformats.org/drawingml/2006/main">
            <a:pPr>
              <a:defRPr sz="1350">
                <a:latin typeface="Calibri"/>
                <a:ea typeface="Calibri"/>
                <a:cs typeface="Calibri"/>
              </a:defRPr>
            </a:pPr>
            <a:r>
              <a:rPr sz="1350">
                <a:latin typeface="Calibri"/>
                <a:ea typeface="Calibri"/>
                <a:cs typeface="Calibri"/>
              </a:rPr>
              <a:t>3</a:t>
            </a:r>
          </a:p>
        </p:txBody>
      </p:sp>
    </p:spTree>
    <p:extLst>
      <p:ext uri="{BB962C8B-B14F-4D97-AF65-F5344CB8AC3E}">
        <p14:creationId xmlns:p14="http://schemas.microsoft.com/office/powerpoint/2010/main" val="379351839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8F37664E-5204-4E99-885D-3E8D33C4D6EF}"/>
              </a:ext>
            </a:extLst>
          </p:cNvPr>
          <p:cNvSpPr>
            <a:spLocks xmlns:a="http://schemas.openxmlformats.org/drawingml/2006/main" noGrp="1"/>
          </p:cNvSpPr>
          <p:nvPr>
            <p:ph type="sldNum" idx="4294967295"/>
          </p:nvPr>
        </p:nvSpPr>
        <p:spPr>
          <a:xfrm xmlns:a="http://schemas.openxmlformats.org/drawingml/2006/main">
            <a:off x="7086600" y="4767263"/>
            <a:ext cx="2057400" cy="2746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EFD6AB9A-5F9E-5F59-51AB-3C8734130965}" type="slidenum">
              <a:t>4</a:t>
            </a:fld>
            <a:endParaRPr/>
          </a:p>
        </p:txBody>
      </p:sp>
      <p:sp>
        <p:nvSpPr>
          <p:cNvPr id="5" name="Title 2">
            <a:extLst xmlns:a="http://schemas.openxmlformats.org/drawingml/2006/main">
              <a:ext uri="{FF2B5EF4-FFF2-40B4-BE49-F238E27FC236}">
                <a16:creationId xmlns:a16="http://schemas.microsoft.com/office/drawing/2014/main" id="{B80F68E3-4652-480A-AC6D-2BC7666B3FA0}"/>
              </a:ext>
            </a:extLst>
          </p:cNvPr>
          <p:cNvSpPr>
            <a:spLocks xmlns:a="http://schemas.openxmlformats.org/drawingml/2006/main" noGrp="1"/>
          </p:cNvSpPr>
          <p:nvPr/>
        </p:nvSpPr>
        <p:spPr>
          <a:xfrm xmlns:a="http://schemas.openxmlformats.org/drawingml/2006/main">
            <a:off x="319661" y="384024"/>
            <a:ext cx="7429500" cy="390390"/>
          </a:xfrm>
          <a:prstGeom xmlns:a="http://schemas.openxmlformats.org/drawingml/2006/main" prst="rect">
            <a:avLst/>
          </a:prstGeom>
        </p:spPr>
        <p:txBody>
          <a:bodyPr xmlns:a="http://schemas.openxmlformats.org/drawingml/2006/main"/>
          <a:lstStyle xmlns:a="http://schemas.openxmlformats.org/drawingml/2006/main">
            <a:lvl1pPr algn="l" defTabSz="685800">
              <a:lnSpc>
                <a:spcPct val="90000"/>
              </a:lnSpc>
              <a:spcBef>
                <a:spcPct val="0"/>
              </a:spcBef>
              <a:buNone/>
              <a:defRPr sz="3300" kern="1200">
                <a:solidFill>
                  <a:schemeClr val="tx1"/>
                </a:solidFill>
                <a:latin typeface="+mj-lt"/>
                <a:ea typeface="+mj-lt"/>
                <a:cs typeface="+mj-lt"/>
              </a:defRPr>
            </a:lvl1pPr>
          </a:lstStyle>
          <a:p xmlns:a="http://schemas.openxmlformats.org/drawingml/2006/main">
            <a:pPr>
              <a:spcAft>
                <a:spcPts val="0"/>
              </a:spcAft>
              <a:buNone/>
            </a:pPr>
            <a:r>
              <a:rPr sz="2000" b="1">
                <a:latin typeface="Georgia"/>
                <a:ea typeface="Georgia"/>
                <a:cs typeface="Georgia"/>
              </a:rPr>
              <a:t>System architecture</a:t>
            </a:r>
          </a:p>
        </p:txBody>
      </p:sp>
      <p:sp>
        <p:nvSpPr>
          <p:cNvPr id="4" name="TextBox 3">
            <a:extLst xmlns:a="http://schemas.openxmlformats.org/drawingml/2006/main">
              <a:ext uri="{FF2B5EF4-FFF2-40B4-BE49-F238E27FC236}">
                <a16:creationId xmlns:a16="http://schemas.microsoft.com/office/drawing/2014/main" id="{39B46FBC-489C-472E-8305-3FC22CE855B5}"/>
              </a:ext>
            </a:extLst>
          </p:cNvPr>
          <p:cNvSpPr>
            <a:spLocks xmlns:a="http://schemas.openxmlformats.org/drawingml/2006/main" noGrp="1"/>
          </p:cNvSpPr>
          <p:nvPr/>
        </p:nvSpPr>
        <p:spPr>
          <a:xfrm xmlns:a="http://schemas.openxmlformats.org/drawingml/2006/main">
            <a:off x="228805" y="789031"/>
            <a:ext cx="7198542" cy="9387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a:solidFill>
                  <a:schemeClr val="tx1"/>
                </a:solidFill>
                <a:latin typeface="Georgia"/>
                <a:ea typeface="Georgia"/>
                <a:cs typeface="Georgia"/>
              </a:rPr>
              <a:t>A modular application with shared data and separate monitoring services.</a:t>
            </a:r>
          </a:p>
          <a:p xmlns:a="http://schemas.openxmlformats.org/drawingml/2006/main">
            <a:endParaRPr sz="1800">
              <a:latin typeface="Calibri"/>
              <a:ea typeface="Calibri"/>
              <a:cs typeface="Calibri"/>
            </a:endParaRPr>
          </a:p>
        </p:txBody>
      </p:sp>
      <p:sp>
        <p:nvSpPr>
          <p:cNvPr id="2" name="TextBox 1">
            <a:extLst xmlns:a="http://schemas.openxmlformats.org/drawingml/2006/main">
              <a:ext uri="{FF2B5EF4-FFF2-40B4-BE49-F238E27FC236}">
                <a16:creationId xmlns:a16="http://schemas.microsoft.com/office/drawing/2014/main" id="{5A7AA003-805E-428C-9F2C-6B974F9D5051}"/>
              </a:ext>
            </a:extLst>
          </p:cNvPr>
          <p:cNvSpPr>
            <a:spLocks xmlns:a="http://schemas.openxmlformats.org/drawingml/2006/main" noGrp="1"/>
          </p:cNvSpPr>
          <p:nvPr/>
        </p:nvSpPr>
        <p:spPr>
          <a:xfrm xmlns:a="http://schemas.openxmlformats.org/drawingml/2006/main">
            <a:off x="5959266" y="3337645"/>
            <a:ext cx="2434107" cy="502920"/>
          </a:xfrm>
          <a:prstGeom xmlns:a="http://schemas.openxmlformats.org/drawingml/2006/main" prst="rect">
            <a:avLst/>
          </a:prstGeom>
          <a:solidFill xmlns:a="http://schemas.openxmlformats.org/drawingml/2006/main">
            <a:srgbClr val="D11414"/>
          </a:solidFill>
          <a:ln xmlns:a="http://schemas.openxmlformats.org/drawingml/2006/main">
            <a:solidFill>
              <a:srgbClr val="D1141E"/>
            </a:solidFill>
          </a:ln>
        </p:spPr>
        <p:txBody>
          <a:bodyPr xmlns:a="http://schemas.openxmlformats.org/drawingml/2006/main" wrap="square">
            <a:spAutoFit/>
          </a:bodyPr>
          <a:lstStyle xmlns:a="http://schemas.openxmlformats.org/drawingml/2006/main"/>
          <a:p xmlns:a="http://schemas.openxmlformats.org/drawingml/2006/main">
            <a:r>
              <a:rPr i="1">
                <a:latin typeface="Georgia"/>
                <a:ea typeface="Georgia"/>
                <a:cs typeface="Georgia"/>
              </a:rPr>
              <a:t>Simple to run locally.
Clear boundaries to evolve.</a:t>
            </a:r>
          </a:p>
        </p:txBody>
      </p:sp>
      <p:sp>
        <p:nvSpPr>
          <p:cNvPr id="17" name="Straight Connector 16">
            <a:extLst xmlns:a="http://schemas.openxmlformats.org/drawingml/2006/main">
              <a:ext uri="{FF2B5EF4-FFF2-40B4-BE49-F238E27FC236}">
                <a16:creationId xmlns:a16="http://schemas.microsoft.com/office/drawing/2014/main" id="{EC83A9F0-020C-446E-9F5E-2348F20C1CFE}"/>
              </a:ext>
            </a:extLst>
          </p:cNvPr>
          <p:cNvSpPr>
            <a:spLocks xmlns:a="http://schemas.openxmlformats.org/drawingml/2006/main" noGrp="1"/>
          </p:cNvSpPr>
          <p:nvPr/>
        </p:nvSpPr>
        <p:spPr>
          <a:xfrm xmlns:a="http://schemas.openxmlformats.org/drawingml/2006/main">
            <a:off x="360270" y="403703"/>
            <a:ext cx="340" cy="162967"/>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Straight Connector 17">
            <a:extLst xmlns:a="http://schemas.openxmlformats.org/drawingml/2006/main">
              <a:ext uri="{FF2B5EF4-FFF2-40B4-BE49-F238E27FC236}">
                <a16:creationId xmlns:a16="http://schemas.microsoft.com/office/drawing/2014/main" id="{5C63F7E6-3730-4F76-8C7B-85056D77F6CB}"/>
              </a:ext>
            </a:extLst>
          </p:cNvPr>
          <p:cNvSpPr>
            <a:spLocks xmlns:a="http://schemas.openxmlformats.org/drawingml/2006/main" noGrp="1"/>
          </p:cNvSpPr>
          <p:nvPr/>
        </p:nvSpPr>
        <p:spPr>
          <a:xfrm xmlns:a="http://schemas.openxmlformats.org/drawingml/2006/main">
            <a:off x="353830" y="405156"/>
            <a:ext cx="6948493" cy="0"/>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9" name="Flow arrow">
            <a:extLst xmlns:a="http://schemas.openxmlformats.org/drawingml/2006/main">
              <a:ext uri="{FF2B5EF4-FFF2-40B4-BE49-F238E27FC236}">
                <a16:creationId xmlns:a16="http://schemas.microsoft.com/office/drawing/2014/main" id="{2896A5B9-6C20-4C5C-9A41-CD00D5538BB2}"/>
              </a:ext>
            </a:extLst>
          </p:cNvPr>
          <p:cNvSpPr>
            <a:spLocks xmlns:a="http://schemas.openxmlformats.org/drawingml/2006/main" noGrp="1"/>
          </p:cNvSpPr>
          <p:nvPr/>
        </p:nvSpPr>
        <p:spPr>
          <a:xfrm xmlns:a="http://schemas.openxmlformats.org/drawingml/2006/main">
            <a:off x="1866900" y="2133600"/>
            <a:ext cx="304800" cy="171450"/>
          </a:xfrm>
          <a:prstGeom xmlns:a="http://schemas.openxmlformats.org/drawingml/2006/main" prst="rightArrow">
            <a:avLst/>
          </a:prstGeom>
          <a:solidFill xmlns:a="http://schemas.openxmlformats.org/drawingml/2006/main">
            <a:srgbClr val="C00000"/>
          </a:solidFill>
          <a:ln xmlns:a="http://schemas.openxmlformats.org/drawingml/2006/main" w="0">
            <a:noFill/>
          </a:ln>
        </p:spPr>
      </p:sp>
      <p:sp>
        <p:nvSpPr>
          <p:cNvPr id="20" name="Flow arrow">
            <a:extLst xmlns:a="http://schemas.openxmlformats.org/drawingml/2006/main">
              <a:ext uri="{FF2B5EF4-FFF2-40B4-BE49-F238E27FC236}">
                <a16:creationId xmlns:a16="http://schemas.microsoft.com/office/drawing/2014/main" id="{BF3BC2B0-BB83-467C-84BE-1D3282F22BE5}"/>
              </a:ext>
            </a:extLst>
          </p:cNvPr>
          <p:cNvSpPr>
            <a:spLocks xmlns:a="http://schemas.openxmlformats.org/drawingml/2006/main" noGrp="1"/>
          </p:cNvSpPr>
          <p:nvPr/>
        </p:nvSpPr>
        <p:spPr>
          <a:xfrm xmlns:a="http://schemas.openxmlformats.org/drawingml/2006/main">
            <a:off x="3714750" y="2133600"/>
            <a:ext cx="304800" cy="171450"/>
          </a:xfrm>
          <a:prstGeom xmlns:a="http://schemas.openxmlformats.org/drawingml/2006/main" prst="rightArrow">
            <a:avLst/>
          </a:prstGeom>
          <a:solidFill xmlns:a="http://schemas.openxmlformats.org/drawingml/2006/main">
            <a:srgbClr val="C00000"/>
          </a:solidFill>
          <a:ln xmlns:a="http://schemas.openxmlformats.org/drawingml/2006/main" w="0">
            <a:noFill/>
          </a:ln>
        </p:spPr>
      </p:sp>
      <p:sp>
        <p:nvSpPr>
          <p:cNvPr id="21" name="Flow arrow">
            <a:extLst xmlns:a="http://schemas.openxmlformats.org/drawingml/2006/main">
              <a:ext uri="{FF2B5EF4-FFF2-40B4-BE49-F238E27FC236}">
                <a16:creationId xmlns:a16="http://schemas.microsoft.com/office/drawing/2014/main" id="{D800428E-03A7-4EA7-8EBD-42101C965FD9}"/>
              </a:ext>
            </a:extLst>
          </p:cNvPr>
          <p:cNvSpPr>
            <a:spLocks xmlns:a="http://schemas.openxmlformats.org/drawingml/2006/main" noGrp="1"/>
          </p:cNvSpPr>
          <p:nvPr/>
        </p:nvSpPr>
        <p:spPr>
          <a:xfrm xmlns:a="http://schemas.openxmlformats.org/drawingml/2006/main">
            <a:off x="2809875" y="2495550"/>
            <a:ext cx="171450" cy="504825"/>
          </a:xfrm>
          <a:prstGeom xmlns:a="http://schemas.openxmlformats.org/drawingml/2006/main" prst="downArrow">
            <a:avLst/>
          </a:prstGeom>
          <a:solidFill xmlns:a="http://schemas.openxmlformats.org/drawingml/2006/main">
            <a:srgbClr val="C00000"/>
          </a:solidFill>
          <a:ln xmlns:a="http://schemas.openxmlformats.org/drawingml/2006/main" w="0">
            <a:noFill/>
          </a:ln>
        </p:spPr>
      </p:sp>
      <p:sp>
        <p:nvSpPr>
          <p:cNvPr id="22" name="Metric flow branch">
            <a:extLst xmlns:a="http://schemas.openxmlformats.org/drawingml/2006/main">
              <a:ext uri="{FF2B5EF4-FFF2-40B4-BE49-F238E27FC236}">
                <a16:creationId xmlns:a16="http://schemas.microsoft.com/office/drawing/2014/main" id="{CD19F0E7-7008-4D86-A67F-9F80E22D5E9F}"/>
              </a:ext>
            </a:extLst>
          </p:cNvPr>
          <p:cNvSpPr>
            <a:spLocks xmlns:a="http://schemas.openxmlformats.org/drawingml/2006/main" noGrp="1"/>
          </p:cNvSpPr>
          <p:nvPr/>
        </p:nvSpPr>
        <p:spPr>
          <a:xfrm xmlns:a="http://schemas.openxmlformats.org/drawingml/2006/main">
            <a:off x="3590925" y="2495550"/>
            <a:ext cx="0" cy="333375"/>
          </a:xfrm>
          <a:prstGeom xmlns:a="http://schemas.openxmlformats.org/drawingml/2006/main" prst="line">
            <a:avLst/>
          </a:prstGeom>
          <a:noFill xmlns:a="http://schemas.openxmlformats.org/drawingml/2006/main"/>
          <a:ln xmlns:a="http://schemas.openxmlformats.org/drawingml/2006/main" w="12383">
            <a:solidFill>
              <a:srgbClr val="C00000"/>
            </a:solidFill>
          </a:ln>
        </p:spPr>
      </p:sp>
      <p:sp>
        <p:nvSpPr>
          <p:cNvPr id="23" name="Metric flow branch">
            <a:extLst xmlns:a="http://schemas.openxmlformats.org/drawingml/2006/main">
              <a:ext uri="{FF2B5EF4-FFF2-40B4-BE49-F238E27FC236}">
                <a16:creationId xmlns:a16="http://schemas.microsoft.com/office/drawing/2014/main" id="{95AF1CB9-C31A-4242-9486-85D912E102D9}"/>
              </a:ext>
            </a:extLst>
          </p:cNvPr>
          <p:cNvSpPr>
            <a:spLocks xmlns:a="http://schemas.openxmlformats.org/drawingml/2006/main" noGrp="1"/>
          </p:cNvSpPr>
          <p:nvPr/>
        </p:nvSpPr>
        <p:spPr>
          <a:xfrm xmlns:a="http://schemas.openxmlformats.org/drawingml/2006/main">
            <a:off x="3590925" y="2828925"/>
            <a:ext cx="1247775" cy="0"/>
          </a:xfrm>
          <a:prstGeom xmlns:a="http://schemas.openxmlformats.org/drawingml/2006/main" prst="line">
            <a:avLst/>
          </a:prstGeom>
          <a:noFill xmlns:a="http://schemas.openxmlformats.org/drawingml/2006/main"/>
          <a:ln xmlns:a="http://schemas.openxmlformats.org/drawingml/2006/main" w="12383">
            <a:solidFill>
              <a:srgbClr val="C00000"/>
            </a:solidFill>
          </a:ln>
        </p:spPr>
      </p:sp>
      <p:sp>
        <p:nvSpPr>
          <p:cNvPr id="24" name="Flow arrow">
            <a:extLst xmlns:a="http://schemas.openxmlformats.org/drawingml/2006/main">
              <a:ext uri="{FF2B5EF4-FFF2-40B4-BE49-F238E27FC236}">
                <a16:creationId xmlns:a16="http://schemas.microsoft.com/office/drawing/2014/main" id="{7C189476-CA96-430C-A7A3-1AC00A65DB3F}"/>
              </a:ext>
            </a:extLst>
          </p:cNvPr>
          <p:cNvSpPr>
            <a:spLocks xmlns:a="http://schemas.openxmlformats.org/drawingml/2006/main" noGrp="1"/>
          </p:cNvSpPr>
          <p:nvPr/>
        </p:nvSpPr>
        <p:spPr>
          <a:xfrm xmlns:a="http://schemas.openxmlformats.org/drawingml/2006/main">
            <a:off x="4752975" y="2838450"/>
            <a:ext cx="171450" cy="161925"/>
          </a:xfrm>
          <a:prstGeom xmlns:a="http://schemas.openxmlformats.org/drawingml/2006/main" prst="downArrow">
            <a:avLst/>
          </a:prstGeom>
          <a:solidFill xmlns:a="http://schemas.openxmlformats.org/drawingml/2006/main">
            <a:srgbClr val="C00000"/>
          </a:solidFill>
          <a:ln xmlns:a="http://schemas.openxmlformats.org/drawingml/2006/main" w="0">
            <a:noFill/>
          </a:ln>
        </p:spPr>
      </p:sp>
      <p:sp>
        <p:nvSpPr>
          <p:cNvPr id="25" name="Flow arrow">
            <a:extLst xmlns:a="http://schemas.openxmlformats.org/drawingml/2006/main">
              <a:ext uri="{FF2B5EF4-FFF2-40B4-BE49-F238E27FC236}">
                <a16:creationId xmlns:a16="http://schemas.microsoft.com/office/drawing/2014/main" id="{C0E87C2B-B684-4BB9-8ED8-C28FB9056ADC}"/>
              </a:ext>
            </a:extLst>
          </p:cNvPr>
          <p:cNvSpPr>
            <a:spLocks xmlns:a="http://schemas.openxmlformats.org/drawingml/2006/main" noGrp="1"/>
          </p:cNvSpPr>
          <p:nvPr/>
        </p:nvSpPr>
        <p:spPr>
          <a:xfrm xmlns:a="http://schemas.openxmlformats.org/drawingml/2006/main">
            <a:off x="4724400" y="3638550"/>
            <a:ext cx="171450" cy="457200"/>
          </a:xfrm>
          <a:prstGeom xmlns:a="http://schemas.openxmlformats.org/drawingml/2006/main" prst="downArrow">
            <a:avLst/>
          </a:prstGeom>
          <a:solidFill xmlns:a="http://schemas.openxmlformats.org/drawingml/2006/main">
            <a:srgbClr val="C00000"/>
          </a:solidFill>
          <a:ln xmlns:a="http://schemas.openxmlformats.org/drawingml/2006/main" w="0">
            <a:noFill/>
          </a:ln>
        </p:spPr>
      </p:sp>
      <p:sp>
        <p:nvSpPr>
          <p:cNvPr id="26" name="Commerce diagram: React console">
            <a:extLst xmlns:a="http://schemas.openxmlformats.org/drawingml/2006/main">
              <a:ext uri="{FF2B5EF4-FFF2-40B4-BE49-F238E27FC236}">
                <a16:creationId xmlns:a16="http://schemas.microsoft.com/office/drawing/2014/main" id="{83045257-98BD-44E8-9E1A-A0391481A8B3}"/>
              </a:ext>
            </a:extLst>
          </p:cNvPr>
          <p:cNvSpPr>
            <a:spLocks xmlns:a="http://schemas.openxmlformats.org/drawingml/2006/main" noGrp="1"/>
          </p:cNvSpPr>
          <p:nvPr/>
        </p:nvSpPr>
        <p:spPr>
          <a:xfrm xmlns:a="http://schemas.openxmlformats.org/drawingml/2006/main">
            <a:off x="409575" y="1962150"/>
            <a:ext cx="1457325" cy="533400"/>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React console</a:t>
            </a:r>
          </a:p>
        </p:txBody>
      </p:sp>
      <p:sp>
        <p:nvSpPr>
          <p:cNvPr id="27" name="Commerce diagram: FastAPI">
            <a:extLst xmlns:a="http://schemas.openxmlformats.org/drawingml/2006/main">
              <a:ext uri="{FF2B5EF4-FFF2-40B4-BE49-F238E27FC236}">
                <a16:creationId xmlns:a16="http://schemas.microsoft.com/office/drawing/2014/main" id="{EB42ED93-3C59-408C-AFAC-DCA8DE06EF03}"/>
              </a:ext>
            </a:extLst>
          </p:cNvPr>
          <p:cNvSpPr>
            <a:spLocks xmlns:a="http://schemas.openxmlformats.org/drawingml/2006/main" noGrp="1"/>
          </p:cNvSpPr>
          <p:nvPr/>
        </p:nvSpPr>
        <p:spPr>
          <a:xfrm xmlns:a="http://schemas.openxmlformats.org/drawingml/2006/main">
            <a:off x="2171700" y="1962150"/>
            <a:ext cx="1543050" cy="533400"/>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FastAPI</a:t>
            </a:r>
          </a:p>
        </p:txBody>
      </p:sp>
      <p:sp>
        <p:nvSpPr>
          <p:cNvPr id="28" name="Commerce diagram: PostgreSQL">
            <a:extLst xmlns:a="http://schemas.openxmlformats.org/drawingml/2006/main">
              <a:ext uri="{FF2B5EF4-FFF2-40B4-BE49-F238E27FC236}">
                <a16:creationId xmlns:a16="http://schemas.microsoft.com/office/drawing/2014/main" id="{38267665-4EDE-4F62-AAF7-DCD52F40BA18}"/>
              </a:ext>
            </a:extLst>
          </p:cNvPr>
          <p:cNvSpPr>
            <a:spLocks xmlns:a="http://schemas.openxmlformats.org/drawingml/2006/main" noGrp="1"/>
          </p:cNvSpPr>
          <p:nvPr/>
        </p:nvSpPr>
        <p:spPr>
          <a:xfrm xmlns:a="http://schemas.openxmlformats.org/drawingml/2006/main">
            <a:off x="4019550" y="1962150"/>
            <a:ext cx="1628775" cy="533400"/>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PostgreSQL</a:t>
            </a:r>
          </a:p>
        </p:txBody>
      </p:sp>
      <p:sp>
        <p:nvSpPr>
          <p:cNvPr id="29" name="Commerce diagram: Redis Rate limiting">
            <a:extLst xmlns:a="http://schemas.openxmlformats.org/drawingml/2006/main">
              <a:ext uri="{FF2B5EF4-FFF2-40B4-BE49-F238E27FC236}">
                <a16:creationId xmlns:a16="http://schemas.microsoft.com/office/drawing/2014/main" id="{BCDBF490-2EA8-4688-A282-A59CD546C899}"/>
              </a:ext>
            </a:extLst>
          </p:cNvPr>
          <p:cNvSpPr>
            <a:spLocks xmlns:a="http://schemas.openxmlformats.org/drawingml/2006/main" noGrp="1"/>
          </p:cNvSpPr>
          <p:nvPr/>
        </p:nvSpPr>
        <p:spPr>
          <a:xfrm xmlns:a="http://schemas.openxmlformats.org/drawingml/2006/main">
            <a:off x="2171700" y="3000375"/>
            <a:ext cx="1543050" cy="628650"/>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Redis</a:t>
            </a:r>
          </a:p>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Rate limiting</a:t>
            </a:r>
          </a:p>
        </p:txBody>
      </p:sp>
      <p:sp>
        <p:nvSpPr>
          <p:cNvPr id="30" name="Commerce diagram: Prometheus">
            <a:extLst xmlns:a="http://schemas.openxmlformats.org/drawingml/2006/main">
              <a:ext uri="{FF2B5EF4-FFF2-40B4-BE49-F238E27FC236}">
                <a16:creationId xmlns:a16="http://schemas.microsoft.com/office/drawing/2014/main" id="{E951184F-C5A3-46F9-8F58-E414C2561108}"/>
              </a:ext>
            </a:extLst>
          </p:cNvPr>
          <p:cNvSpPr>
            <a:spLocks xmlns:a="http://schemas.openxmlformats.org/drawingml/2006/main" noGrp="1"/>
          </p:cNvSpPr>
          <p:nvPr/>
        </p:nvSpPr>
        <p:spPr>
          <a:xfrm xmlns:a="http://schemas.openxmlformats.org/drawingml/2006/main">
            <a:off x="4019550" y="3000375"/>
            <a:ext cx="1628775" cy="628650"/>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Prometheus</a:t>
            </a:r>
          </a:p>
        </p:txBody>
      </p:sp>
      <p:sp>
        <p:nvSpPr>
          <p:cNvPr id="31" name="Commerce diagram: Grafana">
            <a:extLst xmlns:a="http://schemas.openxmlformats.org/drawingml/2006/main">
              <a:ext uri="{FF2B5EF4-FFF2-40B4-BE49-F238E27FC236}">
                <a16:creationId xmlns:a16="http://schemas.microsoft.com/office/drawing/2014/main" id="{204E3C2C-FCBD-491A-992E-5D38501B7177}"/>
              </a:ext>
            </a:extLst>
          </p:cNvPr>
          <p:cNvSpPr>
            <a:spLocks xmlns:a="http://schemas.openxmlformats.org/drawingml/2006/main" noGrp="1"/>
          </p:cNvSpPr>
          <p:nvPr/>
        </p:nvSpPr>
        <p:spPr>
          <a:xfrm xmlns:a="http://schemas.openxmlformats.org/drawingml/2006/main">
            <a:off x="4019550" y="4095750"/>
            <a:ext cx="1628775" cy="523875"/>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Grafana</a:t>
            </a:r>
          </a:p>
        </p:txBody>
      </p:sp>
      <p:sp>
        <p:nvSpPr>
          <p:cNvPr id="32" name="Commerce diagram: Docker Compose Six local services">
            <a:extLst xmlns:a="http://schemas.openxmlformats.org/drawingml/2006/main">
              <a:ext uri="{FF2B5EF4-FFF2-40B4-BE49-F238E27FC236}">
                <a16:creationId xmlns:a16="http://schemas.microsoft.com/office/drawing/2014/main" id="{E1F26226-E33B-4D1D-8994-BAC631902F53}"/>
              </a:ext>
            </a:extLst>
          </p:cNvPr>
          <p:cNvSpPr>
            <a:spLocks xmlns:a="http://schemas.openxmlformats.org/drawingml/2006/main" noGrp="1"/>
          </p:cNvSpPr>
          <p:nvPr/>
        </p:nvSpPr>
        <p:spPr>
          <a:xfrm xmlns:a="http://schemas.openxmlformats.org/drawingml/2006/main">
            <a:off x="409575" y="3324225"/>
            <a:ext cx="16097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l">
              <a:defRPr sz="1400" b="0">
                <a:solidFill>
                  <a:srgbClr val="C00000"/>
                </a:solidFill>
                <a:latin typeface="Georgia"/>
                <a:ea typeface="Georgia"/>
                <a:cs typeface="Georgia"/>
              </a:defRPr>
            </a:pPr>
            <a:r>
              <a:rPr sz="1400" b="0">
                <a:solidFill>
                  <a:srgbClr val="C00000"/>
                </a:solidFill>
                <a:latin typeface="Georgia"/>
                <a:ea typeface="Georgia"/>
                <a:cs typeface="Georgia"/>
              </a:rPr>
              <a:t>Docker Compose</a:t>
            </a:r>
          </a:p>
          <a:p xmlns:a="http://schemas.openxmlformats.org/drawingml/2006/main">
            <a:pPr algn="l">
              <a:defRPr sz="1400" b="0">
                <a:solidFill>
                  <a:srgbClr val="C00000"/>
                </a:solidFill>
                <a:latin typeface="Georgia"/>
                <a:ea typeface="Georgia"/>
                <a:cs typeface="Georgia"/>
              </a:defRPr>
            </a:pPr>
            <a:r>
              <a:rPr sz="1400" b="0">
                <a:solidFill>
                  <a:srgbClr val="C00000"/>
                </a:solidFill>
                <a:latin typeface="Georgia"/>
                <a:ea typeface="Georgia"/>
                <a:cs typeface="Georgia"/>
              </a:rPr>
              <a:t>Six local services</a:t>
            </a:r>
          </a:p>
        </p:txBody>
      </p:sp>
      <p:sp>
        <p:nvSpPr>
          <p:cNvPr id="33" name="Commerce diagram: API metrics">
            <a:extLst xmlns:a="http://schemas.openxmlformats.org/drawingml/2006/main">
              <a:ext uri="{FF2B5EF4-FFF2-40B4-BE49-F238E27FC236}">
                <a16:creationId xmlns:a16="http://schemas.microsoft.com/office/drawing/2014/main" id="{3BF48F9A-EA94-4882-AC94-AB469EEAEB44}"/>
              </a:ext>
            </a:extLst>
          </p:cNvPr>
          <p:cNvSpPr>
            <a:spLocks xmlns:a="http://schemas.openxmlformats.org/drawingml/2006/main" noGrp="1"/>
          </p:cNvSpPr>
          <p:nvPr/>
        </p:nvSpPr>
        <p:spPr>
          <a:xfrm xmlns:a="http://schemas.openxmlformats.org/drawingml/2006/main">
            <a:off x="3943350" y="2590800"/>
            <a:ext cx="17049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l">
              <a:defRPr sz="1100" b="0">
                <a:solidFill>
                  <a:srgbClr val="202020"/>
                </a:solidFill>
                <a:latin typeface="Georgia"/>
                <a:ea typeface="Georgia"/>
                <a:cs typeface="Georgia"/>
              </a:defRPr>
            </a:pPr>
            <a:r>
              <a:rPr sz="1100" b="0">
                <a:solidFill>
                  <a:srgbClr val="202020"/>
                </a:solidFill>
                <a:latin typeface="Georgia"/>
                <a:ea typeface="Georgia"/>
                <a:cs typeface="Georgia"/>
              </a:rPr>
              <a:t>API metrics</a:t>
            </a:r>
          </a:p>
        </p:txBody>
      </p:sp>
      <p:sp>
        <p:nvSpPr>
          <p:cNvPr id="34" name="Commerce diagram: Forecasting runs inside FastAPI.  PostgreSQL stores business records.">
            <a:extLst xmlns:a="http://schemas.openxmlformats.org/drawingml/2006/main">
              <a:ext uri="{FF2B5EF4-FFF2-40B4-BE49-F238E27FC236}">
                <a16:creationId xmlns:a16="http://schemas.microsoft.com/office/drawing/2014/main" id="{E355F15A-9C14-4F29-A044-C64393425E89}"/>
              </a:ext>
            </a:extLst>
          </p:cNvPr>
          <p:cNvSpPr>
            <a:spLocks xmlns:a="http://schemas.openxmlformats.org/drawingml/2006/main" noGrp="1"/>
          </p:cNvSpPr>
          <p:nvPr/>
        </p:nvSpPr>
        <p:spPr>
          <a:xfrm xmlns:a="http://schemas.openxmlformats.org/drawingml/2006/main">
            <a:off x="5953125" y="1847850"/>
            <a:ext cx="2428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Forecasting runs</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inside FastAPI.</a:t>
            </a:r>
          </a:p>
          <a:p xmlns:a="http://schemas.openxmlformats.org/drawingml/2006/main">
            <a:r>
              <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PostgreSQL stores</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business records.</a:t>
            </a:r>
          </a:p>
        </p:txBody>
      </p:sp>
    </p:spTree>
    <p:extLst>
      <p:ext uri="{BB962C8B-B14F-4D97-AF65-F5344CB8AC3E}">
        <p14:creationId xmlns:p14="http://schemas.microsoft.com/office/powerpoint/2010/main" val="217130429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8F37664E-5204-4E99-885D-3E8D33C4D6EF}"/>
              </a:ext>
            </a:extLst>
          </p:cNvPr>
          <p:cNvSpPr>
            <a:spLocks xmlns:a="http://schemas.openxmlformats.org/drawingml/2006/main" noGrp="1"/>
          </p:cNvSpPr>
          <p:nvPr>
            <p:ph type="sldNum" idx="4294967295"/>
          </p:nvPr>
        </p:nvSpPr>
        <p:spPr>
          <a:xfrm xmlns:a="http://schemas.openxmlformats.org/drawingml/2006/main">
            <a:off x="7086600" y="4767263"/>
            <a:ext cx="2057400" cy="2746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EE5B3003-2C54-13C6-9832-7637201064DE}" type="slidenum">
              <a:t>5</a:t>
            </a:fld>
            <a:endParaRPr/>
          </a:p>
        </p:txBody>
      </p:sp>
      <p:sp>
        <p:nvSpPr>
          <p:cNvPr id="5" name="Title 2">
            <a:extLst xmlns:a="http://schemas.openxmlformats.org/drawingml/2006/main">
              <a:ext uri="{FF2B5EF4-FFF2-40B4-BE49-F238E27FC236}">
                <a16:creationId xmlns:a16="http://schemas.microsoft.com/office/drawing/2014/main" id="{B80F68E3-4652-480A-AC6D-2BC7666B3FA0}"/>
              </a:ext>
            </a:extLst>
          </p:cNvPr>
          <p:cNvSpPr>
            <a:spLocks xmlns:a="http://schemas.openxmlformats.org/drawingml/2006/main" noGrp="1"/>
          </p:cNvSpPr>
          <p:nvPr/>
        </p:nvSpPr>
        <p:spPr>
          <a:xfrm xmlns:a="http://schemas.openxmlformats.org/drawingml/2006/main">
            <a:off x="319661" y="384024"/>
            <a:ext cx="7429500" cy="390390"/>
          </a:xfrm>
          <a:prstGeom xmlns:a="http://schemas.openxmlformats.org/drawingml/2006/main" prst="rect">
            <a:avLst/>
          </a:prstGeom>
        </p:spPr>
        <p:txBody>
          <a:bodyPr xmlns:a="http://schemas.openxmlformats.org/drawingml/2006/main"/>
          <a:lstStyle xmlns:a="http://schemas.openxmlformats.org/drawingml/2006/main">
            <a:lvl1pPr algn="l" defTabSz="685800">
              <a:lnSpc>
                <a:spcPct val="90000"/>
              </a:lnSpc>
              <a:spcBef>
                <a:spcPct val="0"/>
              </a:spcBef>
              <a:buNone/>
              <a:defRPr sz="3300" kern="1200">
                <a:solidFill>
                  <a:schemeClr val="tx1"/>
                </a:solidFill>
                <a:latin typeface="+mj-lt"/>
                <a:ea typeface="+mj-lt"/>
                <a:cs typeface="+mj-lt"/>
              </a:defRPr>
            </a:lvl1pPr>
          </a:lstStyle>
          <a:p xmlns:a="http://schemas.openxmlformats.org/drawingml/2006/main">
            <a:pPr>
              <a:spcAft>
                <a:spcPts val="0"/>
              </a:spcAft>
              <a:buNone/>
            </a:pPr>
            <a:r>
              <a:rPr sz="2000" b="1">
                <a:latin typeface="Georgia"/>
                <a:ea typeface="Georgia"/>
                <a:cs typeface="Georgia"/>
              </a:rPr>
              <a:t>Inventory you can explain</a:t>
            </a:r>
          </a:p>
        </p:txBody>
      </p:sp>
      <p:sp>
        <p:nvSpPr>
          <p:cNvPr id="4" name="TextBox 3">
            <a:extLst xmlns:a="http://schemas.openxmlformats.org/drawingml/2006/main">
              <a:ext uri="{FF2B5EF4-FFF2-40B4-BE49-F238E27FC236}">
                <a16:creationId xmlns:a16="http://schemas.microsoft.com/office/drawing/2014/main" id="{39B46FBC-489C-472E-8305-3FC22CE855B5}"/>
              </a:ext>
            </a:extLst>
          </p:cNvPr>
          <p:cNvSpPr>
            <a:spLocks xmlns:a="http://schemas.openxmlformats.org/drawingml/2006/main" noGrp="1"/>
          </p:cNvSpPr>
          <p:nvPr/>
        </p:nvSpPr>
        <p:spPr>
          <a:xfrm xmlns:a="http://schemas.openxmlformats.org/drawingml/2006/main">
            <a:off x="228805" y="789031"/>
            <a:ext cx="7198542" cy="9387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a:solidFill>
                  <a:schemeClr val="tx1"/>
                </a:solidFill>
                <a:latin typeface="Georgia"/>
                <a:ea typeface="Georgia"/>
                <a:cs typeface="Georgia"/>
              </a:rPr>
              <a:t>Available stock excludes units already promised to existing orders.</a:t>
            </a:r>
          </a:p>
          <a:p xmlns:a="http://schemas.openxmlformats.org/drawingml/2006/main">
            <a:endParaRPr sz="1800">
              <a:latin typeface="Calibri"/>
              <a:ea typeface="Calibri"/>
              <a:cs typeface="Calibri"/>
            </a:endParaRPr>
          </a:p>
        </p:txBody>
      </p:sp>
      <p:sp>
        <p:nvSpPr>
          <p:cNvPr id="2" name="TextBox 1">
            <a:extLst xmlns:a="http://schemas.openxmlformats.org/drawingml/2006/main">
              <a:ext uri="{FF2B5EF4-FFF2-40B4-BE49-F238E27FC236}">
                <a16:creationId xmlns:a16="http://schemas.microsoft.com/office/drawing/2014/main" id="{5A7AA003-805E-428C-9F2C-6B974F9D5051}"/>
              </a:ext>
            </a:extLst>
          </p:cNvPr>
          <p:cNvSpPr>
            <a:spLocks xmlns:a="http://schemas.openxmlformats.org/drawingml/2006/main" noGrp="1"/>
          </p:cNvSpPr>
          <p:nvPr/>
        </p:nvSpPr>
        <p:spPr>
          <a:xfrm xmlns:a="http://schemas.openxmlformats.org/drawingml/2006/main">
            <a:off x="5959266" y="3337645"/>
            <a:ext cx="2434107" cy="502920"/>
          </a:xfrm>
          <a:prstGeom xmlns:a="http://schemas.openxmlformats.org/drawingml/2006/main" prst="rect">
            <a:avLst/>
          </a:prstGeom>
          <a:solidFill xmlns:a="http://schemas.openxmlformats.org/drawingml/2006/main">
            <a:srgbClr val="D11414"/>
          </a:solidFill>
          <a:ln xmlns:a="http://schemas.openxmlformats.org/drawingml/2006/main">
            <a:solidFill>
              <a:srgbClr val="D1141E"/>
            </a:solidFill>
          </a:ln>
        </p:spPr>
        <p:txBody>
          <a:bodyPr xmlns:a="http://schemas.openxmlformats.org/drawingml/2006/main" wrap="square">
            <a:spAutoFit/>
          </a:bodyPr>
          <a:lstStyle xmlns:a="http://schemas.openxmlformats.org/drawingml/2006/main"/>
          <a:p xmlns:a="http://schemas.openxmlformats.org/drawingml/2006/main">
            <a:r>
              <a:rPr i="1">
                <a:latin typeface="Georgia"/>
                <a:ea typeface="Georgia"/>
                <a:cs typeface="Georgia"/>
              </a:rPr>
              <a:t>Reserve at order time.
Deduct at delivery.</a:t>
            </a:r>
          </a:p>
        </p:txBody>
      </p:sp>
      <p:sp>
        <p:nvSpPr>
          <p:cNvPr id="17" name="Straight Connector 16">
            <a:extLst xmlns:a="http://schemas.openxmlformats.org/drawingml/2006/main">
              <a:ext uri="{FF2B5EF4-FFF2-40B4-BE49-F238E27FC236}">
                <a16:creationId xmlns:a16="http://schemas.microsoft.com/office/drawing/2014/main" id="{EC83A9F0-020C-446E-9F5E-2348F20C1CFE}"/>
              </a:ext>
            </a:extLst>
          </p:cNvPr>
          <p:cNvSpPr>
            <a:spLocks xmlns:a="http://schemas.openxmlformats.org/drawingml/2006/main" noGrp="1"/>
          </p:cNvSpPr>
          <p:nvPr/>
        </p:nvSpPr>
        <p:spPr>
          <a:xfrm xmlns:a="http://schemas.openxmlformats.org/drawingml/2006/main">
            <a:off x="360270" y="403703"/>
            <a:ext cx="340" cy="162967"/>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Straight Connector 17">
            <a:extLst xmlns:a="http://schemas.openxmlformats.org/drawingml/2006/main">
              <a:ext uri="{FF2B5EF4-FFF2-40B4-BE49-F238E27FC236}">
                <a16:creationId xmlns:a16="http://schemas.microsoft.com/office/drawing/2014/main" id="{5C63F7E6-3730-4F76-8C7B-85056D77F6CB}"/>
              </a:ext>
            </a:extLst>
          </p:cNvPr>
          <p:cNvSpPr>
            <a:spLocks xmlns:a="http://schemas.openxmlformats.org/drawingml/2006/main" noGrp="1"/>
          </p:cNvSpPr>
          <p:nvPr/>
        </p:nvSpPr>
        <p:spPr>
          <a:xfrm xmlns:a="http://schemas.openxmlformats.org/drawingml/2006/main">
            <a:off x="353830" y="405156"/>
            <a:ext cx="6948493" cy="0"/>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9" name="Commerce diagram: 120">
            <a:extLst xmlns:a="http://schemas.openxmlformats.org/drawingml/2006/main">
              <a:ext uri="{FF2B5EF4-FFF2-40B4-BE49-F238E27FC236}">
                <a16:creationId xmlns:a16="http://schemas.microsoft.com/office/drawing/2014/main" id="{6F1570E2-6F8F-43C9-A46B-089B54F12B58}"/>
              </a:ext>
            </a:extLst>
          </p:cNvPr>
          <p:cNvSpPr>
            <a:spLocks xmlns:a="http://schemas.openxmlformats.org/drawingml/2006/main" noGrp="1"/>
          </p:cNvSpPr>
          <p:nvPr/>
        </p:nvSpPr>
        <p:spPr>
          <a:xfrm xmlns:a="http://schemas.openxmlformats.org/drawingml/2006/main">
            <a:off x="457200" y="2362200"/>
            <a:ext cx="138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2000" b="1">
                <a:solidFill>
                  <a:srgbClr val="202020"/>
                </a:solidFill>
                <a:latin typeface="Georgia"/>
                <a:ea typeface="Georgia"/>
                <a:cs typeface="Georgia"/>
              </a:defRPr>
            </a:pPr>
            <a:r>
              <a:rPr sz="2000" b="1">
                <a:solidFill>
                  <a:srgbClr val="202020"/>
                </a:solidFill>
                <a:latin typeface="Georgia"/>
                <a:ea typeface="Georgia"/>
                <a:cs typeface="Georgia"/>
              </a:rPr>
              <a:t>120</a:t>
            </a:r>
          </a:p>
        </p:txBody>
      </p:sp>
      <p:sp>
        <p:nvSpPr>
          <p:cNvPr id="20" name="Commerce diagram: −">
            <a:extLst xmlns:a="http://schemas.openxmlformats.org/drawingml/2006/main">
              <a:ext uri="{FF2B5EF4-FFF2-40B4-BE49-F238E27FC236}">
                <a16:creationId xmlns:a16="http://schemas.microsoft.com/office/drawing/2014/main" id="{B73145E8-990E-4C4F-83EB-CC2603BB9B81}"/>
              </a:ext>
            </a:extLst>
          </p:cNvPr>
          <p:cNvSpPr>
            <a:spLocks xmlns:a="http://schemas.openxmlformats.org/drawingml/2006/main" noGrp="1"/>
          </p:cNvSpPr>
          <p:nvPr/>
        </p:nvSpPr>
        <p:spPr>
          <a:xfrm xmlns:a="http://schemas.openxmlformats.org/drawingml/2006/main">
            <a:off x="1847850" y="2362200"/>
            <a:ext cx="4095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2000" b="0">
                <a:solidFill>
                  <a:srgbClr val="202020"/>
                </a:solidFill>
                <a:latin typeface="Georgia"/>
                <a:ea typeface="Georgia"/>
                <a:cs typeface="Georgia"/>
              </a:defRPr>
            </a:pPr>
            <a:r>
              <a:rPr sz="2000" b="0">
                <a:solidFill>
                  <a:srgbClr val="202020"/>
                </a:solidFill>
                <a:latin typeface="Georgia"/>
                <a:ea typeface="Georgia"/>
                <a:cs typeface="Georgia"/>
              </a:rPr>
              <a:t>−</a:t>
            </a:r>
          </a:p>
        </p:txBody>
      </p:sp>
      <p:sp>
        <p:nvSpPr>
          <p:cNvPr id="21" name="Commerce diagram: 3">
            <a:extLst xmlns:a="http://schemas.openxmlformats.org/drawingml/2006/main">
              <a:ext uri="{FF2B5EF4-FFF2-40B4-BE49-F238E27FC236}">
                <a16:creationId xmlns:a16="http://schemas.microsoft.com/office/drawing/2014/main" id="{258A2239-A2D4-42FD-89AF-6540EED68A1A}"/>
              </a:ext>
            </a:extLst>
          </p:cNvPr>
          <p:cNvSpPr>
            <a:spLocks xmlns:a="http://schemas.openxmlformats.org/drawingml/2006/main" noGrp="1"/>
          </p:cNvSpPr>
          <p:nvPr/>
        </p:nvSpPr>
        <p:spPr>
          <a:xfrm xmlns:a="http://schemas.openxmlformats.org/drawingml/2006/main">
            <a:off x="2266950" y="2362200"/>
            <a:ext cx="123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2000" b="1">
                <a:solidFill>
                  <a:srgbClr val="202020"/>
                </a:solidFill>
                <a:latin typeface="Georgia"/>
                <a:ea typeface="Georgia"/>
                <a:cs typeface="Georgia"/>
              </a:defRPr>
            </a:pPr>
            <a:r>
              <a:rPr sz="2000" b="1">
                <a:solidFill>
                  <a:srgbClr val="202020"/>
                </a:solidFill>
                <a:latin typeface="Georgia"/>
                <a:ea typeface="Georgia"/>
                <a:cs typeface="Georgia"/>
              </a:rPr>
              <a:t>3</a:t>
            </a:r>
          </a:p>
        </p:txBody>
      </p:sp>
      <p:sp>
        <p:nvSpPr>
          <p:cNvPr id="22" name="Commerce diagram: =">
            <a:extLst xmlns:a="http://schemas.openxmlformats.org/drawingml/2006/main">
              <a:ext uri="{FF2B5EF4-FFF2-40B4-BE49-F238E27FC236}">
                <a16:creationId xmlns:a16="http://schemas.microsoft.com/office/drawing/2014/main" id="{40A6F114-AABB-4381-804C-632E59BC8629}"/>
              </a:ext>
            </a:extLst>
          </p:cNvPr>
          <p:cNvSpPr>
            <a:spLocks xmlns:a="http://schemas.openxmlformats.org/drawingml/2006/main" noGrp="1"/>
          </p:cNvSpPr>
          <p:nvPr/>
        </p:nvSpPr>
        <p:spPr>
          <a:xfrm xmlns:a="http://schemas.openxmlformats.org/drawingml/2006/main">
            <a:off x="3562350" y="2362200"/>
            <a:ext cx="4095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2000" b="0">
                <a:solidFill>
                  <a:srgbClr val="202020"/>
                </a:solidFill>
                <a:latin typeface="Georgia"/>
                <a:ea typeface="Georgia"/>
                <a:cs typeface="Georgia"/>
              </a:defRPr>
            </a:pPr>
            <a:r>
              <a:rPr sz="2000" b="0">
                <a:solidFill>
                  <a:srgbClr val="202020"/>
                </a:solidFill>
                <a:latin typeface="Georgia"/>
                <a:ea typeface="Georgia"/>
                <a:cs typeface="Georgia"/>
              </a:rPr>
              <a:t>=</a:t>
            </a:r>
          </a:p>
        </p:txBody>
      </p:sp>
      <p:sp>
        <p:nvSpPr>
          <p:cNvPr id="23" name="Commerce diagram: 117">
            <a:extLst xmlns:a="http://schemas.openxmlformats.org/drawingml/2006/main">
              <a:ext uri="{FF2B5EF4-FFF2-40B4-BE49-F238E27FC236}">
                <a16:creationId xmlns:a16="http://schemas.microsoft.com/office/drawing/2014/main" id="{D91E0595-677F-4042-B74C-9F7D638BB2AB}"/>
              </a:ext>
            </a:extLst>
          </p:cNvPr>
          <p:cNvSpPr>
            <a:spLocks xmlns:a="http://schemas.openxmlformats.org/drawingml/2006/main" noGrp="1"/>
          </p:cNvSpPr>
          <p:nvPr/>
        </p:nvSpPr>
        <p:spPr>
          <a:xfrm xmlns:a="http://schemas.openxmlformats.org/drawingml/2006/main">
            <a:off x="4095750" y="2362200"/>
            <a:ext cx="147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2000" b="1">
                <a:solidFill>
                  <a:srgbClr val="C00000"/>
                </a:solidFill>
                <a:latin typeface="Georgia"/>
                <a:ea typeface="Georgia"/>
                <a:cs typeface="Georgia"/>
              </a:defRPr>
            </a:pPr>
            <a:r>
              <a:rPr sz="2000" b="1">
                <a:solidFill>
                  <a:srgbClr val="C00000"/>
                </a:solidFill>
                <a:latin typeface="Georgia"/>
                <a:ea typeface="Georgia"/>
                <a:cs typeface="Georgia"/>
              </a:rPr>
              <a:t>117</a:t>
            </a:r>
          </a:p>
        </p:txBody>
      </p:sp>
      <p:sp>
        <p:nvSpPr>
          <p:cNvPr id="24" name="Commerce diagram: On hand">
            <a:extLst xmlns:a="http://schemas.openxmlformats.org/drawingml/2006/main">
              <a:ext uri="{FF2B5EF4-FFF2-40B4-BE49-F238E27FC236}">
                <a16:creationId xmlns:a16="http://schemas.microsoft.com/office/drawing/2014/main" id="{BE80EA4C-87B8-4252-B27D-648838810061}"/>
              </a:ext>
            </a:extLst>
          </p:cNvPr>
          <p:cNvSpPr>
            <a:spLocks xmlns:a="http://schemas.openxmlformats.org/drawingml/2006/main" noGrp="1"/>
          </p:cNvSpPr>
          <p:nvPr/>
        </p:nvSpPr>
        <p:spPr>
          <a:xfrm xmlns:a="http://schemas.openxmlformats.org/drawingml/2006/main">
            <a:off x="457200" y="2962275"/>
            <a:ext cx="1381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On hand</a:t>
            </a:r>
          </a:p>
        </p:txBody>
      </p:sp>
      <p:sp>
        <p:nvSpPr>
          <p:cNvPr id="25" name="Commerce diagram: Reserved">
            <a:extLst xmlns:a="http://schemas.openxmlformats.org/drawingml/2006/main">
              <a:ext uri="{FF2B5EF4-FFF2-40B4-BE49-F238E27FC236}">
                <a16:creationId xmlns:a16="http://schemas.microsoft.com/office/drawing/2014/main" id="{EB8CCC08-92E0-4CF9-B532-40E3F49583F8}"/>
              </a:ext>
            </a:extLst>
          </p:cNvPr>
          <p:cNvSpPr>
            <a:spLocks xmlns:a="http://schemas.openxmlformats.org/drawingml/2006/main" noGrp="1"/>
          </p:cNvSpPr>
          <p:nvPr/>
        </p:nvSpPr>
        <p:spPr>
          <a:xfrm xmlns:a="http://schemas.openxmlformats.org/drawingml/2006/main">
            <a:off x="2266950" y="2962275"/>
            <a:ext cx="123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Reserved</a:t>
            </a:r>
          </a:p>
        </p:txBody>
      </p:sp>
      <p:sp>
        <p:nvSpPr>
          <p:cNvPr id="26" name="Commerce diagram: Available">
            <a:extLst xmlns:a="http://schemas.openxmlformats.org/drawingml/2006/main">
              <a:ext uri="{FF2B5EF4-FFF2-40B4-BE49-F238E27FC236}">
                <a16:creationId xmlns:a16="http://schemas.microsoft.com/office/drawing/2014/main" id="{D6E0DC60-232D-4D85-9DB2-CF02B8696353}"/>
              </a:ext>
            </a:extLst>
          </p:cNvPr>
          <p:cNvSpPr>
            <a:spLocks xmlns:a="http://schemas.openxmlformats.org/drawingml/2006/main" noGrp="1"/>
          </p:cNvSpPr>
          <p:nvPr/>
        </p:nvSpPr>
        <p:spPr>
          <a:xfrm xmlns:a="http://schemas.openxmlformats.org/drawingml/2006/main">
            <a:off x="4095750" y="2962275"/>
            <a:ext cx="1476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Available</a:t>
            </a:r>
          </a:p>
        </p:txBody>
      </p:sp>
      <p:sp>
        <p:nvSpPr>
          <p:cNvPr id="27" name="Commerce diagram: Illustrative stock balance">
            <a:extLst xmlns:a="http://schemas.openxmlformats.org/drawingml/2006/main">
              <a:ext uri="{FF2B5EF4-FFF2-40B4-BE49-F238E27FC236}">
                <a16:creationId xmlns:a16="http://schemas.microsoft.com/office/drawing/2014/main" id="{AF010AEA-DFA0-4C0E-8151-C07EE5FC9129}"/>
              </a:ext>
            </a:extLst>
          </p:cNvPr>
          <p:cNvSpPr>
            <a:spLocks xmlns:a="http://schemas.openxmlformats.org/drawingml/2006/main" noGrp="1"/>
          </p:cNvSpPr>
          <p:nvPr/>
        </p:nvSpPr>
        <p:spPr>
          <a:xfrm xmlns:a="http://schemas.openxmlformats.org/drawingml/2006/main">
            <a:off x="457200" y="3857625"/>
            <a:ext cx="5124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100" b="0">
                <a:solidFill>
                  <a:srgbClr val="202020"/>
                </a:solidFill>
                <a:latin typeface="Georgia"/>
                <a:ea typeface="Georgia"/>
                <a:cs typeface="Georgia"/>
              </a:defRPr>
            </a:pPr>
            <a:r>
              <a:rPr sz="1100" b="0">
                <a:solidFill>
                  <a:srgbClr val="202020"/>
                </a:solidFill>
                <a:latin typeface="Georgia"/>
                <a:ea typeface="Georgia"/>
                <a:cs typeface="Georgia"/>
              </a:rPr>
              <a:t>Illustrative stock balance</a:t>
            </a:r>
          </a:p>
        </p:txBody>
      </p:sp>
      <p:sp>
        <p:nvSpPr>
          <p:cNvPr id="28" name="Commerce diagram: Stock is tracked for each product and warehouse.  Reservation is not a physical shipment.">
            <a:extLst xmlns:a="http://schemas.openxmlformats.org/drawingml/2006/main">
              <a:ext uri="{FF2B5EF4-FFF2-40B4-BE49-F238E27FC236}">
                <a16:creationId xmlns:a16="http://schemas.microsoft.com/office/drawing/2014/main" id="{1C77C639-2482-4514-B614-73F34B61756D}"/>
              </a:ext>
            </a:extLst>
          </p:cNvPr>
          <p:cNvSpPr>
            <a:spLocks xmlns:a="http://schemas.openxmlformats.org/drawingml/2006/main" noGrp="1"/>
          </p:cNvSpPr>
          <p:nvPr/>
        </p:nvSpPr>
        <p:spPr>
          <a:xfrm xmlns:a="http://schemas.openxmlformats.org/drawingml/2006/main">
            <a:off x="5953125" y="1847850"/>
            <a:ext cx="2428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Stock is tracked for</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each product and</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warehouse.</a:t>
            </a:r>
          </a:p>
          <a:p xmlns:a="http://schemas.openxmlformats.org/drawingml/2006/main">
            <a:r>
              <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Reservation is not</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a physical shipment.</a:t>
            </a:r>
          </a:p>
        </p:txBody>
      </p:sp>
    </p:spTree>
    <p:extLst>
      <p:ext uri="{BB962C8B-B14F-4D97-AF65-F5344CB8AC3E}">
        <p14:creationId xmlns:p14="http://schemas.microsoft.com/office/powerpoint/2010/main" val="217130429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8F37664E-5204-4E99-885D-3E8D33C4D6EF}"/>
              </a:ext>
            </a:extLst>
          </p:cNvPr>
          <p:cNvSpPr>
            <a:spLocks xmlns:a="http://schemas.openxmlformats.org/drawingml/2006/main" noGrp="1"/>
          </p:cNvSpPr>
          <p:nvPr>
            <p:ph type="sldNum" idx="4294967295"/>
          </p:nvPr>
        </p:nvSpPr>
        <p:spPr>
          <a:xfrm xmlns:a="http://schemas.openxmlformats.org/drawingml/2006/main">
            <a:off x="7086600" y="4767263"/>
            <a:ext cx="2057400" cy="2746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C630A04-5A25-9E0C-9436-126091DB86B3}" type="slidenum">
              <a:t>6</a:t>
            </a:fld>
            <a:endParaRPr/>
          </a:p>
        </p:txBody>
      </p:sp>
      <p:sp>
        <p:nvSpPr>
          <p:cNvPr id="5" name="Title 2">
            <a:extLst xmlns:a="http://schemas.openxmlformats.org/drawingml/2006/main">
              <a:ext uri="{FF2B5EF4-FFF2-40B4-BE49-F238E27FC236}">
                <a16:creationId xmlns:a16="http://schemas.microsoft.com/office/drawing/2014/main" id="{B80F68E3-4652-480A-AC6D-2BC7666B3FA0}"/>
              </a:ext>
            </a:extLst>
          </p:cNvPr>
          <p:cNvSpPr>
            <a:spLocks xmlns:a="http://schemas.openxmlformats.org/drawingml/2006/main" noGrp="1"/>
          </p:cNvSpPr>
          <p:nvPr/>
        </p:nvSpPr>
        <p:spPr>
          <a:xfrm xmlns:a="http://schemas.openxmlformats.org/drawingml/2006/main">
            <a:off x="319661" y="384024"/>
            <a:ext cx="7429500" cy="390390"/>
          </a:xfrm>
          <a:prstGeom xmlns:a="http://schemas.openxmlformats.org/drawingml/2006/main" prst="rect">
            <a:avLst/>
          </a:prstGeom>
        </p:spPr>
        <p:txBody>
          <a:bodyPr xmlns:a="http://schemas.openxmlformats.org/drawingml/2006/main"/>
          <a:lstStyle xmlns:a="http://schemas.openxmlformats.org/drawingml/2006/main">
            <a:lvl1pPr algn="l" defTabSz="685800">
              <a:lnSpc>
                <a:spcPct val="90000"/>
              </a:lnSpc>
              <a:spcBef>
                <a:spcPct val="0"/>
              </a:spcBef>
              <a:buNone/>
              <a:defRPr sz="3300" kern="1200">
                <a:solidFill>
                  <a:schemeClr val="tx1"/>
                </a:solidFill>
                <a:latin typeface="+mj-lt"/>
                <a:ea typeface="+mj-lt"/>
                <a:cs typeface="+mj-lt"/>
              </a:defRPr>
            </a:lvl1pPr>
          </a:lstStyle>
          <a:p xmlns:a="http://schemas.openxmlformats.org/drawingml/2006/main">
            <a:pPr>
              <a:spcAft>
                <a:spcPts val="0"/>
              </a:spcAft>
              <a:buNone/>
            </a:pPr>
            <a:r>
              <a:rPr sz="2000" b="1">
                <a:latin typeface="Georgia"/>
                <a:ea typeface="Georgia"/>
                <a:cs typeface="Georgia"/>
              </a:rPr>
              <a:t>One order, one workflow</a:t>
            </a:r>
          </a:p>
        </p:txBody>
      </p:sp>
      <p:sp>
        <p:nvSpPr>
          <p:cNvPr id="4" name="TextBox 3">
            <a:extLst xmlns:a="http://schemas.openxmlformats.org/drawingml/2006/main">
              <a:ext uri="{FF2B5EF4-FFF2-40B4-BE49-F238E27FC236}">
                <a16:creationId xmlns:a16="http://schemas.microsoft.com/office/drawing/2014/main" id="{39B46FBC-489C-472E-8305-3FC22CE855B5}"/>
              </a:ext>
            </a:extLst>
          </p:cNvPr>
          <p:cNvSpPr>
            <a:spLocks xmlns:a="http://schemas.openxmlformats.org/drawingml/2006/main" noGrp="1"/>
          </p:cNvSpPr>
          <p:nvPr/>
        </p:nvSpPr>
        <p:spPr>
          <a:xfrm xmlns:a="http://schemas.openxmlformats.org/drawingml/2006/main">
            <a:off x="228805" y="789031"/>
            <a:ext cx="7198542" cy="9387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a:solidFill>
                  <a:schemeClr val="tx1"/>
                </a:solidFill>
                <a:latin typeface="Georgia"/>
                <a:ea typeface="Georgia"/>
                <a:cs typeface="Georgia"/>
              </a:rPr>
              <a:t>Business records are created together; failures should not leave partial orders.</a:t>
            </a:r>
          </a:p>
          <a:p xmlns:a="http://schemas.openxmlformats.org/drawingml/2006/main">
            <a:endParaRPr sz="1800">
              <a:latin typeface="Calibri"/>
              <a:ea typeface="Calibri"/>
              <a:cs typeface="Calibri"/>
            </a:endParaRPr>
          </a:p>
        </p:txBody>
      </p:sp>
      <p:sp>
        <p:nvSpPr>
          <p:cNvPr id="2" name="TextBox 1">
            <a:extLst xmlns:a="http://schemas.openxmlformats.org/drawingml/2006/main">
              <a:ext uri="{FF2B5EF4-FFF2-40B4-BE49-F238E27FC236}">
                <a16:creationId xmlns:a16="http://schemas.microsoft.com/office/drawing/2014/main" id="{5A7AA003-805E-428C-9F2C-6B974F9D5051}"/>
              </a:ext>
            </a:extLst>
          </p:cNvPr>
          <p:cNvSpPr>
            <a:spLocks xmlns:a="http://schemas.openxmlformats.org/drawingml/2006/main" noGrp="1"/>
          </p:cNvSpPr>
          <p:nvPr/>
        </p:nvSpPr>
        <p:spPr>
          <a:xfrm xmlns:a="http://schemas.openxmlformats.org/drawingml/2006/main">
            <a:off x="5959266" y="3337645"/>
            <a:ext cx="2434107" cy="502920"/>
          </a:xfrm>
          <a:prstGeom xmlns:a="http://schemas.openxmlformats.org/drawingml/2006/main" prst="rect">
            <a:avLst/>
          </a:prstGeom>
          <a:solidFill xmlns:a="http://schemas.openxmlformats.org/drawingml/2006/main">
            <a:srgbClr val="D11414"/>
          </a:solidFill>
          <a:ln xmlns:a="http://schemas.openxmlformats.org/drawingml/2006/main">
            <a:solidFill>
              <a:srgbClr val="D1141E"/>
            </a:solidFill>
          </a:ln>
        </p:spPr>
        <p:txBody>
          <a:bodyPr xmlns:a="http://schemas.openxmlformats.org/drawingml/2006/main" wrap="square">
            <a:spAutoFit/>
          </a:bodyPr>
          <a:lstStyle xmlns:a="http://schemas.openxmlformats.org/drawingml/2006/main"/>
          <a:p xmlns:a="http://schemas.openxmlformats.org/drawingml/2006/main">
            <a:r>
              <a:rPr i="1">
                <a:latin typeface="Georgia"/>
                <a:ea typeface="Georgia"/>
                <a:cs typeface="Georgia"/>
              </a:rPr>
              <a:t>A repeat key returns
the existing order.</a:t>
            </a:r>
          </a:p>
        </p:txBody>
      </p:sp>
      <p:sp>
        <p:nvSpPr>
          <p:cNvPr id="17" name="Straight Connector 16">
            <a:extLst xmlns:a="http://schemas.openxmlformats.org/drawingml/2006/main">
              <a:ext uri="{FF2B5EF4-FFF2-40B4-BE49-F238E27FC236}">
                <a16:creationId xmlns:a16="http://schemas.microsoft.com/office/drawing/2014/main" id="{EC83A9F0-020C-446E-9F5E-2348F20C1CFE}"/>
              </a:ext>
            </a:extLst>
          </p:cNvPr>
          <p:cNvSpPr>
            <a:spLocks xmlns:a="http://schemas.openxmlformats.org/drawingml/2006/main" noGrp="1"/>
          </p:cNvSpPr>
          <p:nvPr/>
        </p:nvSpPr>
        <p:spPr>
          <a:xfrm xmlns:a="http://schemas.openxmlformats.org/drawingml/2006/main">
            <a:off x="360270" y="403703"/>
            <a:ext cx="340" cy="162967"/>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Straight Connector 17">
            <a:extLst xmlns:a="http://schemas.openxmlformats.org/drawingml/2006/main">
              <a:ext uri="{FF2B5EF4-FFF2-40B4-BE49-F238E27FC236}">
                <a16:creationId xmlns:a16="http://schemas.microsoft.com/office/drawing/2014/main" id="{5C63F7E6-3730-4F76-8C7B-85056D77F6CB}"/>
              </a:ext>
            </a:extLst>
          </p:cNvPr>
          <p:cNvSpPr>
            <a:spLocks xmlns:a="http://schemas.openxmlformats.org/drawingml/2006/main" noGrp="1"/>
          </p:cNvSpPr>
          <p:nvPr/>
        </p:nvSpPr>
        <p:spPr>
          <a:xfrm xmlns:a="http://schemas.openxmlformats.org/drawingml/2006/main">
            <a:off x="353830" y="405156"/>
            <a:ext cx="6948493" cy="0"/>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9" name="Flow arrow">
            <a:extLst xmlns:a="http://schemas.openxmlformats.org/drawingml/2006/main">
              <a:ext uri="{FF2B5EF4-FFF2-40B4-BE49-F238E27FC236}">
                <a16:creationId xmlns:a16="http://schemas.microsoft.com/office/drawing/2014/main" id="{6D90A12C-4E17-441B-8222-21F33D562251}"/>
              </a:ext>
            </a:extLst>
          </p:cNvPr>
          <p:cNvSpPr>
            <a:spLocks xmlns:a="http://schemas.openxmlformats.org/drawingml/2006/main" noGrp="1"/>
          </p:cNvSpPr>
          <p:nvPr/>
        </p:nvSpPr>
        <p:spPr>
          <a:xfrm xmlns:a="http://schemas.openxmlformats.org/drawingml/2006/main">
            <a:off x="1971675" y="2305050"/>
            <a:ext cx="228600" cy="171450"/>
          </a:xfrm>
          <a:prstGeom xmlns:a="http://schemas.openxmlformats.org/drawingml/2006/main" prst="rightArrow">
            <a:avLst/>
          </a:prstGeom>
          <a:solidFill xmlns:a="http://schemas.openxmlformats.org/drawingml/2006/main">
            <a:srgbClr val="C00000"/>
          </a:solidFill>
          <a:ln xmlns:a="http://schemas.openxmlformats.org/drawingml/2006/main" w="0">
            <a:noFill/>
          </a:ln>
        </p:spPr>
      </p:sp>
      <p:sp>
        <p:nvSpPr>
          <p:cNvPr id="20" name="Flow arrow">
            <a:extLst xmlns:a="http://schemas.openxmlformats.org/drawingml/2006/main">
              <a:ext uri="{FF2B5EF4-FFF2-40B4-BE49-F238E27FC236}">
                <a16:creationId xmlns:a16="http://schemas.microsoft.com/office/drawing/2014/main" id="{50A93906-3E0C-43A3-B11F-70576715CFA0}"/>
              </a:ext>
            </a:extLst>
          </p:cNvPr>
          <p:cNvSpPr>
            <a:spLocks xmlns:a="http://schemas.openxmlformats.org/drawingml/2006/main" noGrp="1"/>
          </p:cNvSpPr>
          <p:nvPr/>
        </p:nvSpPr>
        <p:spPr>
          <a:xfrm xmlns:a="http://schemas.openxmlformats.org/drawingml/2006/main">
            <a:off x="3876675" y="2305050"/>
            <a:ext cx="228600" cy="171450"/>
          </a:xfrm>
          <a:prstGeom xmlns:a="http://schemas.openxmlformats.org/drawingml/2006/main" prst="rightArrow">
            <a:avLst/>
          </a:prstGeom>
          <a:solidFill xmlns:a="http://schemas.openxmlformats.org/drawingml/2006/main">
            <a:srgbClr val="C00000"/>
          </a:solidFill>
          <a:ln xmlns:a="http://schemas.openxmlformats.org/drawingml/2006/main" w="0">
            <a:noFill/>
          </a:ln>
        </p:spPr>
      </p:sp>
      <p:sp>
        <p:nvSpPr>
          <p:cNvPr id="21" name="Flow arrow">
            <a:extLst xmlns:a="http://schemas.openxmlformats.org/drawingml/2006/main">
              <a:ext uri="{FF2B5EF4-FFF2-40B4-BE49-F238E27FC236}">
                <a16:creationId xmlns:a16="http://schemas.microsoft.com/office/drawing/2014/main" id="{91578BDC-1796-4643-B67F-D927571808F2}"/>
              </a:ext>
            </a:extLst>
          </p:cNvPr>
          <p:cNvSpPr>
            <a:spLocks xmlns:a="http://schemas.openxmlformats.org/drawingml/2006/main" noGrp="1"/>
          </p:cNvSpPr>
          <p:nvPr/>
        </p:nvSpPr>
        <p:spPr>
          <a:xfrm xmlns:a="http://schemas.openxmlformats.org/drawingml/2006/main">
            <a:off x="4838700" y="2838450"/>
            <a:ext cx="171450" cy="733425"/>
          </a:xfrm>
          <a:prstGeom xmlns:a="http://schemas.openxmlformats.org/drawingml/2006/main" prst="downArrow">
            <a:avLst/>
          </a:prstGeom>
          <a:solidFill xmlns:a="http://schemas.openxmlformats.org/drawingml/2006/main">
            <a:srgbClr val="C00000"/>
          </a:solidFill>
          <a:ln xmlns:a="http://schemas.openxmlformats.org/drawingml/2006/main" w="0">
            <a:noFill/>
          </a:ln>
        </p:spPr>
      </p:sp>
      <p:sp>
        <p:nvSpPr>
          <p:cNvPr id="22" name="Flow arrow">
            <a:extLst xmlns:a="http://schemas.openxmlformats.org/drawingml/2006/main">
              <a:ext uri="{FF2B5EF4-FFF2-40B4-BE49-F238E27FC236}">
                <a16:creationId xmlns:a16="http://schemas.microsoft.com/office/drawing/2014/main" id="{9493228A-CD10-4D62-820C-5A9A93FC4D0B}"/>
              </a:ext>
            </a:extLst>
          </p:cNvPr>
          <p:cNvSpPr>
            <a:spLocks xmlns:a="http://schemas.openxmlformats.org/drawingml/2006/main" noGrp="1"/>
          </p:cNvSpPr>
          <p:nvPr/>
        </p:nvSpPr>
        <p:spPr>
          <a:xfrm xmlns:a="http://schemas.openxmlformats.org/drawingml/2006/main">
            <a:off x="1971675" y="3762375"/>
            <a:ext cx="228600" cy="171450"/>
          </a:xfrm>
          <a:prstGeom xmlns:a="http://schemas.openxmlformats.org/drawingml/2006/main" prst="leftArrow">
            <a:avLst/>
          </a:prstGeom>
          <a:solidFill xmlns:a="http://schemas.openxmlformats.org/drawingml/2006/main">
            <a:srgbClr val="C00000"/>
          </a:solidFill>
          <a:ln xmlns:a="http://schemas.openxmlformats.org/drawingml/2006/main" w="0">
            <a:noFill/>
          </a:ln>
        </p:spPr>
      </p:sp>
      <p:sp>
        <p:nvSpPr>
          <p:cNvPr id="23" name="Flow arrow">
            <a:extLst xmlns:a="http://schemas.openxmlformats.org/drawingml/2006/main">
              <a:ext uri="{FF2B5EF4-FFF2-40B4-BE49-F238E27FC236}">
                <a16:creationId xmlns:a16="http://schemas.microsoft.com/office/drawing/2014/main" id="{BD398BB4-34F5-48ED-B4FA-EF3FE15844F7}"/>
              </a:ext>
            </a:extLst>
          </p:cNvPr>
          <p:cNvSpPr>
            <a:spLocks xmlns:a="http://schemas.openxmlformats.org/drawingml/2006/main" noGrp="1"/>
          </p:cNvSpPr>
          <p:nvPr/>
        </p:nvSpPr>
        <p:spPr>
          <a:xfrm xmlns:a="http://schemas.openxmlformats.org/drawingml/2006/main">
            <a:off x="3876675" y="3762375"/>
            <a:ext cx="228600" cy="171450"/>
          </a:xfrm>
          <a:prstGeom xmlns:a="http://schemas.openxmlformats.org/drawingml/2006/main" prst="leftArrow">
            <a:avLst/>
          </a:prstGeom>
          <a:solidFill xmlns:a="http://schemas.openxmlformats.org/drawingml/2006/main">
            <a:srgbClr val="C00000"/>
          </a:solidFill>
          <a:ln xmlns:a="http://schemas.openxmlformats.org/drawingml/2006/main" w="0">
            <a:noFill/>
          </a:ln>
        </p:spPr>
      </p:sp>
      <p:sp>
        <p:nvSpPr>
          <p:cNvPr id="24" name="Commerce diagram: 1. Check request and repeat key">
            <a:extLst xmlns:a="http://schemas.openxmlformats.org/drawingml/2006/main">
              <a:ext uri="{FF2B5EF4-FFF2-40B4-BE49-F238E27FC236}">
                <a16:creationId xmlns:a16="http://schemas.microsoft.com/office/drawing/2014/main" id="{6FBF6754-5113-4DFD-A1C3-ED3FD22EC7E3}"/>
              </a:ext>
            </a:extLst>
          </p:cNvPr>
          <p:cNvSpPr>
            <a:spLocks xmlns:a="http://schemas.openxmlformats.org/drawingml/2006/main" noGrp="1"/>
          </p:cNvSpPr>
          <p:nvPr/>
        </p:nvSpPr>
        <p:spPr>
          <a:xfrm xmlns:a="http://schemas.openxmlformats.org/drawingml/2006/main">
            <a:off x="409575" y="2057400"/>
            <a:ext cx="1562100" cy="781050"/>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1. Check request</a:t>
            </a:r>
          </a:p>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and repeat key</a:t>
            </a:r>
          </a:p>
        </p:txBody>
      </p:sp>
      <p:sp>
        <p:nvSpPr>
          <p:cNvPr id="25" name="Commerce diagram: 2. Lock stock and reserve">
            <a:extLst xmlns:a="http://schemas.openxmlformats.org/drawingml/2006/main">
              <a:ext uri="{FF2B5EF4-FFF2-40B4-BE49-F238E27FC236}">
                <a16:creationId xmlns:a16="http://schemas.microsoft.com/office/drawing/2014/main" id="{2155F223-4032-4A27-B101-026AE6A54D79}"/>
              </a:ext>
            </a:extLst>
          </p:cNvPr>
          <p:cNvSpPr>
            <a:spLocks xmlns:a="http://schemas.openxmlformats.org/drawingml/2006/main" noGrp="1"/>
          </p:cNvSpPr>
          <p:nvPr/>
        </p:nvSpPr>
        <p:spPr>
          <a:xfrm xmlns:a="http://schemas.openxmlformats.org/drawingml/2006/main">
            <a:off x="2200275" y="2057400"/>
            <a:ext cx="1676400" cy="781050"/>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2. Lock stock</a:t>
            </a:r>
          </a:p>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and reserve</a:t>
            </a:r>
          </a:p>
        </p:txBody>
      </p:sp>
      <p:sp>
        <p:nvSpPr>
          <p:cNvPr id="26" name="Commerce diagram: 3. Calculate simulated costs">
            <a:extLst xmlns:a="http://schemas.openxmlformats.org/drawingml/2006/main">
              <a:ext uri="{FF2B5EF4-FFF2-40B4-BE49-F238E27FC236}">
                <a16:creationId xmlns:a16="http://schemas.microsoft.com/office/drawing/2014/main" id="{A8485F12-A915-4857-AD61-DD6DE7A577A7}"/>
              </a:ext>
            </a:extLst>
          </p:cNvPr>
          <p:cNvSpPr>
            <a:spLocks xmlns:a="http://schemas.openxmlformats.org/drawingml/2006/main" noGrp="1"/>
          </p:cNvSpPr>
          <p:nvPr/>
        </p:nvSpPr>
        <p:spPr>
          <a:xfrm xmlns:a="http://schemas.openxmlformats.org/drawingml/2006/main">
            <a:off x="4105275" y="2057400"/>
            <a:ext cx="1533525" cy="781050"/>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3. Calculate</a:t>
            </a:r>
          </a:p>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simulated costs</a:t>
            </a:r>
          </a:p>
        </p:txBody>
      </p:sp>
      <p:sp>
        <p:nvSpPr>
          <p:cNvPr id="27" name="Commerce diagram: 4. Order + payment + shipment">
            <a:extLst xmlns:a="http://schemas.openxmlformats.org/drawingml/2006/main">
              <a:ext uri="{FF2B5EF4-FFF2-40B4-BE49-F238E27FC236}">
                <a16:creationId xmlns:a16="http://schemas.microsoft.com/office/drawing/2014/main" id="{FC91F265-F1B9-4D6A-BAF8-1DAF09429E38}"/>
              </a:ext>
            </a:extLst>
          </p:cNvPr>
          <p:cNvSpPr>
            <a:spLocks xmlns:a="http://schemas.openxmlformats.org/drawingml/2006/main" noGrp="1"/>
          </p:cNvSpPr>
          <p:nvPr/>
        </p:nvSpPr>
        <p:spPr>
          <a:xfrm xmlns:a="http://schemas.openxmlformats.org/drawingml/2006/main">
            <a:off x="4105275" y="3571875"/>
            <a:ext cx="1533525" cy="942975"/>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4. Order +</a:t>
            </a:r>
          </a:p>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payment +</a:t>
            </a:r>
          </a:p>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shipment</a:t>
            </a:r>
          </a:p>
        </p:txBody>
      </p:sp>
      <p:sp>
        <p:nvSpPr>
          <p:cNvPr id="28" name="Commerce diagram: 6. Return order ID">
            <a:extLst xmlns:a="http://schemas.openxmlformats.org/drawingml/2006/main">
              <a:ext uri="{FF2B5EF4-FFF2-40B4-BE49-F238E27FC236}">
                <a16:creationId xmlns:a16="http://schemas.microsoft.com/office/drawing/2014/main" id="{D9ECD8A0-FD9A-491F-9935-E4A1707DF724}"/>
              </a:ext>
            </a:extLst>
          </p:cNvPr>
          <p:cNvSpPr>
            <a:spLocks xmlns:a="http://schemas.openxmlformats.org/drawingml/2006/main" noGrp="1"/>
          </p:cNvSpPr>
          <p:nvPr/>
        </p:nvSpPr>
        <p:spPr>
          <a:xfrm xmlns:a="http://schemas.openxmlformats.org/drawingml/2006/main">
            <a:off x="409575" y="3571875"/>
            <a:ext cx="1562100" cy="781050"/>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6. Return</a:t>
            </a:r>
          </a:p>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order ID</a:t>
            </a:r>
          </a:p>
        </p:txBody>
      </p:sp>
      <p:sp>
        <p:nvSpPr>
          <p:cNvPr id="29" name="Commerce diagram: 5. Commit all records">
            <a:extLst xmlns:a="http://schemas.openxmlformats.org/drawingml/2006/main">
              <a:ext uri="{FF2B5EF4-FFF2-40B4-BE49-F238E27FC236}">
                <a16:creationId xmlns:a16="http://schemas.microsoft.com/office/drawing/2014/main" id="{0F345517-0274-4A56-A3FC-B771064833B1}"/>
              </a:ext>
            </a:extLst>
          </p:cNvPr>
          <p:cNvSpPr>
            <a:spLocks xmlns:a="http://schemas.openxmlformats.org/drawingml/2006/main" noGrp="1"/>
          </p:cNvSpPr>
          <p:nvPr/>
        </p:nvSpPr>
        <p:spPr>
          <a:xfrm xmlns:a="http://schemas.openxmlformats.org/drawingml/2006/main">
            <a:off x="2200275" y="3571875"/>
            <a:ext cx="1676400" cy="781050"/>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5. Commit</a:t>
            </a:r>
          </a:p>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all records</a:t>
            </a:r>
          </a:p>
        </p:txBody>
      </p:sp>
      <p:sp>
        <p:nvSpPr>
          <p:cNvPr id="30" name="Commerce diagram: Successful creation commits together.  An error should roll back changes.">
            <a:extLst xmlns:a="http://schemas.openxmlformats.org/drawingml/2006/main">
              <a:ext uri="{FF2B5EF4-FFF2-40B4-BE49-F238E27FC236}">
                <a16:creationId xmlns:a16="http://schemas.microsoft.com/office/drawing/2014/main" id="{469ACC28-8B75-4E68-8E1D-847CE2C3CCC1}"/>
              </a:ext>
            </a:extLst>
          </p:cNvPr>
          <p:cNvSpPr>
            <a:spLocks xmlns:a="http://schemas.openxmlformats.org/drawingml/2006/main" noGrp="1"/>
          </p:cNvSpPr>
          <p:nvPr/>
        </p:nvSpPr>
        <p:spPr>
          <a:xfrm xmlns:a="http://schemas.openxmlformats.org/drawingml/2006/main">
            <a:off x="5953125" y="1847850"/>
            <a:ext cx="2428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Successful creation</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commits together.</a:t>
            </a:r>
          </a:p>
          <a:p xmlns:a="http://schemas.openxmlformats.org/drawingml/2006/main">
            <a:r>
              <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An error should</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roll back changes.</a:t>
            </a:r>
          </a:p>
        </p:txBody>
      </p:sp>
    </p:spTree>
    <p:extLst>
      <p:ext uri="{BB962C8B-B14F-4D97-AF65-F5344CB8AC3E}">
        <p14:creationId xmlns:p14="http://schemas.microsoft.com/office/powerpoint/2010/main" val="217130429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EF999DB7-D326-4418-BD25-436F8D992580}"/>
              </a:ext>
            </a:extLst>
          </p:cNvPr>
          <p:cNvSpPr>
            <a:spLocks xmlns:a="http://schemas.openxmlformats.org/drawingml/2006/main" noGrp="1"/>
          </p:cNvSpPr>
          <p:nvPr/>
        </p:nvSpPr>
        <p:spPr>
          <a:xfrm xmlns:a="http://schemas.openxmlformats.org/drawingml/2006/main">
            <a:off x="508157" y="338252"/>
            <a:ext cx="7429500" cy="40011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2000" b="1">
                <a:solidFill>
                  <a:schemeClr val="tx1"/>
                </a:solidFill>
                <a:latin typeface="Georgia"/>
                <a:ea typeface="Georgia"/>
                <a:cs typeface="Georgia"/>
              </a:rPr>
              <a:t>International order costing</a:t>
            </a:r>
          </a:p>
        </p:txBody>
      </p:sp>
      <p:sp>
        <p:nvSpPr>
          <p:cNvPr id="4" name="TextBox 3">
            <a:extLst xmlns:a="http://schemas.openxmlformats.org/drawingml/2006/main">
              <a:ext uri="{FF2B5EF4-FFF2-40B4-BE49-F238E27FC236}">
                <a16:creationId xmlns:a16="http://schemas.microsoft.com/office/drawing/2014/main" id="{66842271-518F-41B1-A378-5FBBB1F3E885}"/>
              </a:ext>
            </a:extLst>
          </p:cNvPr>
          <p:cNvSpPr>
            <a:spLocks xmlns:a="http://schemas.openxmlformats.org/drawingml/2006/main" noGrp="1"/>
          </p:cNvSpPr>
          <p:nvPr/>
        </p:nvSpPr>
        <p:spPr>
          <a:xfrm xmlns:a="http://schemas.openxmlformats.org/drawingml/2006/main">
            <a:off x="661093" y="1239285"/>
            <a:ext cx="6299200" cy="178510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171450" indent="-171450" algn="l">
              <a:buFont typeface="Arial"/>
              <a:buChar char="•"/>
            </a:pPr>
            <a:r>
              <a:rPr sz="1100">
                <a:solidFill>
                  <a:schemeClr val="tx1"/>
                </a:solidFill>
                <a:latin typeface="Georgia"/>
                <a:ea typeface="Georgia"/>
                <a:cs typeface="Georgia"/>
              </a:rPr>
              <a:t>Supported currencies: USD, GBP, AED, PKR and EUR.</a:t>
            </a:r>
            <a:endParaRPr sz="1100">
              <a:solidFill>
                <a:schemeClr val="tx1"/>
              </a:solidFill>
              <a:latin typeface="Georgia"/>
              <a:ea typeface="Georgia"/>
              <a:cs typeface="Georgia"/>
            </a:endParaRPr>
          </a:p>
          <a:p xmlns:a="http://schemas.openxmlformats.org/drawingml/2006/main">
            <a:pPr marL="171450" indent="-171450" algn="l">
              <a:buFont typeface="Arial"/>
              <a:buChar char="•"/>
            </a:pPr>
            <a:r>
              <a:rPr sz="1100">
                <a:solidFill>
                  <a:schemeClr val="tx1"/>
                </a:solidFill>
                <a:latin typeface="Georgia"/>
                <a:ea typeface="Georgia"/>
                <a:cs typeface="Georgia"/>
              </a:rPr>
              <a:t>Order total combines goods, shipping, duty and tax.</a:t>
            </a:r>
          </a:p>
          <a:p xmlns:a="http://schemas.openxmlformats.org/drawingml/2006/main">
            <a:pPr marL="171450" indent="-171450" algn="l">
              <a:buFont typeface="Arial"/>
              <a:buChar char="•"/>
            </a:pPr>
            <a:r>
              <a:rPr sz="1100">
                <a:solidFill>
                  <a:schemeClr val="tx1"/>
                </a:solidFill>
                <a:latin typeface="Georgia"/>
                <a:ea typeface="Georgia"/>
                <a:cs typeface="Georgia"/>
              </a:rPr>
              <a:t>Exchange rates, payment authorization and trade charges are simulated.</a:t>
            </a:r>
          </a:p>
          <a:p xmlns:a="http://schemas.openxmlformats.org/drawingml/2006/main">
            <a:pPr marL="171450" indent="-171450" algn="l">
              <a:buFont typeface="Arial"/>
              <a:buChar char="•"/>
            </a:pPr>
            <a:r>
              <a:rPr sz="1100">
                <a:solidFill>
                  <a:schemeClr val="tx1"/>
                </a:solidFill>
                <a:latin typeface="Georgia"/>
                <a:ea typeface="Georgia"/>
                <a:cs typeface="Georgia"/>
              </a:rPr>
              <a:t>Real launch requires current rates, legal rules and provider integrations.</a:t>
            </a:r>
            <a:r>
              <a:rPr sz="1100">
                <a:solidFill>
                  <a:schemeClr val="tx1"/>
                </a:solidFill>
                <a:latin typeface="Georgia"/>
                <a:ea typeface="Georgia"/>
                <a:cs typeface="Georgia"/>
              </a:rPr>
              <a:t>	</a:t>
            </a:r>
          </a:p>
          <a:p xmlns:a="http://schemas.openxmlformats.org/drawingml/2006/main">
            <a:pPr algn="l">
              <a:buNone/>
            </a:pPr>
            <a:endParaRPr sz="1100">
              <a:solidFill>
                <a:schemeClr val="tx1"/>
              </a:solidFill>
              <a:latin typeface="Georgia"/>
              <a:ea typeface="Georgia"/>
              <a:cs typeface="Georgia"/>
            </a:endParaRPr>
          </a:p>
          <a:p xmlns:a="http://schemas.openxmlformats.org/drawingml/2006/main">
            <a:pPr marL="171450" indent="-171450" algn="l">
              <a:buFont typeface="Arial"/>
              <a:buChar char="•"/>
            </a:pPr>
            <a:endParaRPr sz="1100">
              <a:solidFill>
                <a:schemeClr val="tx1"/>
              </a:solidFill>
              <a:latin typeface="Georgia"/>
              <a:ea typeface="Georgia"/>
              <a:cs typeface="Georgia"/>
            </a:endParaRPr>
          </a:p>
          <a:p xmlns:a="http://schemas.openxmlformats.org/drawingml/2006/main">
            <a:pPr algn="l">
              <a:buNone/>
            </a:pPr>
            <a:endParaRPr sz="1100">
              <a:solidFill>
                <a:schemeClr val="tx1"/>
              </a:solidFill>
              <a:latin typeface="Georgia"/>
              <a:ea typeface="Georgia"/>
              <a:cs typeface="Georgia"/>
            </a:endParaRPr>
          </a:p>
        </p:txBody>
      </p:sp>
      <p:sp>
        <p:nvSpPr>
          <p:cNvPr id="6" name="Straight Connector 5">
            <a:extLst xmlns:a="http://schemas.openxmlformats.org/drawingml/2006/main">
              <a:ext uri="{FF2B5EF4-FFF2-40B4-BE49-F238E27FC236}">
                <a16:creationId xmlns:a16="http://schemas.microsoft.com/office/drawing/2014/main" id="{951F7955-0F73-43AB-992C-8BB2CA9AEE56}"/>
              </a:ext>
            </a:extLst>
          </p:cNvPr>
          <p:cNvSpPr>
            <a:spLocks xmlns:a="http://schemas.openxmlformats.org/drawingml/2006/main" noGrp="1"/>
          </p:cNvSpPr>
          <p:nvPr/>
        </p:nvSpPr>
        <p:spPr>
          <a:xfrm xmlns:a="http://schemas.openxmlformats.org/drawingml/2006/main">
            <a:off x="566322" y="390825"/>
            <a:ext cx="340" cy="162967"/>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Straight Connector 6">
            <a:extLst xmlns:a="http://schemas.openxmlformats.org/drawingml/2006/main">
              <a:ext uri="{FF2B5EF4-FFF2-40B4-BE49-F238E27FC236}">
                <a16:creationId xmlns:a16="http://schemas.microsoft.com/office/drawing/2014/main" id="{17A807C5-12A7-42DF-B9E1-C9C81FD38257}"/>
              </a:ext>
            </a:extLst>
          </p:cNvPr>
          <p:cNvSpPr>
            <a:spLocks xmlns:a="http://schemas.openxmlformats.org/drawingml/2006/main" noGrp="1"/>
          </p:cNvSpPr>
          <p:nvPr/>
        </p:nvSpPr>
        <p:spPr>
          <a:xfrm xmlns:a="http://schemas.openxmlformats.org/drawingml/2006/main">
            <a:off x="559882" y="392278"/>
            <a:ext cx="6948493" cy="0"/>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Page number">
            <a:extLst xmlns:a="http://schemas.openxmlformats.org/drawingml/2006/main">
              <a:ext uri="{FF2B5EF4-FFF2-40B4-BE49-F238E27FC236}">
                <a16:creationId xmlns:a16="http://schemas.microsoft.com/office/drawing/2014/main" id="{A5B61A46-8ADA-41A6-AF5A-D9AF2174D589}"/>
              </a:ext>
            </a:extLst>
          </p:cNvPr>
          <p:cNvSpPr>
            <a:spLocks xmlns:a="http://schemas.openxmlformats.org/drawingml/2006/main" noGrp="1"/>
          </p:cNvSpPr>
          <p:nvPr/>
        </p:nvSpPr>
        <p:spPr>
          <a:xfrm xmlns:a="http://schemas.openxmlformats.org/drawingml/2006/main">
            <a:off x="7086600" y="4767263"/>
            <a:ext cx="2057400" cy="274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lstStyle xmlns:a="http://schemas.openxmlformats.org/drawingml/2006/main"/>
          <a:p xmlns:a="http://schemas.openxmlformats.org/drawingml/2006/main">
            <a:pPr>
              <a:defRPr sz="1350">
                <a:latin typeface="Calibri"/>
                <a:ea typeface="Calibri"/>
                <a:cs typeface="Calibri"/>
              </a:defRPr>
            </a:pPr>
            <a:r>
              <a:rPr sz="1350">
                <a:latin typeface="Calibri"/>
                <a:ea typeface="Calibri"/>
                <a:cs typeface="Calibri"/>
              </a:rPr>
              <a:t>7</a:t>
            </a:r>
          </a:p>
        </p:txBody>
      </p:sp>
    </p:spTree>
    <p:extLst>
      <p:ext uri="{BB962C8B-B14F-4D97-AF65-F5344CB8AC3E}">
        <p14:creationId xmlns:p14="http://schemas.microsoft.com/office/powerpoint/2010/main" val="379351839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EF999DB7-D326-4418-BD25-436F8D992580}"/>
              </a:ext>
            </a:extLst>
          </p:cNvPr>
          <p:cNvSpPr>
            <a:spLocks xmlns:a="http://schemas.openxmlformats.org/drawingml/2006/main" noGrp="1"/>
          </p:cNvSpPr>
          <p:nvPr/>
        </p:nvSpPr>
        <p:spPr>
          <a:xfrm xmlns:a="http://schemas.openxmlformats.org/drawingml/2006/main">
            <a:off x="508157" y="338252"/>
            <a:ext cx="7429500" cy="40011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2000" b="1">
                <a:solidFill>
                  <a:schemeClr val="tx1"/>
                </a:solidFill>
                <a:latin typeface="Georgia"/>
                <a:ea typeface="Georgia"/>
                <a:cs typeface="Georgia"/>
              </a:rPr>
              <a:t>Logistics visibility</a:t>
            </a:r>
          </a:p>
        </p:txBody>
      </p:sp>
      <p:sp>
        <p:nvSpPr>
          <p:cNvPr id="4" name="TextBox 3">
            <a:extLst xmlns:a="http://schemas.openxmlformats.org/drawingml/2006/main">
              <a:ext uri="{FF2B5EF4-FFF2-40B4-BE49-F238E27FC236}">
                <a16:creationId xmlns:a16="http://schemas.microsoft.com/office/drawing/2014/main" id="{66842271-518F-41B1-A378-5FBBB1F3E885}"/>
              </a:ext>
            </a:extLst>
          </p:cNvPr>
          <p:cNvSpPr>
            <a:spLocks xmlns:a="http://schemas.openxmlformats.org/drawingml/2006/main" noGrp="1"/>
          </p:cNvSpPr>
          <p:nvPr/>
        </p:nvSpPr>
        <p:spPr>
          <a:xfrm xmlns:a="http://schemas.openxmlformats.org/drawingml/2006/main">
            <a:off x="661093" y="1239285"/>
            <a:ext cx="6299200" cy="178510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171450" indent="-171450" algn="l">
              <a:buFont typeface="Arial"/>
              <a:buChar char="•"/>
            </a:pPr>
            <a:r>
              <a:rPr sz="1100">
                <a:solidFill>
                  <a:schemeClr val="tx1"/>
                </a:solidFill>
                <a:latin typeface="Georgia"/>
                <a:ea typeface="Georgia"/>
                <a:cs typeface="Georgia"/>
              </a:rPr>
              <a:t>Each order links to a shipment and tracking reference.</a:t>
            </a:r>
            <a:endParaRPr sz="1100">
              <a:solidFill>
                <a:schemeClr val="tx1"/>
              </a:solidFill>
              <a:latin typeface="Georgia"/>
              <a:ea typeface="Georgia"/>
              <a:cs typeface="Georgia"/>
            </a:endParaRPr>
          </a:p>
          <a:p xmlns:a="http://schemas.openxmlformats.org/drawingml/2006/main">
            <a:pPr marL="171450" indent="-171450" algn="l">
              <a:buFont typeface="Arial"/>
              <a:buChar char="•"/>
            </a:pPr>
            <a:r>
              <a:rPr sz="1100">
                <a:solidFill>
                  <a:schemeClr val="tx1"/>
                </a:solidFill>
                <a:latin typeface="Georgia"/>
                <a:ea typeface="Georgia"/>
                <a:cs typeface="Georgia"/>
              </a:rPr>
              <a:t>Events record status, location, timestamp and a note.</a:t>
            </a:r>
          </a:p>
          <a:p xmlns:a="http://schemas.openxmlformats.org/drawingml/2006/main">
            <a:pPr marL="171450" indent="-171450" algn="l">
              <a:buFont typeface="Arial"/>
              <a:buChar char="•"/>
            </a:pPr>
            <a:r>
              <a:rPr sz="1100">
                <a:solidFill>
                  <a:schemeClr val="tx1"/>
                </a:solidFill>
                <a:latin typeface="Georgia"/>
                <a:ea typeface="Georgia"/>
                <a:cs typeface="Georgia"/>
              </a:rPr>
              <a:t>The server enforces progress, delay and recovery rules.</a:t>
            </a:r>
          </a:p>
          <a:p xmlns:a="http://schemas.openxmlformats.org/drawingml/2006/main">
            <a:pPr marL="171450" indent="-171450" algn="l">
              <a:buFont typeface="Arial"/>
              <a:buChar char="•"/>
            </a:pPr>
            <a:r>
              <a:rPr sz="1100">
                <a:solidFill>
                  <a:schemeClr val="tx1"/>
                </a:solidFill>
                <a:latin typeface="Georgia"/>
                <a:ea typeface="Georgia"/>
                <a:cs typeface="Georgia"/>
              </a:rPr>
              <a:t>Delivery captures payment and deducts stock once.</a:t>
            </a:r>
            <a:r>
              <a:rPr sz="1100">
                <a:solidFill>
                  <a:schemeClr val="tx1"/>
                </a:solidFill>
                <a:latin typeface="Georgia"/>
                <a:ea typeface="Georgia"/>
                <a:cs typeface="Georgia"/>
              </a:rPr>
              <a:t>	</a:t>
            </a:r>
          </a:p>
          <a:p xmlns:a="http://schemas.openxmlformats.org/drawingml/2006/main">
            <a:pPr algn="l">
              <a:buNone/>
            </a:pPr>
            <a:endParaRPr sz="1100">
              <a:solidFill>
                <a:schemeClr val="tx1"/>
              </a:solidFill>
              <a:latin typeface="Georgia"/>
              <a:ea typeface="Georgia"/>
              <a:cs typeface="Georgia"/>
            </a:endParaRPr>
          </a:p>
          <a:p xmlns:a="http://schemas.openxmlformats.org/drawingml/2006/main">
            <a:pPr marL="171450" indent="-171450" algn="l">
              <a:buFont typeface="Arial"/>
              <a:buChar char="•"/>
            </a:pPr>
            <a:endParaRPr sz="1100">
              <a:solidFill>
                <a:schemeClr val="tx1"/>
              </a:solidFill>
              <a:latin typeface="Georgia"/>
              <a:ea typeface="Georgia"/>
              <a:cs typeface="Georgia"/>
            </a:endParaRPr>
          </a:p>
          <a:p xmlns:a="http://schemas.openxmlformats.org/drawingml/2006/main">
            <a:pPr algn="l">
              <a:buNone/>
            </a:pPr>
            <a:endParaRPr sz="1100">
              <a:solidFill>
                <a:schemeClr val="tx1"/>
              </a:solidFill>
              <a:latin typeface="Georgia"/>
              <a:ea typeface="Georgia"/>
              <a:cs typeface="Georgia"/>
            </a:endParaRPr>
          </a:p>
        </p:txBody>
      </p:sp>
      <p:sp>
        <p:nvSpPr>
          <p:cNvPr id="6" name="Straight Connector 5">
            <a:extLst xmlns:a="http://schemas.openxmlformats.org/drawingml/2006/main">
              <a:ext uri="{FF2B5EF4-FFF2-40B4-BE49-F238E27FC236}">
                <a16:creationId xmlns:a16="http://schemas.microsoft.com/office/drawing/2014/main" id="{951F7955-0F73-43AB-992C-8BB2CA9AEE56}"/>
              </a:ext>
            </a:extLst>
          </p:cNvPr>
          <p:cNvSpPr>
            <a:spLocks xmlns:a="http://schemas.openxmlformats.org/drawingml/2006/main" noGrp="1"/>
          </p:cNvSpPr>
          <p:nvPr/>
        </p:nvSpPr>
        <p:spPr>
          <a:xfrm xmlns:a="http://schemas.openxmlformats.org/drawingml/2006/main">
            <a:off x="566322" y="390825"/>
            <a:ext cx="340" cy="162967"/>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Straight Connector 6">
            <a:extLst xmlns:a="http://schemas.openxmlformats.org/drawingml/2006/main">
              <a:ext uri="{FF2B5EF4-FFF2-40B4-BE49-F238E27FC236}">
                <a16:creationId xmlns:a16="http://schemas.microsoft.com/office/drawing/2014/main" id="{17A807C5-12A7-42DF-B9E1-C9C81FD38257}"/>
              </a:ext>
            </a:extLst>
          </p:cNvPr>
          <p:cNvSpPr>
            <a:spLocks xmlns:a="http://schemas.openxmlformats.org/drawingml/2006/main" noGrp="1"/>
          </p:cNvSpPr>
          <p:nvPr/>
        </p:nvSpPr>
        <p:spPr>
          <a:xfrm xmlns:a="http://schemas.openxmlformats.org/drawingml/2006/main">
            <a:off x="559882" y="392278"/>
            <a:ext cx="6948493" cy="0"/>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Page number">
            <a:extLst xmlns:a="http://schemas.openxmlformats.org/drawingml/2006/main">
              <a:ext uri="{FF2B5EF4-FFF2-40B4-BE49-F238E27FC236}">
                <a16:creationId xmlns:a16="http://schemas.microsoft.com/office/drawing/2014/main" id="{7F69DF81-93B5-4815-8272-4CE640CDA351}"/>
              </a:ext>
            </a:extLst>
          </p:cNvPr>
          <p:cNvSpPr>
            <a:spLocks xmlns:a="http://schemas.openxmlformats.org/drawingml/2006/main" noGrp="1"/>
          </p:cNvSpPr>
          <p:nvPr/>
        </p:nvSpPr>
        <p:spPr>
          <a:xfrm xmlns:a="http://schemas.openxmlformats.org/drawingml/2006/main">
            <a:off x="7086600" y="4767263"/>
            <a:ext cx="2057400" cy="274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lstStyle xmlns:a="http://schemas.openxmlformats.org/drawingml/2006/main"/>
          <a:p xmlns:a="http://schemas.openxmlformats.org/drawingml/2006/main">
            <a:pPr>
              <a:defRPr sz="1350">
                <a:latin typeface="Calibri"/>
                <a:ea typeface="Calibri"/>
                <a:cs typeface="Calibri"/>
              </a:defRPr>
            </a:pPr>
            <a:r>
              <a:rPr sz="1350">
                <a:latin typeface="Calibri"/>
                <a:ea typeface="Calibri"/>
                <a:cs typeface="Calibri"/>
              </a:rPr>
              <a:t>8</a:t>
            </a:r>
          </a:p>
        </p:txBody>
      </p:sp>
    </p:spTree>
    <p:extLst>
      <p:ext uri="{BB962C8B-B14F-4D97-AF65-F5344CB8AC3E}">
        <p14:creationId xmlns:p14="http://schemas.microsoft.com/office/powerpoint/2010/main" val="379351839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8F37664E-5204-4E99-885D-3E8D33C4D6EF}"/>
              </a:ext>
            </a:extLst>
          </p:cNvPr>
          <p:cNvSpPr>
            <a:spLocks xmlns:a="http://schemas.openxmlformats.org/drawingml/2006/main" noGrp="1"/>
          </p:cNvSpPr>
          <p:nvPr>
            <p:ph type="sldNum" idx="4294967295"/>
          </p:nvPr>
        </p:nvSpPr>
        <p:spPr>
          <a:xfrm xmlns:a="http://schemas.openxmlformats.org/drawingml/2006/main">
            <a:off x="7086600" y="4767263"/>
            <a:ext cx="2057400" cy="2746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388657AE-30A1-5A7A-6A7F-315D84436430}" type="slidenum">
              <a:t>9</a:t>
            </a:fld>
            <a:endParaRPr/>
          </a:p>
        </p:txBody>
      </p:sp>
      <p:sp>
        <p:nvSpPr>
          <p:cNvPr id="5" name="Title 2">
            <a:extLst xmlns:a="http://schemas.openxmlformats.org/drawingml/2006/main">
              <a:ext uri="{FF2B5EF4-FFF2-40B4-BE49-F238E27FC236}">
                <a16:creationId xmlns:a16="http://schemas.microsoft.com/office/drawing/2014/main" id="{B80F68E3-4652-480A-AC6D-2BC7666B3FA0}"/>
              </a:ext>
            </a:extLst>
          </p:cNvPr>
          <p:cNvSpPr>
            <a:spLocks xmlns:a="http://schemas.openxmlformats.org/drawingml/2006/main" noGrp="1"/>
          </p:cNvSpPr>
          <p:nvPr/>
        </p:nvSpPr>
        <p:spPr>
          <a:xfrm xmlns:a="http://schemas.openxmlformats.org/drawingml/2006/main">
            <a:off x="319661" y="384024"/>
            <a:ext cx="7429500" cy="390390"/>
          </a:xfrm>
          <a:prstGeom xmlns:a="http://schemas.openxmlformats.org/drawingml/2006/main" prst="rect">
            <a:avLst/>
          </a:prstGeom>
        </p:spPr>
        <p:txBody>
          <a:bodyPr xmlns:a="http://schemas.openxmlformats.org/drawingml/2006/main"/>
          <a:lstStyle xmlns:a="http://schemas.openxmlformats.org/drawingml/2006/main">
            <a:lvl1pPr algn="l" defTabSz="685800">
              <a:lnSpc>
                <a:spcPct val="90000"/>
              </a:lnSpc>
              <a:spcBef>
                <a:spcPct val="0"/>
              </a:spcBef>
              <a:buNone/>
              <a:defRPr sz="3300" kern="1200">
                <a:solidFill>
                  <a:schemeClr val="tx1"/>
                </a:solidFill>
                <a:latin typeface="+mj-lt"/>
                <a:ea typeface="+mj-lt"/>
                <a:cs typeface="+mj-lt"/>
              </a:defRPr>
            </a:lvl1pPr>
          </a:lstStyle>
          <a:p xmlns:a="http://schemas.openxmlformats.org/drawingml/2006/main">
            <a:pPr>
              <a:spcAft>
                <a:spcPts val="0"/>
              </a:spcAft>
              <a:buNone/>
            </a:pPr>
            <a:r>
              <a:rPr sz="2000" b="1">
                <a:latin typeface="Georgia"/>
                <a:ea typeface="Georgia"/>
                <a:cs typeface="Georgia"/>
              </a:rPr>
              <a:t>Demand forecasting</a:t>
            </a:r>
          </a:p>
        </p:txBody>
      </p:sp>
      <p:sp>
        <p:nvSpPr>
          <p:cNvPr id="4" name="TextBox 3">
            <a:extLst xmlns:a="http://schemas.openxmlformats.org/drawingml/2006/main">
              <a:ext uri="{FF2B5EF4-FFF2-40B4-BE49-F238E27FC236}">
                <a16:creationId xmlns:a16="http://schemas.microsoft.com/office/drawing/2014/main" id="{39B46FBC-489C-472E-8305-3FC22CE855B5}"/>
              </a:ext>
            </a:extLst>
          </p:cNvPr>
          <p:cNvSpPr>
            <a:spLocks xmlns:a="http://schemas.openxmlformats.org/drawingml/2006/main" noGrp="1"/>
          </p:cNvSpPr>
          <p:nvPr/>
        </p:nvSpPr>
        <p:spPr>
          <a:xfrm xmlns:a="http://schemas.openxmlformats.org/drawingml/2006/main">
            <a:off x="228805" y="789031"/>
            <a:ext cx="7198542" cy="9387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a:solidFill>
                  <a:schemeClr val="tx1"/>
                </a:solidFill>
                <a:latin typeface="Georgia"/>
                <a:ea typeface="Georgia"/>
                <a:cs typeface="Georgia"/>
              </a:rPr>
              <a:t>Past sales become features, predictions and a replenishment signal.</a:t>
            </a:r>
          </a:p>
          <a:p xmlns:a="http://schemas.openxmlformats.org/drawingml/2006/main">
            <a:endParaRPr sz="1800">
              <a:latin typeface="Calibri"/>
              <a:ea typeface="Calibri"/>
              <a:cs typeface="Calibri"/>
            </a:endParaRPr>
          </a:p>
        </p:txBody>
      </p:sp>
      <p:sp>
        <p:nvSpPr>
          <p:cNvPr id="2" name="TextBox 1">
            <a:extLst xmlns:a="http://schemas.openxmlformats.org/drawingml/2006/main">
              <a:ext uri="{FF2B5EF4-FFF2-40B4-BE49-F238E27FC236}">
                <a16:creationId xmlns:a16="http://schemas.microsoft.com/office/drawing/2014/main" id="{5A7AA003-805E-428C-9F2C-6B974F9D5051}"/>
              </a:ext>
            </a:extLst>
          </p:cNvPr>
          <p:cNvSpPr>
            <a:spLocks xmlns:a="http://schemas.openxmlformats.org/drawingml/2006/main" noGrp="1"/>
          </p:cNvSpPr>
          <p:nvPr/>
        </p:nvSpPr>
        <p:spPr>
          <a:xfrm xmlns:a="http://schemas.openxmlformats.org/drawingml/2006/main">
            <a:off x="5959266" y="3337645"/>
            <a:ext cx="2434107" cy="502920"/>
          </a:xfrm>
          <a:prstGeom xmlns:a="http://schemas.openxmlformats.org/drawingml/2006/main" prst="rect">
            <a:avLst/>
          </a:prstGeom>
          <a:solidFill xmlns:a="http://schemas.openxmlformats.org/drawingml/2006/main">
            <a:srgbClr val="D11414"/>
          </a:solidFill>
          <a:ln xmlns:a="http://schemas.openxmlformats.org/drawingml/2006/main">
            <a:solidFill>
              <a:srgbClr val="D1141E"/>
            </a:solidFill>
          </a:ln>
        </p:spPr>
        <p:txBody>
          <a:bodyPr xmlns:a="http://schemas.openxmlformats.org/drawingml/2006/main" wrap="square">
            <a:spAutoFit/>
          </a:bodyPr>
          <a:lstStyle xmlns:a="http://schemas.openxmlformats.org/drawingml/2006/main"/>
          <a:p xmlns:a="http://schemas.openxmlformats.org/drawingml/2006/main">
            <a:r>
              <a:rPr i="1">
                <a:latin typeface="Georgia"/>
                <a:ea typeface="Georgia"/>
                <a:cs typeface="Georgia"/>
              </a:rPr>
              <a:t>Evaluate on later dates.
Do not shuffle time.</a:t>
            </a:r>
          </a:p>
        </p:txBody>
      </p:sp>
      <p:sp>
        <p:nvSpPr>
          <p:cNvPr id="17" name="Straight Connector 16">
            <a:extLst xmlns:a="http://schemas.openxmlformats.org/drawingml/2006/main">
              <a:ext uri="{FF2B5EF4-FFF2-40B4-BE49-F238E27FC236}">
                <a16:creationId xmlns:a16="http://schemas.microsoft.com/office/drawing/2014/main" id="{EC83A9F0-020C-446E-9F5E-2348F20C1CFE}"/>
              </a:ext>
            </a:extLst>
          </p:cNvPr>
          <p:cNvSpPr>
            <a:spLocks xmlns:a="http://schemas.openxmlformats.org/drawingml/2006/main" noGrp="1"/>
          </p:cNvSpPr>
          <p:nvPr/>
        </p:nvSpPr>
        <p:spPr>
          <a:xfrm xmlns:a="http://schemas.openxmlformats.org/drawingml/2006/main">
            <a:off x="360270" y="403703"/>
            <a:ext cx="340" cy="162967"/>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Straight Connector 17">
            <a:extLst xmlns:a="http://schemas.openxmlformats.org/drawingml/2006/main">
              <a:ext uri="{FF2B5EF4-FFF2-40B4-BE49-F238E27FC236}">
                <a16:creationId xmlns:a16="http://schemas.microsoft.com/office/drawing/2014/main" id="{5C63F7E6-3730-4F76-8C7B-85056D77F6CB}"/>
              </a:ext>
            </a:extLst>
          </p:cNvPr>
          <p:cNvSpPr>
            <a:spLocks xmlns:a="http://schemas.openxmlformats.org/drawingml/2006/main" noGrp="1"/>
          </p:cNvSpPr>
          <p:nvPr/>
        </p:nvSpPr>
        <p:spPr>
          <a:xfrm xmlns:a="http://schemas.openxmlformats.org/drawingml/2006/main">
            <a:off x="353830" y="405156"/>
            <a:ext cx="6948493" cy="0"/>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9" name="Flow arrow">
            <a:extLst xmlns:a="http://schemas.openxmlformats.org/drawingml/2006/main">
              <a:ext uri="{FF2B5EF4-FFF2-40B4-BE49-F238E27FC236}">
                <a16:creationId xmlns:a16="http://schemas.microsoft.com/office/drawing/2014/main" id="{C1501FAC-75EE-4E15-A35B-74C923214539}"/>
              </a:ext>
            </a:extLst>
          </p:cNvPr>
          <p:cNvSpPr>
            <a:spLocks xmlns:a="http://schemas.openxmlformats.org/drawingml/2006/main" noGrp="1"/>
          </p:cNvSpPr>
          <p:nvPr/>
        </p:nvSpPr>
        <p:spPr>
          <a:xfrm xmlns:a="http://schemas.openxmlformats.org/drawingml/2006/main">
            <a:off x="2000250" y="2428875"/>
            <a:ext cx="209550" cy="171450"/>
          </a:xfrm>
          <a:prstGeom xmlns:a="http://schemas.openxmlformats.org/drawingml/2006/main" prst="rightArrow">
            <a:avLst/>
          </a:prstGeom>
          <a:solidFill xmlns:a="http://schemas.openxmlformats.org/drawingml/2006/main">
            <a:srgbClr val="C00000"/>
          </a:solidFill>
          <a:ln xmlns:a="http://schemas.openxmlformats.org/drawingml/2006/main" w="0">
            <a:noFill/>
          </a:ln>
        </p:spPr>
      </p:sp>
      <p:sp>
        <p:nvSpPr>
          <p:cNvPr id="20" name="Flow arrow">
            <a:extLst xmlns:a="http://schemas.openxmlformats.org/drawingml/2006/main">
              <a:ext uri="{FF2B5EF4-FFF2-40B4-BE49-F238E27FC236}">
                <a16:creationId xmlns:a16="http://schemas.microsoft.com/office/drawing/2014/main" id="{F808CF3E-160E-4763-B8C1-0B2E630EA6D7}"/>
              </a:ext>
            </a:extLst>
          </p:cNvPr>
          <p:cNvSpPr>
            <a:spLocks xmlns:a="http://schemas.openxmlformats.org/drawingml/2006/main" noGrp="1"/>
          </p:cNvSpPr>
          <p:nvPr/>
        </p:nvSpPr>
        <p:spPr>
          <a:xfrm xmlns:a="http://schemas.openxmlformats.org/drawingml/2006/main">
            <a:off x="3800475" y="2428875"/>
            <a:ext cx="209550" cy="171450"/>
          </a:xfrm>
          <a:prstGeom xmlns:a="http://schemas.openxmlformats.org/drawingml/2006/main" prst="rightArrow">
            <a:avLst/>
          </a:prstGeom>
          <a:solidFill xmlns:a="http://schemas.openxmlformats.org/drawingml/2006/main">
            <a:srgbClr val="C00000"/>
          </a:solidFill>
          <a:ln xmlns:a="http://schemas.openxmlformats.org/drawingml/2006/main" w="0">
            <a:noFill/>
          </a:ln>
        </p:spPr>
      </p:sp>
      <p:sp>
        <p:nvSpPr>
          <p:cNvPr id="21" name="Commerce diagram: Seed / imported daily sales">
            <a:extLst xmlns:a="http://schemas.openxmlformats.org/drawingml/2006/main">
              <a:ext uri="{FF2B5EF4-FFF2-40B4-BE49-F238E27FC236}">
                <a16:creationId xmlns:a16="http://schemas.microsoft.com/office/drawing/2014/main" id="{29F591E7-19F5-4E7E-82CB-9CEDF28EE0D1}"/>
              </a:ext>
            </a:extLst>
          </p:cNvPr>
          <p:cNvSpPr>
            <a:spLocks xmlns:a="http://schemas.openxmlformats.org/drawingml/2006/main" noGrp="1"/>
          </p:cNvSpPr>
          <p:nvPr/>
        </p:nvSpPr>
        <p:spPr>
          <a:xfrm xmlns:a="http://schemas.openxmlformats.org/drawingml/2006/main">
            <a:off x="409575" y="2200275"/>
            <a:ext cx="1590675" cy="628650"/>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Seed / imported</a:t>
            </a:r>
          </a:p>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daily sales</a:t>
            </a:r>
          </a:p>
        </p:txBody>
      </p:sp>
      <p:sp>
        <p:nvSpPr>
          <p:cNvPr id="22" name="Commerce diagram: Lag + rolling features">
            <a:extLst xmlns:a="http://schemas.openxmlformats.org/drawingml/2006/main">
              <a:ext uri="{FF2B5EF4-FFF2-40B4-BE49-F238E27FC236}">
                <a16:creationId xmlns:a16="http://schemas.microsoft.com/office/drawing/2014/main" id="{322CFBB3-672F-4071-B312-F767663E02F9}"/>
              </a:ext>
            </a:extLst>
          </p:cNvPr>
          <p:cNvSpPr>
            <a:spLocks xmlns:a="http://schemas.openxmlformats.org/drawingml/2006/main" noGrp="1"/>
          </p:cNvSpPr>
          <p:nvPr/>
        </p:nvSpPr>
        <p:spPr>
          <a:xfrm xmlns:a="http://schemas.openxmlformats.org/drawingml/2006/main">
            <a:off x="2209800" y="2200275"/>
            <a:ext cx="1590675" cy="628650"/>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Lag + rolling</a:t>
            </a:r>
          </a:p>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features</a:t>
            </a:r>
          </a:p>
        </p:txBody>
      </p:sp>
      <p:sp>
        <p:nvSpPr>
          <p:cNvPr id="23" name="Commerce diagram: Forest / weekly baseline">
            <a:extLst xmlns:a="http://schemas.openxmlformats.org/drawingml/2006/main">
              <a:ext uri="{FF2B5EF4-FFF2-40B4-BE49-F238E27FC236}">
                <a16:creationId xmlns:a16="http://schemas.microsoft.com/office/drawing/2014/main" id="{B4B70B10-640E-4535-94AF-B9EE30EC415C}"/>
              </a:ext>
            </a:extLst>
          </p:cNvPr>
          <p:cNvSpPr>
            <a:spLocks xmlns:a="http://schemas.openxmlformats.org/drawingml/2006/main" noGrp="1"/>
          </p:cNvSpPr>
          <p:nvPr/>
        </p:nvSpPr>
        <p:spPr>
          <a:xfrm xmlns:a="http://schemas.openxmlformats.org/drawingml/2006/main">
            <a:off x="4010025" y="2200275"/>
            <a:ext cx="1590675" cy="628650"/>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Forest / weekly</a:t>
            </a:r>
          </a:p>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baseline</a:t>
            </a:r>
          </a:p>
        </p:txBody>
      </p:sp>
      <p:sp>
        <p:nvSpPr>
          <p:cNvPr id="24" name="Flow arrow">
            <a:extLst xmlns:a="http://schemas.openxmlformats.org/drawingml/2006/main">
              <a:ext uri="{FF2B5EF4-FFF2-40B4-BE49-F238E27FC236}">
                <a16:creationId xmlns:a16="http://schemas.microsoft.com/office/drawing/2014/main" id="{DEA7E0B6-79B8-4734-BE11-147DB9A6A81A}"/>
              </a:ext>
            </a:extLst>
          </p:cNvPr>
          <p:cNvSpPr>
            <a:spLocks xmlns:a="http://schemas.openxmlformats.org/drawingml/2006/main" noGrp="1"/>
          </p:cNvSpPr>
          <p:nvPr/>
        </p:nvSpPr>
        <p:spPr>
          <a:xfrm xmlns:a="http://schemas.openxmlformats.org/drawingml/2006/main">
            <a:off x="4676775" y="2828925"/>
            <a:ext cx="171450" cy="533400"/>
          </a:xfrm>
          <a:prstGeom xmlns:a="http://schemas.openxmlformats.org/drawingml/2006/main" prst="downArrow">
            <a:avLst/>
          </a:prstGeom>
          <a:solidFill xmlns:a="http://schemas.openxmlformats.org/drawingml/2006/main">
            <a:srgbClr val="C00000"/>
          </a:solidFill>
          <a:ln xmlns:a="http://schemas.openxmlformats.org/drawingml/2006/main" w="0">
            <a:noFill/>
          </a:ln>
        </p:spPr>
      </p:sp>
      <p:sp>
        <p:nvSpPr>
          <p:cNvPr id="25" name="Commerce diagram: Earlier 80%: train Later 20%: evaluate">
            <a:extLst xmlns:a="http://schemas.openxmlformats.org/drawingml/2006/main">
              <a:ext uri="{FF2B5EF4-FFF2-40B4-BE49-F238E27FC236}">
                <a16:creationId xmlns:a16="http://schemas.microsoft.com/office/drawing/2014/main" id="{061E0B6D-3E7C-406A-9C7E-17A6CA86D421}"/>
              </a:ext>
            </a:extLst>
          </p:cNvPr>
          <p:cNvSpPr>
            <a:spLocks xmlns:a="http://schemas.openxmlformats.org/drawingml/2006/main" noGrp="1"/>
          </p:cNvSpPr>
          <p:nvPr/>
        </p:nvSpPr>
        <p:spPr>
          <a:xfrm xmlns:a="http://schemas.openxmlformats.org/drawingml/2006/main">
            <a:off x="409575" y="3390900"/>
            <a:ext cx="27717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Earlier 80%: train</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Later 20%: evaluate</a:t>
            </a:r>
          </a:p>
        </p:txBody>
      </p:sp>
      <p:sp>
        <p:nvSpPr>
          <p:cNvPr id="26" name="Commerce diagram: 1–30 day predictions">
            <a:extLst xmlns:a="http://schemas.openxmlformats.org/drawingml/2006/main">
              <a:ext uri="{FF2B5EF4-FFF2-40B4-BE49-F238E27FC236}">
                <a16:creationId xmlns:a16="http://schemas.microsoft.com/office/drawing/2014/main" id="{EEDA56E3-A2F4-4A21-A491-3B8B3E85BD65}"/>
              </a:ext>
            </a:extLst>
          </p:cNvPr>
          <p:cNvSpPr>
            <a:spLocks xmlns:a="http://schemas.openxmlformats.org/drawingml/2006/main" noGrp="1"/>
          </p:cNvSpPr>
          <p:nvPr/>
        </p:nvSpPr>
        <p:spPr>
          <a:xfrm xmlns:a="http://schemas.openxmlformats.org/drawingml/2006/main">
            <a:off x="4000500" y="3362325"/>
            <a:ext cx="1638300" cy="828675"/>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1–30 day</a:t>
            </a:r>
          </a:p>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predictions</a:t>
            </a:r>
          </a:p>
        </p:txBody>
      </p:sp>
      <p:sp>
        <p:nvSpPr>
          <p:cNvPr id="27" name="Commerce diagram: MAE / RMSE measure holdout error.  Intervals are residual-based, not calibrated.">
            <a:extLst xmlns:a="http://schemas.openxmlformats.org/drawingml/2006/main">
              <a:ext uri="{FF2B5EF4-FFF2-40B4-BE49-F238E27FC236}">
                <a16:creationId xmlns:a16="http://schemas.microsoft.com/office/drawing/2014/main" id="{50C0E40A-F5F7-4DA5-A0A9-A0225303C8F2}"/>
              </a:ext>
            </a:extLst>
          </p:cNvPr>
          <p:cNvSpPr>
            <a:spLocks xmlns:a="http://schemas.openxmlformats.org/drawingml/2006/main" noGrp="1"/>
          </p:cNvSpPr>
          <p:nvPr/>
        </p:nvSpPr>
        <p:spPr>
          <a:xfrm xmlns:a="http://schemas.openxmlformats.org/drawingml/2006/main">
            <a:off x="5953125" y="1847850"/>
            <a:ext cx="2428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MAE / RMSE</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measure holdout error.</a:t>
            </a:r>
          </a:p>
          <a:p xmlns:a="http://schemas.openxmlformats.org/drawingml/2006/main">
            <a:r>
              <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Intervals are</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residual-based,</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not calibrated.</a:t>
            </a:r>
          </a:p>
        </p:txBody>
      </p:sp>
    </p:spTree>
    <p:extLst>
      <p:ext uri="{BB962C8B-B14F-4D97-AF65-F5344CB8AC3E}">
        <p14:creationId xmlns:p14="http://schemas.microsoft.com/office/powerpoint/2010/main" val="217130429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8F37664E-5204-4E99-885D-3E8D33C4D6EF}"/>
              </a:ext>
            </a:extLst>
          </p:cNvPr>
          <p:cNvSpPr>
            <a:spLocks xmlns:a="http://schemas.openxmlformats.org/drawingml/2006/main" noGrp="1"/>
          </p:cNvSpPr>
          <p:nvPr>
            <p:ph type="sldNum" idx="4294967295"/>
          </p:nvPr>
        </p:nvSpPr>
        <p:spPr>
          <a:xfrm xmlns:a="http://schemas.openxmlformats.org/drawingml/2006/main">
            <a:off x="7086600" y="4767263"/>
            <a:ext cx="2057400" cy="2746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DB7BEEEC-A170-5376-2B6E-CB54687B0CB1}" type="slidenum">
              <a:t>10</a:t>
            </a:fld>
            <a:endParaRPr/>
          </a:p>
        </p:txBody>
      </p:sp>
      <p:sp>
        <p:nvSpPr>
          <p:cNvPr id="5" name="Title 2">
            <a:extLst xmlns:a="http://schemas.openxmlformats.org/drawingml/2006/main">
              <a:ext uri="{FF2B5EF4-FFF2-40B4-BE49-F238E27FC236}">
                <a16:creationId xmlns:a16="http://schemas.microsoft.com/office/drawing/2014/main" id="{B80F68E3-4652-480A-AC6D-2BC7666B3FA0}"/>
              </a:ext>
            </a:extLst>
          </p:cNvPr>
          <p:cNvSpPr>
            <a:spLocks xmlns:a="http://schemas.openxmlformats.org/drawingml/2006/main" noGrp="1"/>
          </p:cNvSpPr>
          <p:nvPr/>
        </p:nvSpPr>
        <p:spPr>
          <a:xfrm xmlns:a="http://schemas.openxmlformats.org/drawingml/2006/main">
            <a:off x="319661" y="384024"/>
            <a:ext cx="7429500" cy="390390"/>
          </a:xfrm>
          <a:prstGeom xmlns:a="http://schemas.openxmlformats.org/drawingml/2006/main" prst="rect">
            <a:avLst/>
          </a:prstGeom>
        </p:spPr>
        <p:txBody>
          <a:bodyPr xmlns:a="http://schemas.openxmlformats.org/drawingml/2006/main"/>
          <a:lstStyle xmlns:a="http://schemas.openxmlformats.org/drawingml/2006/main">
            <a:lvl1pPr algn="l" defTabSz="685800">
              <a:lnSpc>
                <a:spcPct val="90000"/>
              </a:lnSpc>
              <a:spcBef>
                <a:spcPct val="0"/>
              </a:spcBef>
              <a:buNone/>
              <a:defRPr sz="3300" kern="1200">
                <a:solidFill>
                  <a:schemeClr val="tx1"/>
                </a:solidFill>
                <a:latin typeface="+mj-lt"/>
                <a:ea typeface="+mj-lt"/>
                <a:cs typeface="+mj-lt"/>
              </a:defRPr>
            </a:lvl1pPr>
          </a:lstStyle>
          <a:p xmlns:a="http://schemas.openxmlformats.org/drawingml/2006/main">
            <a:pPr>
              <a:spcAft>
                <a:spcPts val="0"/>
              </a:spcAft>
              <a:buNone/>
            </a:pPr>
            <a:r>
              <a:rPr sz="2000" b="1">
                <a:latin typeface="Georgia"/>
                <a:ea typeface="Georgia"/>
                <a:cs typeface="Georgia"/>
              </a:rPr>
              <a:t>From forecast to stock</a:t>
            </a:r>
          </a:p>
        </p:txBody>
      </p:sp>
      <p:sp>
        <p:nvSpPr>
          <p:cNvPr id="4" name="TextBox 3">
            <a:extLst xmlns:a="http://schemas.openxmlformats.org/drawingml/2006/main">
              <a:ext uri="{FF2B5EF4-FFF2-40B4-BE49-F238E27FC236}">
                <a16:creationId xmlns:a16="http://schemas.microsoft.com/office/drawing/2014/main" id="{39B46FBC-489C-472E-8305-3FC22CE855B5}"/>
              </a:ext>
            </a:extLst>
          </p:cNvPr>
          <p:cNvSpPr>
            <a:spLocks xmlns:a="http://schemas.openxmlformats.org/drawingml/2006/main" noGrp="1"/>
          </p:cNvSpPr>
          <p:nvPr/>
        </p:nvSpPr>
        <p:spPr>
          <a:xfrm xmlns:a="http://schemas.openxmlformats.org/drawingml/2006/main">
            <a:off x="228805" y="789031"/>
            <a:ext cx="7198542" cy="9387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a:solidFill>
                  <a:schemeClr val="tx1"/>
                </a:solidFill>
                <a:latin typeface="Georgia"/>
                <a:ea typeface="Georgia"/>
                <a:cs typeface="Georgia"/>
              </a:rPr>
              <a:t>Suggested replenishment covers predicted demand plus a safety buffer.</a:t>
            </a:r>
          </a:p>
          <a:p xmlns:a="http://schemas.openxmlformats.org/drawingml/2006/main">
            <a:endParaRPr sz="1800">
              <a:latin typeface="Calibri"/>
              <a:ea typeface="Calibri"/>
              <a:cs typeface="Calibri"/>
            </a:endParaRPr>
          </a:p>
        </p:txBody>
      </p:sp>
      <p:sp>
        <p:nvSpPr>
          <p:cNvPr id="2" name="TextBox 1">
            <a:extLst xmlns:a="http://schemas.openxmlformats.org/drawingml/2006/main">
              <a:ext uri="{FF2B5EF4-FFF2-40B4-BE49-F238E27FC236}">
                <a16:creationId xmlns:a16="http://schemas.microsoft.com/office/drawing/2014/main" id="{5A7AA003-805E-428C-9F2C-6B974F9D5051}"/>
              </a:ext>
            </a:extLst>
          </p:cNvPr>
          <p:cNvSpPr>
            <a:spLocks xmlns:a="http://schemas.openxmlformats.org/drawingml/2006/main" noGrp="1"/>
          </p:cNvSpPr>
          <p:nvPr/>
        </p:nvSpPr>
        <p:spPr>
          <a:xfrm xmlns:a="http://schemas.openxmlformats.org/drawingml/2006/main">
            <a:off x="5959266" y="3337645"/>
            <a:ext cx="2434107" cy="502920"/>
          </a:xfrm>
          <a:prstGeom xmlns:a="http://schemas.openxmlformats.org/drawingml/2006/main" prst="rect">
            <a:avLst/>
          </a:prstGeom>
          <a:solidFill xmlns:a="http://schemas.openxmlformats.org/drawingml/2006/main">
            <a:srgbClr val="D11414"/>
          </a:solidFill>
          <a:ln xmlns:a="http://schemas.openxmlformats.org/drawingml/2006/main">
            <a:solidFill>
              <a:srgbClr val="D1141E"/>
            </a:solidFill>
          </a:ln>
        </p:spPr>
        <p:txBody>
          <a:bodyPr xmlns:a="http://schemas.openxmlformats.org/drawingml/2006/main" wrap="square">
            <a:spAutoFit/>
          </a:bodyPr>
          <a:lstStyle xmlns:a="http://schemas.openxmlformats.org/drawingml/2006/main"/>
          <a:p xmlns:a="http://schemas.openxmlformats.org/drawingml/2006/main">
            <a:r>
              <a:rPr i="1">
                <a:latin typeface="Georgia"/>
                <a:ea typeface="Georgia"/>
                <a:cs typeface="Georgia"/>
              </a:rPr>
              <a:t>Decision support.
No automatic purchase.</a:t>
            </a:r>
          </a:p>
        </p:txBody>
      </p:sp>
      <p:sp>
        <p:nvSpPr>
          <p:cNvPr id="17" name="Straight Connector 16">
            <a:extLst xmlns:a="http://schemas.openxmlformats.org/drawingml/2006/main">
              <a:ext uri="{FF2B5EF4-FFF2-40B4-BE49-F238E27FC236}">
                <a16:creationId xmlns:a16="http://schemas.microsoft.com/office/drawing/2014/main" id="{EC83A9F0-020C-446E-9F5E-2348F20C1CFE}"/>
              </a:ext>
            </a:extLst>
          </p:cNvPr>
          <p:cNvSpPr>
            <a:spLocks xmlns:a="http://schemas.openxmlformats.org/drawingml/2006/main" noGrp="1"/>
          </p:cNvSpPr>
          <p:nvPr/>
        </p:nvSpPr>
        <p:spPr>
          <a:xfrm xmlns:a="http://schemas.openxmlformats.org/drawingml/2006/main">
            <a:off x="360270" y="403703"/>
            <a:ext cx="340" cy="162967"/>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Straight Connector 17">
            <a:extLst xmlns:a="http://schemas.openxmlformats.org/drawingml/2006/main">
              <a:ext uri="{FF2B5EF4-FFF2-40B4-BE49-F238E27FC236}">
                <a16:creationId xmlns:a16="http://schemas.microsoft.com/office/drawing/2014/main" id="{5C63F7E6-3730-4F76-8C7B-85056D77F6CB}"/>
              </a:ext>
            </a:extLst>
          </p:cNvPr>
          <p:cNvSpPr>
            <a:spLocks xmlns:a="http://schemas.openxmlformats.org/drawingml/2006/main" noGrp="1"/>
          </p:cNvSpPr>
          <p:nvPr/>
        </p:nvSpPr>
        <p:spPr>
          <a:xfrm xmlns:a="http://schemas.openxmlformats.org/drawingml/2006/main">
            <a:off x="353830" y="405156"/>
            <a:ext cx="6948493" cy="0"/>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9" name="Commerce diagram: 60 + 15 − 50 = 25">
            <a:extLst xmlns:a="http://schemas.openxmlformats.org/drawingml/2006/main">
              <a:ext uri="{FF2B5EF4-FFF2-40B4-BE49-F238E27FC236}">
                <a16:creationId xmlns:a16="http://schemas.microsoft.com/office/drawing/2014/main" id="{77357238-EE8A-42E8-817F-B23309017AE9}"/>
              </a:ext>
            </a:extLst>
          </p:cNvPr>
          <p:cNvSpPr>
            <a:spLocks xmlns:a="http://schemas.openxmlformats.org/drawingml/2006/main" noGrp="1"/>
          </p:cNvSpPr>
          <p:nvPr/>
        </p:nvSpPr>
        <p:spPr>
          <a:xfrm xmlns:a="http://schemas.openxmlformats.org/drawingml/2006/main">
            <a:off x="409575" y="21431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2000" b="1">
                <a:solidFill>
                  <a:srgbClr val="C00000"/>
                </a:solidFill>
                <a:latin typeface="Georgia"/>
                <a:ea typeface="Georgia"/>
                <a:cs typeface="Georgia"/>
              </a:defRPr>
            </a:pPr>
            <a:r>
              <a:rPr sz="2000" b="1">
                <a:solidFill>
                  <a:srgbClr val="C00000"/>
                </a:solidFill>
                <a:latin typeface="Georgia"/>
                <a:ea typeface="Georgia"/>
                <a:cs typeface="Georgia"/>
              </a:rPr>
              <a:t>60 + 15 − 50 = 25</a:t>
            </a:r>
          </a:p>
        </p:txBody>
      </p:sp>
      <p:sp>
        <p:nvSpPr>
          <p:cNvPr id="20" name="Commerce diagram: Demand + safety stock − available stock">
            <a:extLst xmlns:a="http://schemas.openxmlformats.org/drawingml/2006/main">
              <a:ext uri="{FF2B5EF4-FFF2-40B4-BE49-F238E27FC236}">
                <a16:creationId xmlns:a16="http://schemas.microsoft.com/office/drawing/2014/main" id="{A7FC0AA3-3380-4220-970F-5C6E806272E7}"/>
              </a:ext>
            </a:extLst>
          </p:cNvPr>
          <p:cNvSpPr>
            <a:spLocks xmlns:a="http://schemas.openxmlformats.org/drawingml/2006/main" noGrp="1"/>
          </p:cNvSpPr>
          <p:nvPr/>
        </p:nvSpPr>
        <p:spPr>
          <a:xfrm xmlns:a="http://schemas.openxmlformats.org/drawingml/2006/main">
            <a:off x="409575" y="291465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Demand + safety stock − available stock</a:t>
            </a:r>
          </a:p>
        </p:txBody>
      </p:sp>
      <p:sp>
        <p:nvSpPr>
          <p:cNvPr id="21" name="Commerce diagram: Suggested order: 25 units">
            <a:extLst xmlns:a="http://schemas.openxmlformats.org/drawingml/2006/main">
              <a:ext uri="{FF2B5EF4-FFF2-40B4-BE49-F238E27FC236}">
                <a16:creationId xmlns:a16="http://schemas.microsoft.com/office/drawing/2014/main" id="{28D1E1C5-9B60-41AE-812A-EADD8FA83864}"/>
              </a:ext>
            </a:extLst>
          </p:cNvPr>
          <p:cNvSpPr>
            <a:spLocks xmlns:a="http://schemas.openxmlformats.org/drawingml/2006/main" noGrp="1"/>
          </p:cNvSpPr>
          <p:nvPr/>
        </p:nvSpPr>
        <p:spPr>
          <a:xfrm xmlns:a="http://schemas.openxmlformats.org/drawingml/2006/main">
            <a:off x="409575" y="363855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2000" b="1">
                <a:solidFill>
                  <a:srgbClr val="202020"/>
                </a:solidFill>
                <a:latin typeface="Georgia"/>
                <a:ea typeface="Georgia"/>
                <a:cs typeface="Georgia"/>
              </a:defRPr>
            </a:pPr>
            <a:r>
              <a:rPr sz="2000" b="1">
                <a:solidFill>
                  <a:srgbClr val="202020"/>
                </a:solidFill>
                <a:latin typeface="Georgia"/>
                <a:ea typeface="Georgia"/>
                <a:cs typeface="Georgia"/>
              </a:rPr>
              <a:t>Suggested order: 25 units</a:t>
            </a:r>
          </a:p>
        </p:txBody>
      </p:sp>
      <p:sp>
        <p:nvSpPr>
          <p:cNvPr id="22" name="Commerce diagram: Illustrative seven-day example; result cannot be below zero.">
            <a:extLst xmlns:a="http://schemas.openxmlformats.org/drawingml/2006/main">
              <a:ext uri="{FF2B5EF4-FFF2-40B4-BE49-F238E27FC236}">
                <a16:creationId xmlns:a16="http://schemas.microsoft.com/office/drawing/2014/main" id="{9FD61D00-78C5-4646-94BC-DBACAB3EAFC0}"/>
              </a:ext>
            </a:extLst>
          </p:cNvPr>
          <p:cNvSpPr>
            <a:spLocks xmlns:a="http://schemas.openxmlformats.org/drawingml/2006/main" noGrp="1"/>
          </p:cNvSpPr>
          <p:nvPr/>
        </p:nvSpPr>
        <p:spPr>
          <a:xfrm xmlns:a="http://schemas.openxmlformats.org/drawingml/2006/main">
            <a:off x="409575" y="42672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100" b="0">
                <a:solidFill>
                  <a:srgbClr val="202020"/>
                </a:solidFill>
                <a:latin typeface="Georgia"/>
                <a:ea typeface="Georgia"/>
                <a:cs typeface="Georgia"/>
              </a:defRPr>
            </a:pPr>
            <a:r>
              <a:rPr sz="1100" b="0">
                <a:solidFill>
                  <a:srgbClr val="202020"/>
                </a:solidFill>
                <a:latin typeface="Georgia"/>
                <a:ea typeface="Georgia"/>
                <a:cs typeface="Georgia"/>
              </a:rPr>
              <a:t>Illustrative seven-day example; result cannot be below zero.</a:t>
            </a:r>
          </a:p>
        </p:txBody>
      </p:sp>
      <p:sp>
        <p:nvSpPr>
          <p:cNvPr id="23" name="Commerce diagram: A recommendation needs review.  Supplier lead times and purchasing are future extensions.">
            <a:extLst xmlns:a="http://schemas.openxmlformats.org/drawingml/2006/main">
              <a:ext uri="{FF2B5EF4-FFF2-40B4-BE49-F238E27FC236}">
                <a16:creationId xmlns:a16="http://schemas.microsoft.com/office/drawing/2014/main" id="{442BEFD6-2930-435C-9B33-AF2C1FBB3392}"/>
              </a:ext>
            </a:extLst>
          </p:cNvPr>
          <p:cNvSpPr>
            <a:spLocks xmlns:a="http://schemas.openxmlformats.org/drawingml/2006/main" noGrp="1"/>
          </p:cNvSpPr>
          <p:nvPr/>
        </p:nvSpPr>
        <p:spPr>
          <a:xfrm xmlns:a="http://schemas.openxmlformats.org/drawingml/2006/main">
            <a:off x="5953125" y="1847850"/>
            <a:ext cx="2428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A recommendation</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needs review.</a:t>
            </a:r>
          </a:p>
          <a:p xmlns:a="http://schemas.openxmlformats.org/drawingml/2006/main">
            <a:r>
              <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Supplier lead times</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and purchasing are</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future extensions.</a:t>
            </a:r>
          </a:p>
        </p:txBody>
      </p:sp>
    </p:spTree>
    <p:extLst>
      <p:ext uri="{BB962C8B-B14F-4D97-AF65-F5344CB8AC3E}">
        <p14:creationId xmlns:p14="http://schemas.microsoft.com/office/powerpoint/2010/main" val="217130429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Slide Number Placeholder 2">
            <a:extLst xmlns:a="http://schemas.openxmlformats.org/drawingml/2006/main">
              <a:ext uri="{FF2B5EF4-FFF2-40B4-BE49-F238E27FC236}">
                <a16:creationId xmlns:a16="http://schemas.microsoft.com/office/drawing/2014/main" id="{8F37664E-5204-4E99-885D-3E8D33C4D6EF}"/>
              </a:ext>
            </a:extLst>
          </p:cNvPr>
          <p:cNvSpPr>
            <a:spLocks xmlns:a="http://schemas.openxmlformats.org/drawingml/2006/main" noGrp="1"/>
          </p:cNvSpPr>
          <p:nvPr>
            <p:ph type="sldNum" idx="4294967295"/>
          </p:nvPr>
        </p:nvSpPr>
        <p:spPr>
          <a:xfrm xmlns:a="http://schemas.openxmlformats.org/drawingml/2006/main">
            <a:off x="7086600" y="4767263"/>
            <a:ext cx="2057400" cy="2746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30394428-F1DC-E5F6-DB0C-7DE31F3D8A23}" type="slidenum">
              <a:t>11</a:t>
            </a:fld>
            <a:endParaRPr/>
          </a:p>
        </p:txBody>
      </p:sp>
      <p:sp>
        <p:nvSpPr>
          <p:cNvPr id="5" name="Title 2">
            <a:extLst xmlns:a="http://schemas.openxmlformats.org/drawingml/2006/main">
              <a:ext uri="{FF2B5EF4-FFF2-40B4-BE49-F238E27FC236}">
                <a16:creationId xmlns:a16="http://schemas.microsoft.com/office/drawing/2014/main" id="{B80F68E3-4652-480A-AC6D-2BC7666B3FA0}"/>
              </a:ext>
            </a:extLst>
          </p:cNvPr>
          <p:cNvSpPr>
            <a:spLocks xmlns:a="http://schemas.openxmlformats.org/drawingml/2006/main" noGrp="1"/>
          </p:cNvSpPr>
          <p:nvPr/>
        </p:nvSpPr>
        <p:spPr>
          <a:xfrm xmlns:a="http://schemas.openxmlformats.org/drawingml/2006/main">
            <a:off x="319661" y="384024"/>
            <a:ext cx="7429500" cy="390390"/>
          </a:xfrm>
          <a:prstGeom xmlns:a="http://schemas.openxmlformats.org/drawingml/2006/main" prst="rect">
            <a:avLst/>
          </a:prstGeom>
        </p:spPr>
        <p:txBody>
          <a:bodyPr xmlns:a="http://schemas.openxmlformats.org/drawingml/2006/main"/>
          <a:lstStyle xmlns:a="http://schemas.openxmlformats.org/drawingml/2006/main">
            <a:lvl1pPr algn="l" defTabSz="685800">
              <a:lnSpc>
                <a:spcPct val="90000"/>
              </a:lnSpc>
              <a:spcBef>
                <a:spcPct val="0"/>
              </a:spcBef>
              <a:buNone/>
              <a:defRPr sz="3300" kern="1200">
                <a:solidFill>
                  <a:schemeClr val="tx1"/>
                </a:solidFill>
                <a:latin typeface="+mj-lt"/>
                <a:ea typeface="+mj-lt"/>
                <a:cs typeface="+mj-lt"/>
              </a:defRPr>
            </a:lvl1pPr>
          </a:lstStyle>
          <a:p xmlns:a="http://schemas.openxmlformats.org/drawingml/2006/main">
            <a:pPr>
              <a:spcAft>
                <a:spcPts val="0"/>
              </a:spcAft>
              <a:buNone/>
            </a:pPr>
            <a:r>
              <a:rPr sz="2000" b="1">
                <a:latin typeface="Georgia"/>
                <a:ea typeface="Georgia"/>
                <a:cs typeface="Georgia"/>
              </a:rPr>
              <a:t>Monitoring has three roles</a:t>
            </a:r>
          </a:p>
        </p:txBody>
      </p:sp>
      <p:sp>
        <p:nvSpPr>
          <p:cNvPr id="4" name="TextBox 3">
            <a:extLst xmlns:a="http://schemas.openxmlformats.org/drawingml/2006/main">
              <a:ext uri="{FF2B5EF4-FFF2-40B4-BE49-F238E27FC236}">
                <a16:creationId xmlns:a16="http://schemas.microsoft.com/office/drawing/2014/main" id="{39B46FBC-489C-472E-8305-3FC22CE855B5}"/>
              </a:ext>
            </a:extLst>
          </p:cNvPr>
          <p:cNvSpPr>
            <a:spLocks xmlns:a="http://schemas.openxmlformats.org/drawingml/2006/main" noGrp="1"/>
          </p:cNvSpPr>
          <p:nvPr/>
        </p:nvSpPr>
        <p:spPr>
          <a:xfrm xmlns:a="http://schemas.openxmlformats.org/drawingml/2006/main">
            <a:off x="228805" y="789031"/>
            <a:ext cx="7198542" cy="9387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a:solidFill>
                  <a:schemeClr val="tx1"/>
                </a:solidFill>
                <a:latin typeface="Georgia"/>
                <a:ea typeface="Georgia"/>
                <a:cs typeface="Georgia"/>
              </a:rPr>
              <a:t>The console summarizes operations; monitoring explains service behavior.</a:t>
            </a:r>
          </a:p>
          <a:p xmlns:a="http://schemas.openxmlformats.org/drawingml/2006/main">
            <a:endParaRPr sz="1800">
              <a:latin typeface="Calibri"/>
              <a:ea typeface="Calibri"/>
              <a:cs typeface="Calibri"/>
            </a:endParaRPr>
          </a:p>
        </p:txBody>
      </p:sp>
      <p:sp>
        <p:nvSpPr>
          <p:cNvPr id="2" name="TextBox 1">
            <a:extLst xmlns:a="http://schemas.openxmlformats.org/drawingml/2006/main">
              <a:ext uri="{FF2B5EF4-FFF2-40B4-BE49-F238E27FC236}">
                <a16:creationId xmlns:a16="http://schemas.microsoft.com/office/drawing/2014/main" id="{5A7AA003-805E-428C-9F2C-6B974F9D5051}"/>
              </a:ext>
            </a:extLst>
          </p:cNvPr>
          <p:cNvSpPr>
            <a:spLocks xmlns:a="http://schemas.openxmlformats.org/drawingml/2006/main" noGrp="1"/>
          </p:cNvSpPr>
          <p:nvPr/>
        </p:nvSpPr>
        <p:spPr>
          <a:xfrm xmlns:a="http://schemas.openxmlformats.org/drawingml/2006/main">
            <a:off x="5959266" y="3337645"/>
            <a:ext cx="2434107" cy="502920"/>
          </a:xfrm>
          <a:prstGeom xmlns:a="http://schemas.openxmlformats.org/drawingml/2006/main" prst="rect">
            <a:avLst/>
          </a:prstGeom>
          <a:solidFill xmlns:a="http://schemas.openxmlformats.org/drawingml/2006/main">
            <a:srgbClr val="D11414"/>
          </a:solidFill>
          <a:ln xmlns:a="http://schemas.openxmlformats.org/drawingml/2006/main">
            <a:solidFill>
              <a:srgbClr val="D1141E"/>
            </a:solidFill>
          </a:ln>
        </p:spPr>
        <p:txBody>
          <a:bodyPr xmlns:a="http://schemas.openxmlformats.org/drawingml/2006/main" wrap="square">
            <a:spAutoFit/>
          </a:bodyPr>
          <a:lstStyle xmlns:a="http://schemas.openxmlformats.org/drawingml/2006/main"/>
          <a:p xmlns:a="http://schemas.openxmlformats.org/drawingml/2006/main">
            <a:r>
              <a:rPr i="1">
                <a:latin typeface="Georgia"/>
                <a:ea typeface="Georgia"/>
                <a:cs typeface="Georgia"/>
              </a:rPr>
              <a:t>One front door.
Different responsibilities.</a:t>
            </a:r>
          </a:p>
        </p:txBody>
      </p:sp>
      <p:sp>
        <p:nvSpPr>
          <p:cNvPr id="17" name="Straight Connector 16">
            <a:extLst xmlns:a="http://schemas.openxmlformats.org/drawingml/2006/main">
              <a:ext uri="{FF2B5EF4-FFF2-40B4-BE49-F238E27FC236}">
                <a16:creationId xmlns:a16="http://schemas.microsoft.com/office/drawing/2014/main" id="{EC83A9F0-020C-446E-9F5E-2348F20C1CFE}"/>
              </a:ext>
            </a:extLst>
          </p:cNvPr>
          <p:cNvSpPr>
            <a:spLocks xmlns:a="http://schemas.openxmlformats.org/drawingml/2006/main" noGrp="1"/>
          </p:cNvSpPr>
          <p:nvPr/>
        </p:nvSpPr>
        <p:spPr>
          <a:xfrm xmlns:a="http://schemas.openxmlformats.org/drawingml/2006/main">
            <a:off x="360270" y="403703"/>
            <a:ext cx="340" cy="162967"/>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8" name="Straight Connector 17">
            <a:extLst xmlns:a="http://schemas.openxmlformats.org/drawingml/2006/main">
              <a:ext uri="{FF2B5EF4-FFF2-40B4-BE49-F238E27FC236}">
                <a16:creationId xmlns:a16="http://schemas.microsoft.com/office/drawing/2014/main" id="{5C63F7E6-3730-4F76-8C7B-85056D77F6CB}"/>
              </a:ext>
            </a:extLst>
          </p:cNvPr>
          <p:cNvSpPr>
            <a:spLocks xmlns:a="http://schemas.openxmlformats.org/drawingml/2006/main" noGrp="1"/>
          </p:cNvSpPr>
          <p:nvPr/>
        </p:nvSpPr>
        <p:spPr>
          <a:xfrm xmlns:a="http://schemas.openxmlformats.org/drawingml/2006/main">
            <a:off x="353830" y="405156"/>
            <a:ext cx="6948493" cy="0"/>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9" name="Flow arrow">
            <a:extLst xmlns:a="http://schemas.openxmlformats.org/drawingml/2006/main">
              <a:ext uri="{FF2B5EF4-FFF2-40B4-BE49-F238E27FC236}">
                <a16:creationId xmlns:a16="http://schemas.microsoft.com/office/drawing/2014/main" id="{5C80943C-D25D-424F-961D-A99AE16214BA}"/>
              </a:ext>
            </a:extLst>
          </p:cNvPr>
          <p:cNvSpPr>
            <a:spLocks xmlns:a="http://schemas.openxmlformats.org/drawingml/2006/main" noGrp="1"/>
          </p:cNvSpPr>
          <p:nvPr/>
        </p:nvSpPr>
        <p:spPr>
          <a:xfrm xmlns:a="http://schemas.openxmlformats.org/drawingml/2006/main">
            <a:off x="2000250" y="2428875"/>
            <a:ext cx="209550" cy="171450"/>
          </a:xfrm>
          <a:prstGeom xmlns:a="http://schemas.openxmlformats.org/drawingml/2006/main" prst="rightArrow">
            <a:avLst/>
          </a:prstGeom>
          <a:solidFill xmlns:a="http://schemas.openxmlformats.org/drawingml/2006/main">
            <a:srgbClr val="C00000"/>
          </a:solidFill>
          <a:ln xmlns:a="http://schemas.openxmlformats.org/drawingml/2006/main" w="0">
            <a:noFill/>
          </a:ln>
        </p:spPr>
      </p:sp>
      <p:sp>
        <p:nvSpPr>
          <p:cNvPr id="20" name="Flow arrow">
            <a:extLst xmlns:a="http://schemas.openxmlformats.org/drawingml/2006/main">
              <a:ext uri="{FF2B5EF4-FFF2-40B4-BE49-F238E27FC236}">
                <a16:creationId xmlns:a16="http://schemas.microsoft.com/office/drawing/2014/main" id="{F10F11BB-F145-4679-A109-FCA3241B3B4C}"/>
              </a:ext>
            </a:extLst>
          </p:cNvPr>
          <p:cNvSpPr>
            <a:spLocks xmlns:a="http://schemas.openxmlformats.org/drawingml/2006/main" noGrp="1"/>
          </p:cNvSpPr>
          <p:nvPr/>
        </p:nvSpPr>
        <p:spPr>
          <a:xfrm xmlns:a="http://schemas.openxmlformats.org/drawingml/2006/main">
            <a:off x="3800475" y="2428875"/>
            <a:ext cx="209550" cy="171450"/>
          </a:xfrm>
          <a:prstGeom xmlns:a="http://schemas.openxmlformats.org/drawingml/2006/main" prst="rightArrow">
            <a:avLst/>
          </a:prstGeom>
          <a:solidFill xmlns:a="http://schemas.openxmlformats.org/drawingml/2006/main">
            <a:srgbClr val="C00000"/>
          </a:solidFill>
          <a:ln xmlns:a="http://schemas.openxmlformats.org/drawingml/2006/main" w="0">
            <a:noFill/>
          </a:ln>
        </p:spPr>
      </p:sp>
      <p:sp>
        <p:nvSpPr>
          <p:cNvPr id="21" name="Commerce diagram: FastAPI measurements">
            <a:extLst xmlns:a="http://schemas.openxmlformats.org/drawingml/2006/main">
              <a:ext uri="{FF2B5EF4-FFF2-40B4-BE49-F238E27FC236}">
                <a16:creationId xmlns:a16="http://schemas.microsoft.com/office/drawing/2014/main" id="{7B43489D-5E24-42BF-BF72-B9915527CA51}"/>
              </a:ext>
            </a:extLst>
          </p:cNvPr>
          <p:cNvSpPr>
            <a:spLocks xmlns:a="http://schemas.openxmlformats.org/drawingml/2006/main" noGrp="1"/>
          </p:cNvSpPr>
          <p:nvPr/>
        </p:nvSpPr>
        <p:spPr>
          <a:xfrm xmlns:a="http://schemas.openxmlformats.org/drawingml/2006/main">
            <a:off x="409575" y="2200275"/>
            <a:ext cx="1590675" cy="628650"/>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FastAPI</a:t>
            </a:r>
          </a:p>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measurements</a:t>
            </a:r>
          </a:p>
        </p:txBody>
      </p:sp>
      <p:sp>
        <p:nvSpPr>
          <p:cNvPr id="22" name="Commerce diagram: Prometheus collects / stores">
            <a:extLst xmlns:a="http://schemas.openxmlformats.org/drawingml/2006/main">
              <a:ext uri="{FF2B5EF4-FFF2-40B4-BE49-F238E27FC236}">
                <a16:creationId xmlns:a16="http://schemas.microsoft.com/office/drawing/2014/main" id="{458896FF-B38D-4E13-8E21-53844A35E6E4}"/>
              </a:ext>
            </a:extLst>
          </p:cNvPr>
          <p:cNvSpPr>
            <a:spLocks xmlns:a="http://schemas.openxmlformats.org/drawingml/2006/main" noGrp="1"/>
          </p:cNvSpPr>
          <p:nvPr/>
        </p:nvSpPr>
        <p:spPr>
          <a:xfrm xmlns:a="http://schemas.openxmlformats.org/drawingml/2006/main">
            <a:off x="2209800" y="2200275"/>
            <a:ext cx="1590675" cy="628650"/>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Prometheus</a:t>
            </a:r>
          </a:p>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collects / stores</a:t>
            </a:r>
          </a:p>
        </p:txBody>
      </p:sp>
      <p:sp>
        <p:nvSpPr>
          <p:cNvPr id="23" name="Commerce diagram: Grafana visualizes">
            <a:extLst xmlns:a="http://schemas.openxmlformats.org/drawingml/2006/main">
              <a:ext uri="{FF2B5EF4-FFF2-40B4-BE49-F238E27FC236}">
                <a16:creationId xmlns:a16="http://schemas.microsoft.com/office/drawing/2014/main" id="{19DA596E-1383-4652-84C9-C804C7C37293}"/>
              </a:ext>
            </a:extLst>
          </p:cNvPr>
          <p:cNvSpPr>
            <a:spLocks xmlns:a="http://schemas.openxmlformats.org/drawingml/2006/main" noGrp="1"/>
          </p:cNvSpPr>
          <p:nvPr/>
        </p:nvSpPr>
        <p:spPr>
          <a:xfrm xmlns:a="http://schemas.openxmlformats.org/drawingml/2006/main">
            <a:off x="4010025" y="2200275"/>
            <a:ext cx="1590675" cy="628650"/>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Grafana</a:t>
            </a:r>
          </a:p>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visualizes</a:t>
            </a:r>
          </a:p>
        </p:txBody>
      </p:sp>
      <p:sp>
        <p:nvSpPr>
          <p:cNvPr id="24" name="Flow arrow">
            <a:extLst xmlns:a="http://schemas.openxmlformats.org/drawingml/2006/main">
              <a:ext uri="{FF2B5EF4-FFF2-40B4-BE49-F238E27FC236}">
                <a16:creationId xmlns:a16="http://schemas.microsoft.com/office/drawing/2014/main" id="{A5183082-EA46-496C-AFE7-E13DAF9705D2}"/>
              </a:ext>
            </a:extLst>
          </p:cNvPr>
          <p:cNvSpPr>
            <a:spLocks xmlns:a="http://schemas.openxmlformats.org/drawingml/2006/main" noGrp="1"/>
          </p:cNvSpPr>
          <p:nvPr/>
        </p:nvSpPr>
        <p:spPr>
          <a:xfrm xmlns:a="http://schemas.openxmlformats.org/drawingml/2006/main">
            <a:off x="2952750" y="2828925"/>
            <a:ext cx="171450" cy="590550"/>
          </a:xfrm>
          <a:prstGeom xmlns:a="http://schemas.openxmlformats.org/drawingml/2006/main" prst="downArrow">
            <a:avLst/>
          </a:prstGeom>
          <a:solidFill xmlns:a="http://schemas.openxmlformats.org/drawingml/2006/main">
            <a:srgbClr val="C00000"/>
          </a:solidFill>
          <a:ln xmlns:a="http://schemas.openxmlformats.org/drawingml/2006/main" w="0">
            <a:noFill/>
          </a:ln>
        </p:spPr>
      </p:sp>
      <p:sp>
        <p:nvSpPr>
          <p:cNvPr id="25" name="Commerce diagram: Commerce console Selected monitoring summaries">
            <a:extLst xmlns:a="http://schemas.openxmlformats.org/drawingml/2006/main">
              <a:ext uri="{FF2B5EF4-FFF2-40B4-BE49-F238E27FC236}">
                <a16:creationId xmlns:a16="http://schemas.microsoft.com/office/drawing/2014/main" id="{08A3992F-B010-42C1-B04D-A083BDE1016A}"/>
              </a:ext>
            </a:extLst>
          </p:cNvPr>
          <p:cNvSpPr>
            <a:spLocks xmlns:a="http://schemas.openxmlformats.org/drawingml/2006/main" noGrp="1"/>
          </p:cNvSpPr>
          <p:nvPr/>
        </p:nvSpPr>
        <p:spPr>
          <a:xfrm xmlns:a="http://schemas.openxmlformats.org/drawingml/2006/main">
            <a:off x="1495425" y="3419475"/>
            <a:ext cx="3190875" cy="895350"/>
          </a:xfrm>
          <a:prstGeom xmlns:a="http://schemas.openxmlformats.org/drawingml/2006/main" prst="rect">
            <a:avLst/>
          </a:prstGeom>
          <a:solidFill xmlns:a="http://schemas.openxmlformats.org/drawingml/2006/main">
            <a:srgbClr val="FFF9F7"/>
          </a:solidFill>
          <a:ln xmlns:a="http://schemas.openxmlformats.org/drawingml/2006/main" w="11430">
            <a:solidFill>
              <a:srgbClr val="C00000"/>
            </a:solid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Commerce console</a:t>
            </a:r>
          </a:p>
          <a:p xmlns:a="http://schemas.openxmlformats.org/drawingml/2006/main">
            <a:pPr algn="ctr">
              <a:defRPr sz="1400" b="0">
                <a:solidFill>
                  <a:srgbClr val="202020"/>
                </a:solidFill>
                <a:latin typeface="Georgia"/>
                <a:ea typeface="Georgia"/>
                <a:cs typeface="Georgia"/>
              </a:defRPr>
            </a:pPr>
            <a:r>
              <a:rPr sz="1400" b="0">
                <a:solidFill>
                  <a:srgbClr val="202020"/>
                </a:solidFill>
                <a:latin typeface="Georgia"/>
                <a:ea typeface="Georgia"/>
                <a:cs typeface="Georgia"/>
              </a:rPr>
              <a:t>Selected monitoring summaries</a:t>
            </a:r>
          </a:p>
        </p:txBody>
      </p:sp>
      <p:sp>
        <p:nvSpPr>
          <p:cNvPr id="26" name="Commerce diagram: Business view: orders and stock  Technical view: traffic, latency and errors">
            <a:extLst xmlns:a="http://schemas.openxmlformats.org/drawingml/2006/main">
              <a:ext uri="{FF2B5EF4-FFF2-40B4-BE49-F238E27FC236}">
                <a16:creationId xmlns:a16="http://schemas.microsoft.com/office/drawing/2014/main" id="{5AB4F7B3-E749-480F-A930-47F6A9603049}"/>
              </a:ext>
            </a:extLst>
          </p:cNvPr>
          <p:cNvSpPr>
            <a:spLocks xmlns:a="http://schemas.openxmlformats.org/drawingml/2006/main" noGrp="1"/>
          </p:cNvSpPr>
          <p:nvPr/>
        </p:nvSpPr>
        <p:spPr>
          <a:xfrm xmlns:a="http://schemas.openxmlformats.org/drawingml/2006/main">
            <a:off x="5953125" y="1847850"/>
            <a:ext cx="2428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57150" tIns="28575" rIns="57150" bIns="28575" anchor="ctr">
            <a:noAutofit/>
          </a:bodyPr>
          <a:lstStyle xmlns:a="http://schemas.openxmlformats.org/drawingml/2006/main"/>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Business view:</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orders and stock</a:t>
            </a:r>
          </a:p>
          <a:p xmlns:a="http://schemas.openxmlformats.org/drawingml/2006/main">
            <a:r>
              <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Technical view:</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traffic, latency</a:t>
            </a:r>
          </a:p>
          <a:p xmlns:a="http://schemas.openxmlformats.org/drawingml/2006/main">
            <a:pPr algn="l">
              <a:defRPr sz="1400" b="0">
                <a:solidFill>
                  <a:srgbClr val="202020"/>
                </a:solidFill>
                <a:latin typeface="Georgia"/>
                <a:ea typeface="Georgia"/>
                <a:cs typeface="Georgia"/>
              </a:defRPr>
            </a:pPr>
            <a:r>
              <a:rPr sz="1400" b="0">
                <a:solidFill>
                  <a:srgbClr val="202020"/>
                </a:solidFill>
                <a:latin typeface="Georgia"/>
                <a:ea typeface="Georgia"/>
                <a:cs typeface="Georgia"/>
              </a:rPr>
              <a:t>and errors</a:t>
            </a:r>
          </a:p>
        </p:txBody>
      </p:sp>
    </p:spTree>
    <p:extLst>
      <p:ext uri="{BB962C8B-B14F-4D97-AF65-F5344CB8AC3E}">
        <p14:creationId xmlns:p14="http://schemas.microsoft.com/office/powerpoint/2010/main" val="217130429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DD5CD8A5-5027-4411-83C7-F3EC4D2D2494}"/>
              </a:ext>
            </a:extLst>
          </p:cNvPr>
          <p:cNvSpPr>
            <a:spLocks xmlns:a="http://schemas.openxmlformats.org/drawingml/2006/main" noGrp="1"/>
          </p:cNvSpPr>
          <p:nvPr>
            <p:ph type="ftr" idx="4294967295"/>
          </p:nvPr>
        </p:nvSpPr>
        <p:spPr>
          <a:xfrm xmlns:a="http://schemas.openxmlformats.org/drawingml/2006/main">
            <a:off x="0" y="4724400"/>
            <a:ext cx="3086100" cy="2746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Local demonstration</a:t>
            </a:r>
          </a:p>
        </p:txBody>
      </p:sp>
      <p:sp>
        <p:nvSpPr>
          <p:cNvPr id="3" name="Slide Number Placeholder 2">
            <a:extLst xmlns:a="http://schemas.openxmlformats.org/drawingml/2006/main">
              <a:ext uri="{FF2B5EF4-FFF2-40B4-BE49-F238E27FC236}">
                <a16:creationId xmlns:a16="http://schemas.microsoft.com/office/drawing/2014/main" id="{B10C145E-25D0-4A11-9595-A1261B65DFE0}"/>
              </a:ext>
            </a:extLst>
          </p:cNvPr>
          <p:cNvSpPr>
            <a:spLocks xmlns:a="http://schemas.openxmlformats.org/drawingml/2006/main" noGrp="1"/>
          </p:cNvSpPr>
          <p:nvPr>
            <p:ph type="sldNum" idx="4294967295"/>
          </p:nvPr>
        </p:nvSpPr>
        <p:spPr>
          <a:xfrm xmlns:a="http://schemas.openxmlformats.org/drawingml/2006/main">
            <a:off x="7086600" y="4767263"/>
            <a:ext cx="2057400" cy="274637"/>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4DB16885-0D3F-A391-B669-3211DB3B26E8}" type="slidenum">
              <a:t>12</a:t>
            </a:fld>
            <a:endParaRPr/>
          </a:p>
        </p:txBody>
      </p:sp>
      <p:sp>
        <p:nvSpPr>
          <p:cNvPr id="5" name="Title 2">
            <a:extLst xmlns:a="http://schemas.openxmlformats.org/drawingml/2006/main">
              <a:ext uri="{FF2B5EF4-FFF2-40B4-BE49-F238E27FC236}">
                <a16:creationId xmlns:a16="http://schemas.microsoft.com/office/drawing/2014/main" id="{A550E624-9CCF-402D-92A1-A3521A96CE49}"/>
              </a:ext>
            </a:extLst>
          </p:cNvPr>
          <p:cNvSpPr>
            <a:spLocks xmlns:a="http://schemas.openxmlformats.org/drawingml/2006/main" noGrp="1"/>
          </p:cNvSpPr>
          <p:nvPr/>
        </p:nvSpPr>
        <p:spPr>
          <a:xfrm xmlns:a="http://schemas.openxmlformats.org/drawingml/2006/main">
            <a:off x="260098" y="445771"/>
            <a:ext cx="7241846" cy="616946"/>
          </a:xfrm>
          <a:prstGeom xmlns:a="http://schemas.openxmlformats.org/drawingml/2006/main" prst="rect">
            <a:avLst/>
          </a:prstGeom>
        </p:spPr>
        <p:txBody>
          <a:bodyPr xmlns:a="http://schemas.openxmlformats.org/drawingml/2006/main"/>
          <a:lstStyle xmlns:a="http://schemas.openxmlformats.org/drawingml/2006/main">
            <a:lvl1pPr algn="l" defTabSz="685800">
              <a:lnSpc>
                <a:spcPct val="90000"/>
              </a:lnSpc>
              <a:spcBef>
                <a:spcPct val="0"/>
              </a:spcBef>
              <a:buNone/>
              <a:defRPr sz="3300" kern="1200">
                <a:solidFill>
                  <a:schemeClr val="tx1"/>
                </a:solidFill>
                <a:latin typeface="+mj-lt"/>
                <a:ea typeface="+mj-lt"/>
                <a:cs typeface="+mj-lt"/>
              </a:defRPr>
            </a:lvl1pPr>
          </a:lstStyle>
          <a:p xmlns:a="http://schemas.openxmlformats.org/drawingml/2006/main">
            <a:pPr>
              <a:spcAft>
                <a:spcPts val="0"/>
              </a:spcAft>
              <a:buNone/>
            </a:pPr>
            <a:r>
              <a:rPr sz="2000" b="1">
                <a:latin typeface="Georgia"/>
                <a:ea typeface="Georgia"/>
                <a:cs typeface="Georgia"/>
              </a:rPr>
              <a:t>The local operating workspace</a:t>
            </a:r>
          </a:p>
        </p:txBody>
      </p:sp>
      <p:pic>
        <p:nvPicPr>
          <p:cNvPr id="30" name="Picture 5"/>
          <p:cNvPicPr>
            <a:picLocks xmlns:a="http://schemas.openxmlformats.org/drawingml/2006/main" noChangeAspect="1"/>
          </p:cNvPicPr>
          <p:nvPr/>
        </p:nvPicPr>
        <p:blipFill>
          <a:blip xmlns:r="http://schemas.openxmlformats.org/officeDocument/2006/relationships" xmlns:a="http://schemas.openxmlformats.org/drawingml/2006/main" r:embed="R5b8c1c009a9740c1"/>
          <a:stretch xmlns:a="http://schemas.openxmlformats.org/drawingml/2006/main"/>
        </p:blipFill>
        <p:spPr>
          <a:xfrm xmlns:a="http://schemas.openxmlformats.org/drawingml/2006/main">
            <a:off x="392465" y="1423350"/>
            <a:ext cx="6003883" cy="3379261"/>
          </a:xfrm>
          <a:prstGeom xmlns:a="http://schemas.openxmlformats.org/drawingml/2006/main" prst="rect">
            <a:avLst/>
          </a:prstGeom>
        </p:spPr>
      </p:pic>
      <p:sp>
        <p:nvSpPr>
          <p:cNvPr id="10" name="TextBox 9">
            <a:extLst xmlns:a="http://schemas.openxmlformats.org/drawingml/2006/main">
              <a:ext uri="{FF2B5EF4-FFF2-40B4-BE49-F238E27FC236}">
                <a16:creationId xmlns:a16="http://schemas.microsoft.com/office/drawing/2014/main" id="{2D61FE0B-49F2-4809-9218-3BB1F1F8FDF4}"/>
              </a:ext>
            </a:extLst>
          </p:cNvPr>
          <p:cNvSpPr>
            <a:spLocks xmlns:a="http://schemas.openxmlformats.org/drawingml/2006/main" noGrp="1"/>
          </p:cNvSpPr>
          <p:nvPr/>
        </p:nvSpPr>
        <p:spPr>
          <a:xfrm xmlns:a="http://schemas.openxmlformats.org/drawingml/2006/main">
            <a:off x="6572250" y="2544699"/>
            <a:ext cx="2360009" cy="7620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100">
                <a:latin typeface="Georgia"/>
                <a:ea typeface="Georgia"/>
                <a:cs typeface="Georgia"/>
              </a:rPr>
              <a:t>Stock by warehouse</a:t>
            </a:r>
          </a:p>
          <a:p xmlns:a="http://schemas.openxmlformats.org/drawingml/2006/main">
            <a:r>
              <a:rPr sz="1100">
                <a:latin typeface="Georgia"/>
                <a:ea typeface="Georgia"/>
                <a:cs typeface="Georgia"/>
              </a:rPr>
              <a:t>On hand − reserved
= available</a:t>
            </a:r>
          </a:p>
        </p:txBody>
      </p:sp>
      <p:sp>
        <p:nvSpPr>
          <p:cNvPr id="24" name="Straight Connector 23">
            <a:extLst xmlns:a="http://schemas.openxmlformats.org/drawingml/2006/main">
              <a:ext uri="{FF2B5EF4-FFF2-40B4-BE49-F238E27FC236}">
                <a16:creationId xmlns:a16="http://schemas.microsoft.com/office/drawing/2014/main" id="{943A7E20-6A9F-4291-8876-0AF32FC2A22F}"/>
              </a:ext>
            </a:extLst>
          </p:cNvPr>
          <p:cNvSpPr>
            <a:spLocks xmlns:a="http://schemas.openxmlformats.org/drawingml/2006/main" noGrp="1"/>
          </p:cNvSpPr>
          <p:nvPr/>
        </p:nvSpPr>
        <p:spPr>
          <a:xfrm xmlns:a="http://schemas.openxmlformats.org/drawingml/2006/main">
            <a:off x="398905" y="403703"/>
            <a:ext cx="340" cy="162967"/>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25" name="Straight Connector 24">
            <a:extLst xmlns:a="http://schemas.openxmlformats.org/drawingml/2006/main">
              <a:ext uri="{FF2B5EF4-FFF2-40B4-BE49-F238E27FC236}">
                <a16:creationId xmlns:a16="http://schemas.microsoft.com/office/drawing/2014/main" id="{FE0E6E81-263D-402B-9398-BEB60132070A}"/>
              </a:ext>
            </a:extLst>
          </p:cNvPr>
          <p:cNvSpPr>
            <a:spLocks xmlns:a="http://schemas.openxmlformats.org/drawingml/2006/main" noGrp="1"/>
          </p:cNvSpPr>
          <p:nvPr/>
        </p:nvSpPr>
        <p:spPr>
          <a:xfrm xmlns:a="http://schemas.openxmlformats.org/drawingml/2006/main">
            <a:off x="392465" y="405156"/>
            <a:ext cx="6948493" cy="0"/>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extLst>
      <p:ext uri="{BB962C8B-B14F-4D97-AF65-F5344CB8AC3E}">
        <p14:creationId xmlns:p14="http://schemas.microsoft.com/office/powerpoint/2010/main" val="101706252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EF999DB7-D326-4418-BD25-436F8D992580}"/>
              </a:ext>
            </a:extLst>
          </p:cNvPr>
          <p:cNvSpPr>
            <a:spLocks xmlns:a="http://schemas.openxmlformats.org/drawingml/2006/main" noGrp="1"/>
          </p:cNvSpPr>
          <p:nvPr/>
        </p:nvSpPr>
        <p:spPr>
          <a:xfrm xmlns:a="http://schemas.openxmlformats.org/drawingml/2006/main">
            <a:off x="508157" y="338252"/>
            <a:ext cx="7429500" cy="40011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2000" b="1">
                <a:solidFill>
                  <a:schemeClr val="tx1"/>
                </a:solidFill>
                <a:latin typeface="Georgia"/>
                <a:ea typeface="Georgia"/>
                <a:cs typeface="Georgia"/>
              </a:rPr>
              <a:t>Security and accountability</a:t>
            </a:r>
          </a:p>
        </p:txBody>
      </p:sp>
      <p:sp>
        <p:nvSpPr>
          <p:cNvPr id="4" name="TextBox 3">
            <a:extLst xmlns:a="http://schemas.openxmlformats.org/drawingml/2006/main">
              <a:ext uri="{FF2B5EF4-FFF2-40B4-BE49-F238E27FC236}">
                <a16:creationId xmlns:a16="http://schemas.microsoft.com/office/drawing/2014/main" id="{66842271-518F-41B1-A378-5FBBB1F3E885}"/>
              </a:ext>
            </a:extLst>
          </p:cNvPr>
          <p:cNvSpPr>
            <a:spLocks xmlns:a="http://schemas.openxmlformats.org/drawingml/2006/main" noGrp="1"/>
          </p:cNvSpPr>
          <p:nvPr/>
        </p:nvSpPr>
        <p:spPr>
          <a:xfrm xmlns:a="http://schemas.openxmlformats.org/drawingml/2006/main">
            <a:off x="661093" y="1239285"/>
            <a:ext cx="6299200" cy="178510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171450" indent="-171450" algn="l">
              <a:buFont typeface="Arial"/>
              <a:buChar char="•"/>
            </a:pPr>
            <a:r>
              <a:rPr sz="1100">
                <a:solidFill>
                  <a:schemeClr val="tx1"/>
                </a:solidFill>
                <a:latin typeface="Georgia"/>
                <a:ea typeface="Georgia"/>
                <a:cs typeface="Georgia"/>
              </a:rPr>
              <a:t>JWT authentication, Argon2 hashes and active-account checks.</a:t>
            </a:r>
            <a:endParaRPr sz="1100">
              <a:solidFill>
                <a:schemeClr val="tx1"/>
              </a:solidFill>
              <a:latin typeface="Georgia"/>
              <a:ea typeface="Georgia"/>
              <a:cs typeface="Georgia"/>
            </a:endParaRPr>
          </a:p>
          <a:p xmlns:a="http://schemas.openxmlformats.org/drawingml/2006/main">
            <a:pPr marL="171450" indent="-171450" algn="l">
              <a:buFont typeface="Arial"/>
              <a:buChar char="•"/>
            </a:pPr>
            <a:r>
              <a:rPr sz="1100">
                <a:solidFill>
                  <a:schemeClr val="tx1"/>
                </a:solidFill>
                <a:latin typeface="Georgia"/>
                <a:ea typeface="Georgia"/>
                <a:cs typeface="Georgia"/>
              </a:rPr>
              <a:t>Server-side role and customer/merchant ownership rules.</a:t>
            </a:r>
          </a:p>
          <a:p xmlns:a="http://schemas.openxmlformats.org/drawingml/2006/main">
            <a:pPr marL="171450" indent="-171450" algn="l">
              <a:buFont typeface="Arial"/>
              <a:buChar char="•"/>
            </a:pPr>
            <a:r>
              <a:rPr sz="1100">
                <a:solidFill>
                  <a:schemeClr val="tx1"/>
                </a:solidFill>
                <a:latin typeface="Georgia"/>
                <a:ea typeface="Georgia"/>
                <a:cs typeface="Georgia"/>
              </a:rPr>
              <a:t>Rate limiting, request IDs, audit records and stock locks.</a:t>
            </a:r>
          </a:p>
          <a:p xmlns:a="http://schemas.openxmlformats.org/drawingml/2006/main">
            <a:pPr marL="171450" indent="-171450" algn="l">
              <a:buFont typeface="Arial"/>
              <a:buChar char="•"/>
            </a:pPr>
            <a:r>
              <a:rPr sz="1100">
                <a:solidFill>
                  <a:schemeClr val="tx1"/>
                </a:solidFill>
                <a:latin typeface="Georgia"/>
                <a:ea typeface="Georgia"/>
                <a:cs typeface="Georgia"/>
              </a:rPr>
              <a:t>Localhost only; production still needs MFA, TLS and managed secrets.</a:t>
            </a:r>
            <a:r>
              <a:rPr sz="1100">
                <a:solidFill>
                  <a:schemeClr val="tx1"/>
                </a:solidFill>
                <a:latin typeface="Georgia"/>
                <a:ea typeface="Georgia"/>
                <a:cs typeface="Georgia"/>
              </a:rPr>
              <a:t>	</a:t>
            </a:r>
          </a:p>
          <a:p xmlns:a="http://schemas.openxmlformats.org/drawingml/2006/main">
            <a:pPr algn="l">
              <a:buNone/>
            </a:pPr>
            <a:endParaRPr sz="1100">
              <a:solidFill>
                <a:schemeClr val="tx1"/>
              </a:solidFill>
              <a:latin typeface="Georgia"/>
              <a:ea typeface="Georgia"/>
              <a:cs typeface="Georgia"/>
            </a:endParaRPr>
          </a:p>
          <a:p xmlns:a="http://schemas.openxmlformats.org/drawingml/2006/main">
            <a:pPr marL="171450" indent="-171450" algn="l">
              <a:buFont typeface="Arial"/>
              <a:buChar char="•"/>
            </a:pPr>
            <a:endParaRPr sz="1100">
              <a:solidFill>
                <a:schemeClr val="tx1"/>
              </a:solidFill>
              <a:latin typeface="Georgia"/>
              <a:ea typeface="Georgia"/>
              <a:cs typeface="Georgia"/>
            </a:endParaRPr>
          </a:p>
          <a:p xmlns:a="http://schemas.openxmlformats.org/drawingml/2006/main">
            <a:pPr algn="l">
              <a:buNone/>
            </a:pPr>
            <a:endParaRPr sz="1100">
              <a:solidFill>
                <a:schemeClr val="tx1"/>
              </a:solidFill>
              <a:latin typeface="Georgia"/>
              <a:ea typeface="Georgia"/>
              <a:cs typeface="Georgia"/>
            </a:endParaRPr>
          </a:p>
        </p:txBody>
      </p:sp>
      <p:sp>
        <p:nvSpPr>
          <p:cNvPr id="6" name="Straight Connector 5">
            <a:extLst xmlns:a="http://schemas.openxmlformats.org/drawingml/2006/main">
              <a:ext uri="{FF2B5EF4-FFF2-40B4-BE49-F238E27FC236}">
                <a16:creationId xmlns:a16="http://schemas.microsoft.com/office/drawing/2014/main" id="{951F7955-0F73-43AB-992C-8BB2CA9AEE56}"/>
              </a:ext>
            </a:extLst>
          </p:cNvPr>
          <p:cNvSpPr>
            <a:spLocks xmlns:a="http://schemas.openxmlformats.org/drawingml/2006/main" noGrp="1"/>
          </p:cNvSpPr>
          <p:nvPr/>
        </p:nvSpPr>
        <p:spPr>
          <a:xfrm xmlns:a="http://schemas.openxmlformats.org/drawingml/2006/main">
            <a:off x="566322" y="390825"/>
            <a:ext cx="340" cy="162967"/>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Straight Connector 6">
            <a:extLst xmlns:a="http://schemas.openxmlformats.org/drawingml/2006/main">
              <a:ext uri="{FF2B5EF4-FFF2-40B4-BE49-F238E27FC236}">
                <a16:creationId xmlns:a16="http://schemas.microsoft.com/office/drawing/2014/main" id="{17A807C5-12A7-42DF-B9E1-C9C81FD38257}"/>
              </a:ext>
            </a:extLst>
          </p:cNvPr>
          <p:cNvSpPr>
            <a:spLocks xmlns:a="http://schemas.openxmlformats.org/drawingml/2006/main" noGrp="1"/>
          </p:cNvSpPr>
          <p:nvPr/>
        </p:nvSpPr>
        <p:spPr>
          <a:xfrm xmlns:a="http://schemas.openxmlformats.org/drawingml/2006/main">
            <a:off x="559882" y="392278"/>
            <a:ext cx="6948493" cy="0"/>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Page number">
            <a:extLst xmlns:a="http://schemas.openxmlformats.org/drawingml/2006/main">
              <a:ext uri="{FF2B5EF4-FFF2-40B4-BE49-F238E27FC236}">
                <a16:creationId xmlns:a16="http://schemas.microsoft.com/office/drawing/2014/main" id="{FA91C381-17AB-4E60-8802-4FA88A1FCCB0}"/>
              </a:ext>
            </a:extLst>
          </p:cNvPr>
          <p:cNvSpPr>
            <a:spLocks xmlns:a="http://schemas.openxmlformats.org/drawingml/2006/main" noGrp="1"/>
          </p:cNvSpPr>
          <p:nvPr/>
        </p:nvSpPr>
        <p:spPr>
          <a:xfrm xmlns:a="http://schemas.openxmlformats.org/drawingml/2006/main">
            <a:off x="7086600" y="4767263"/>
            <a:ext cx="2057400" cy="274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lstStyle xmlns:a="http://schemas.openxmlformats.org/drawingml/2006/main"/>
          <a:p xmlns:a="http://schemas.openxmlformats.org/drawingml/2006/main">
            <a:pPr>
              <a:defRPr sz="1350">
                <a:latin typeface="Calibri"/>
                <a:ea typeface="Calibri"/>
                <a:cs typeface="Calibri"/>
              </a:defRPr>
            </a:pPr>
            <a:r>
              <a:rPr sz="1350">
                <a:latin typeface="Calibri"/>
                <a:ea typeface="Calibri"/>
                <a:cs typeface="Calibri"/>
              </a:rPr>
              <a:t>13</a:t>
            </a:r>
          </a:p>
        </p:txBody>
      </p:sp>
    </p:spTree>
    <p:extLst>
      <p:ext uri="{BB962C8B-B14F-4D97-AF65-F5344CB8AC3E}">
        <p14:creationId xmlns:p14="http://schemas.microsoft.com/office/powerpoint/2010/main" val="379351839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EF999DB7-D326-4418-BD25-436F8D992580}"/>
              </a:ext>
            </a:extLst>
          </p:cNvPr>
          <p:cNvSpPr>
            <a:spLocks xmlns:a="http://schemas.openxmlformats.org/drawingml/2006/main" noGrp="1"/>
          </p:cNvSpPr>
          <p:nvPr/>
        </p:nvSpPr>
        <p:spPr>
          <a:xfrm xmlns:a="http://schemas.openxmlformats.org/drawingml/2006/main">
            <a:off x="508157" y="338252"/>
            <a:ext cx="7429500" cy="40011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2000" b="1">
                <a:solidFill>
                  <a:schemeClr val="tx1"/>
                </a:solidFill>
                <a:latin typeface="Georgia"/>
                <a:ea typeface="Georgia"/>
                <a:cs typeface="Georgia"/>
              </a:rPr>
              <a:t>Evidence before confidence</a:t>
            </a:r>
          </a:p>
        </p:txBody>
      </p:sp>
      <p:sp>
        <p:nvSpPr>
          <p:cNvPr id="4" name="TextBox 3">
            <a:extLst xmlns:a="http://schemas.openxmlformats.org/drawingml/2006/main">
              <a:ext uri="{FF2B5EF4-FFF2-40B4-BE49-F238E27FC236}">
                <a16:creationId xmlns:a16="http://schemas.microsoft.com/office/drawing/2014/main" id="{66842271-518F-41B1-A378-5FBBB1F3E885}"/>
              </a:ext>
            </a:extLst>
          </p:cNvPr>
          <p:cNvSpPr>
            <a:spLocks xmlns:a="http://schemas.openxmlformats.org/drawingml/2006/main" noGrp="1"/>
          </p:cNvSpPr>
          <p:nvPr/>
        </p:nvSpPr>
        <p:spPr>
          <a:xfrm xmlns:a="http://schemas.openxmlformats.org/drawingml/2006/main">
            <a:off x="661093" y="1239285"/>
            <a:ext cx="6299200" cy="178510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171450" indent="-171450" algn="l">
              <a:buFont typeface="Arial"/>
              <a:buChar char="•"/>
            </a:pPr>
            <a:r>
              <a:rPr sz="1100">
                <a:solidFill>
                  <a:schemeClr val="tx1"/>
                </a:solidFill>
                <a:latin typeface="Georgia"/>
                <a:ea typeface="Georgia"/>
                <a:cs typeface="Georgia"/>
              </a:rPr>
              <a:t>20 backend regression tests; about 90% application line coverage.</a:t>
            </a:r>
            <a:endParaRPr sz="1100">
              <a:solidFill>
                <a:schemeClr val="tx1"/>
              </a:solidFill>
              <a:latin typeface="Georgia"/>
              <a:ea typeface="Georgia"/>
              <a:cs typeface="Georgia"/>
            </a:endParaRPr>
          </a:p>
          <a:p xmlns:a="http://schemas.openxmlformats.org/drawingml/2006/main">
            <a:pPr marL="171450" indent="-171450" algn="l">
              <a:buFont typeface="Arial"/>
              <a:buChar char="•"/>
            </a:pPr>
            <a:r>
              <a:rPr sz="1100">
                <a:solidFill>
                  <a:schemeClr val="tx1"/>
                </a:solidFill>
                <a:latin typeface="Georgia"/>
                <a:ea typeface="Georgia"/>
                <a:cs typeface="Georgia"/>
              </a:rPr>
              <a:t>PostgreSQL checks: duplicate requests, competing stock and delivery.</a:t>
            </a:r>
          </a:p>
          <a:p xmlns:a="http://schemas.openxmlformats.org/drawingml/2006/main">
            <a:pPr marL="171450" indent="-171450" algn="l">
              <a:buFont typeface="Arial"/>
              <a:buChar char="•"/>
            </a:pPr>
            <a:r>
              <a:rPr sz="1100">
                <a:solidFill>
                  <a:schemeClr val="tx1"/>
                </a:solidFill>
                <a:latin typeface="Georgia"/>
                <a:ea typeface="Georgia"/>
                <a:cs typeface="Georgia"/>
              </a:rPr>
              <a:t>Frontend contracts, TypeScript checks and production build.</a:t>
            </a:r>
          </a:p>
          <a:p xmlns:a="http://schemas.openxmlformats.org/drawingml/2006/main">
            <a:pPr marL="171450" indent="-171450" algn="l">
              <a:buFont typeface="Arial"/>
              <a:buChar char="•"/>
            </a:pPr>
            <a:r>
              <a:rPr sz="1100">
                <a:solidFill>
                  <a:schemeClr val="tx1"/>
                </a:solidFill>
                <a:latin typeface="Georgia"/>
                <a:ea typeface="Georgia"/>
                <a:cs typeface="Georgia"/>
              </a:rPr>
              <a:t>Dated security reports; no production load or real-data accuracy claim.</a:t>
            </a:r>
            <a:r>
              <a:rPr sz="1100">
                <a:solidFill>
                  <a:schemeClr val="tx1"/>
                </a:solidFill>
                <a:latin typeface="Georgia"/>
                <a:ea typeface="Georgia"/>
                <a:cs typeface="Georgia"/>
              </a:rPr>
              <a:t>	</a:t>
            </a:r>
          </a:p>
          <a:p xmlns:a="http://schemas.openxmlformats.org/drawingml/2006/main">
            <a:pPr algn="l">
              <a:buNone/>
            </a:pPr>
            <a:endParaRPr sz="1100">
              <a:solidFill>
                <a:schemeClr val="tx1"/>
              </a:solidFill>
              <a:latin typeface="Georgia"/>
              <a:ea typeface="Georgia"/>
              <a:cs typeface="Georgia"/>
            </a:endParaRPr>
          </a:p>
          <a:p xmlns:a="http://schemas.openxmlformats.org/drawingml/2006/main">
            <a:pPr marL="171450" indent="-171450" algn="l">
              <a:buFont typeface="Arial"/>
              <a:buChar char="•"/>
            </a:pPr>
            <a:endParaRPr sz="1100">
              <a:solidFill>
                <a:schemeClr val="tx1"/>
              </a:solidFill>
              <a:latin typeface="Georgia"/>
              <a:ea typeface="Georgia"/>
              <a:cs typeface="Georgia"/>
            </a:endParaRPr>
          </a:p>
          <a:p xmlns:a="http://schemas.openxmlformats.org/drawingml/2006/main">
            <a:pPr algn="l">
              <a:buNone/>
            </a:pPr>
            <a:endParaRPr sz="1100">
              <a:solidFill>
                <a:schemeClr val="tx1"/>
              </a:solidFill>
              <a:latin typeface="Georgia"/>
              <a:ea typeface="Georgia"/>
              <a:cs typeface="Georgia"/>
            </a:endParaRPr>
          </a:p>
        </p:txBody>
      </p:sp>
      <p:sp>
        <p:nvSpPr>
          <p:cNvPr id="6" name="Straight Connector 5">
            <a:extLst xmlns:a="http://schemas.openxmlformats.org/drawingml/2006/main">
              <a:ext uri="{FF2B5EF4-FFF2-40B4-BE49-F238E27FC236}">
                <a16:creationId xmlns:a16="http://schemas.microsoft.com/office/drawing/2014/main" id="{951F7955-0F73-43AB-992C-8BB2CA9AEE56}"/>
              </a:ext>
            </a:extLst>
          </p:cNvPr>
          <p:cNvSpPr>
            <a:spLocks xmlns:a="http://schemas.openxmlformats.org/drawingml/2006/main" noGrp="1"/>
          </p:cNvSpPr>
          <p:nvPr/>
        </p:nvSpPr>
        <p:spPr>
          <a:xfrm xmlns:a="http://schemas.openxmlformats.org/drawingml/2006/main">
            <a:off x="566322" y="390825"/>
            <a:ext cx="340" cy="162967"/>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Straight Connector 6">
            <a:extLst xmlns:a="http://schemas.openxmlformats.org/drawingml/2006/main">
              <a:ext uri="{FF2B5EF4-FFF2-40B4-BE49-F238E27FC236}">
                <a16:creationId xmlns:a16="http://schemas.microsoft.com/office/drawing/2014/main" id="{17A807C5-12A7-42DF-B9E1-C9C81FD38257}"/>
              </a:ext>
            </a:extLst>
          </p:cNvPr>
          <p:cNvSpPr>
            <a:spLocks xmlns:a="http://schemas.openxmlformats.org/drawingml/2006/main" noGrp="1"/>
          </p:cNvSpPr>
          <p:nvPr/>
        </p:nvSpPr>
        <p:spPr>
          <a:xfrm xmlns:a="http://schemas.openxmlformats.org/drawingml/2006/main">
            <a:off x="559882" y="392278"/>
            <a:ext cx="6948493" cy="0"/>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Page number">
            <a:extLst xmlns:a="http://schemas.openxmlformats.org/drawingml/2006/main">
              <a:ext uri="{FF2B5EF4-FFF2-40B4-BE49-F238E27FC236}">
                <a16:creationId xmlns:a16="http://schemas.microsoft.com/office/drawing/2014/main" id="{79CD1E29-B6D7-496C-A3EC-4C1C4C154C42}"/>
              </a:ext>
            </a:extLst>
          </p:cNvPr>
          <p:cNvSpPr>
            <a:spLocks xmlns:a="http://schemas.openxmlformats.org/drawingml/2006/main" noGrp="1"/>
          </p:cNvSpPr>
          <p:nvPr/>
        </p:nvSpPr>
        <p:spPr>
          <a:xfrm xmlns:a="http://schemas.openxmlformats.org/drawingml/2006/main">
            <a:off x="7086600" y="4767263"/>
            <a:ext cx="2057400" cy="274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lstStyle xmlns:a="http://schemas.openxmlformats.org/drawingml/2006/main"/>
          <a:p xmlns:a="http://schemas.openxmlformats.org/drawingml/2006/main">
            <a:pPr>
              <a:defRPr sz="1350">
                <a:latin typeface="Calibri"/>
                <a:ea typeface="Calibri"/>
                <a:cs typeface="Calibri"/>
              </a:defRPr>
            </a:pPr>
            <a:r>
              <a:rPr sz="1350">
                <a:latin typeface="Calibri"/>
                <a:ea typeface="Calibri"/>
                <a:cs typeface="Calibri"/>
              </a:rPr>
              <a:t>14</a:t>
            </a:r>
          </a:p>
        </p:txBody>
      </p:sp>
    </p:spTree>
    <p:extLst>
      <p:ext uri="{BB962C8B-B14F-4D97-AF65-F5344CB8AC3E}">
        <p14:creationId xmlns:p14="http://schemas.microsoft.com/office/powerpoint/2010/main" val="3793518396"/>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EF999DB7-D326-4418-BD25-436F8D992580}"/>
              </a:ext>
            </a:extLst>
          </p:cNvPr>
          <p:cNvSpPr>
            <a:spLocks xmlns:a="http://schemas.openxmlformats.org/drawingml/2006/main" noGrp="1"/>
          </p:cNvSpPr>
          <p:nvPr/>
        </p:nvSpPr>
        <p:spPr>
          <a:xfrm xmlns:a="http://schemas.openxmlformats.org/drawingml/2006/main">
            <a:off x="508157" y="338252"/>
            <a:ext cx="7429500" cy="40011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2000" b="1">
                <a:solidFill>
                  <a:schemeClr val="tx1"/>
                </a:solidFill>
                <a:latin typeface="Georgia"/>
                <a:ea typeface="Georgia"/>
                <a:cs typeface="Georgia"/>
              </a:rPr>
              <a:t>Live demonstration</a:t>
            </a:r>
          </a:p>
        </p:txBody>
      </p:sp>
      <p:sp>
        <p:nvSpPr>
          <p:cNvPr id="4" name="TextBox 3">
            <a:extLst xmlns:a="http://schemas.openxmlformats.org/drawingml/2006/main">
              <a:ext uri="{FF2B5EF4-FFF2-40B4-BE49-F238E27FC236}">
                <a16:creationId xmlns:a16="http://schemas.microsoft.com/office/drawing/2014/main" id="{66842271-518F-41B1-A378-5FBBB1F3E885}"/>
              </a:ext>
            </a:extLst>
          </p:cNvPr>
          <p:cNvSpPr>
            <a:spLocks xmlns:a="http://schemas.openxmlformats.org/drawingml/2006/main" noGrp="1"/>
          </p:cNvSpPr>
          <p:nvPr/>
        </p:nvSpPr>
        <p:spPr>
          <a:xfrm xmlns:a="http://schemas.openxmlformats.org/drawingml/2006/main">
            <a:off x="661093" y="1239285"/>
            <a:ext cx="6299200" cy="178510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171450" indent="-171450" algn="l">
              <a:buFont typeface="Arial"/>
              <a:buChar char="•"/>
            </a:pPr>
            <a:r>
              <a:rPr sz="1100">
                <a:solidFill>
                  <a:schemeClr val="tx1"/>
                </a:solidFill>
                <a:latin typeface="Georgia"/>
                <a:ea typeface="Georgia"/>
                <a:cs typeface="Georgia"/>
              </a:rPr>
              <a:t>1. Show services, sign in, and inspect a warehouse stock balance.</a:t>
            </a:r>
            <a:endParaRPr sz="1100">
              <a:solidFill>
                <a:schemeClr val="tx1"/>
              </a:solidFill>
              <a:latin typeface="Georgia"/>
              <a:ea typeface="Georgia"/>
              <a:cs typeface="Georgia"/>
            </a:endParaRPr>
          </a:p>
          <a:p xmlns:a="http://schemas.openxmlformats.org/drawingml/2006/main">
            <a:pPr marL="171450" indent="-171450" algn="l">
              <a:buFont typeface="Arial"/>
              <a:buChar char="•"/>
            </a:pPr>
            <a:r>
              <a:rPr sz="1100">
                <a:solidFill>
                  <a:schemeClr val="tx1"/>
                </a:solidFill>
                <a:latin typeface="Georgia"/>
                <a:ea typeface="Georgia"/>
                <a:cs typeface="Georgia"/>
              </a:rPr>
              <a:t>2. Create a two-unit GBP order; confirm the reservation and charges.</a:t>
            </a:r>
          </a:p>
          <a:p xmlns:a="http://schemas.openxmlformats.org/drawingml/2006/main">
            <a:pPr marL="171450" indent="-171450" algn="l">
              <a:buFont typeface="Arial"/>
              <a:buChar char="•"/>
            </a:pPr>
            <a:r>
              <a:rPr sz="1100">
                <a:solidFill>
                  <a:schemeClr val="tx1"/>
                </a:solidFill>
                <a:latin typeface="Georgia"/>
                <a:ea typeface="Georgia"/>
                <a:cs typeface="Georgia"/>
              </a:rPr>
              <a:t>3. Advance its shipment; show the persisted event history.</a:t>
            </a:r>
          </a:p>
          <a:p xmlns:a="http://schemas.openxmlformats.org/drawingml/2006/main">
            <a:pPr marL="171450" indent="-171450" algn="l">
              <a:buFont typeface="Arial"/>
              <a:buChar char="•"/>
            </a:pPr>
            <a:r>
              <a:rPr sz="1100">
                <a:solidFill>
                  <a:schemeClr val="tx1"/>
                </a:solidFill>
                <a:latin typeface="Georgia"/>
                <a:ea typeface="Georgia"/>
                <a:cs typeface="Georgia"/>
              </a:rPr>
              <a:t>4. Run a seven-day forecast; inspect Monitoring and Grafana.</a:t>
            </a:r>
            <a:r>
              <a:rPr sz="1100">
                <a:solidFill>
                  <a:schemeClr val="tx1"/>
                </a:solidFill>
                <a:latin typeface="Georgia"/>
                <a:ea typeface="Georgia"/>
                <a:cs typeface="Georgia"/>
              </a:rPr>
              <a:t>	</a:t>
            </a:r>
          </a:p>
          <a:p xmlns:a="http://schemas.openxmlformats.org/drawingml/2006/main">
            <a:pPr algn="l">
              <a:buNone/>
            </a:pPr>
            <a:endParaRPr sz="1100">
              <a:solidFill>
                <a:schemeClr val="tx1"/>
              </a:solidFill>
              <a:latin typeface="Georgia"/>
              <a:ea typeface="Georgia"/>
              <a:cs typeface="Georgia"/>
            </a:endParaRPr>
          </a:p>
          <a:p xmlns:a="http://schemas.openxmlformats.org/drawingml/2006/main">
            <a:pPr marL="171450" indent="-171450" algn="l">
              <a:buFont typeface="Arial"/>
              <a:buChar char="•"/>
            </a:pPr>
            <a:endParaRPr sz="1100">
              <a:solidFill>
                <a:schemeClr val="tx1"/>
              </a:solidFill>
              <a:latin typeface="Georgia"/>
              <a:ea typeface="Georgia"/>
              <a:cs typeface="Georgia"/>
            </a:endParaRPr>
          </a:p>
          <a:p xmlns:a="http://schemas.openxmlformats.org/drawingml/2006/main">
            <a:pPr algn="l">
              <a:buNone/>
            </a:pPr>
            <a:endParaRPr sz="1100">
              <a:solidFill>
                <a:schemeClr val="tx1"/>
              </a:solidFill>
              <a:latin typeface="Georgia"/>
              <a:ea typeface="Georgia"/>
              <a:cs typeface="Georgia"/>
            </a:endParaRPr>
          </a:p>
        </p:txBody>
      </p:sp>
      <p:sp>
        <p:nvSpPr>
          <p:cNvPr id="6" name="Straight Connector 5">
            <a:extLst xmlns:a="http://schemas.openxmlformats.org/drawingml/2006/main">
              <a:ext uri="{FF2B5EF4-FFF2-40B4-BE49-F238E27FC236}">
                <a16:creationId xmlns:a16="http://schemas.microsoft.com/office/drawing/2014/main" id="{951F7955-0F73-43AB-992C-8BB2CA9AEE56}"/>
              </a:ext>
            </a:extLst>
          </p:cNvPr>
          <p:cNvSpPr>
            <a:spLocks xmlns:a="http://schemas.openxmlformats.org/drawingml/2006/main" noGrp="1"/>
          </p:cNvSpPr>
          <p:nvPr/>
        </p:nvSpPr>
        <p:spPr>
          <a:xfrm xmlns:a="http://schemas.openxmlformats.org/drawingml/2006/main">
            <a:off x="566322" y="390825"/>
            <a:ext cx="340" cy="162967"/>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Straight Connector 6">
            <a:extLst xmlns:a="http://schemas.openxmlformats.org/drawingml/2006/main">
              <a:ext uri="{FF2B5EF4-FFF2-40B4-BE49-F238E27FC236}">
                <a16:creationId xmlns:a16="http://schemas.microsoft.com/office/drawing/2014/main" id="{17A807C5-12A7-42DF-B9E1-C9C81FD38257}"/>
              </a:ext>
            </a:extLst>
          </p:cNvPr>
          <p:cNvSpPr>
            <a:spLocks xmlns:a="http://schemas.openxmlformats.org/drawingml/2006/main" noGrp="1"/>
          </p:cNvSpPr>
          <p:nvPr/>
        </p:nvSpPr>
        <p:spPr>
          <a:xfrm xmlns:a="http://schemas.openxmlformats.org/drawingml/2006/main">
            <a:off x="559882" y="392278"/>
            <a:ext cx="6948493" cy="0"/>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Page number">
            <a:extLst xmlns:a="http://schemas.openxmlformats.org/drawingml/2006/main">
              <a:ext uri="{FF2B5EF4-FFF2-40B4-BE49-F238E27FC236}">
                <a16:creationId xmlns:a16="http://schemas.microsoft.com/office/drawing/2014/main" id="{308A8C80-4527-4D68-8AB5-5F1D8EBDBC61}"/>
              </a:ext>
            </a:extLst>
          </p:cNvPr>
          <p:cNvSpPr>
            <a:spLocks xmlns:a="http://schemas.openxmlformats.org/drawingml/2006/main" noGrp="1"/>
          </p:cNvSpPr>
          <p:nvPr/>
        </p:nvSpPr>
        <p:spPr>
          <a:xfrm xmlns:a="http://schemas.openxmlformats.org/drawingml/2006/main">
            <a:off x="7086600" y="4767263"/>
            <a:ext cx="2057400" cy="274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lstStyle xmlns:a="http://schemas.openxmlformats.org/drawingml/2006/main"/>
          <a:p xmlns:a="http://schemas.openxmlformats.org/drawingml/2006/main">
            <a:pPr>
              <a:defRPr sz="1350">
                <a:latin typeface="Calibri"/>
                <a:ea typeface="Calibri"/>
                <a:cs typeface="Calibri"/>
              </a:defRPr>
            </a:pPr>
            <a:r>
              <a:rPr sz="1350">
                <a:latin typeface="Calibri"/>
                <a:ea typeface="Calibri"/>
                <a:cs typeface="Calibri"/>
              </a:rPr>
              <a:t>15</a:t>
            </a:r>
          </a:p>
        </p:txBody>
      </p:sp>
    </p:spTree>
    <p:extLst>
      <p:ext uri="{BB962C8B-B14F-4D97-AF65-F5344CB8AC3E}">
        <p14:creationId xmlns:p14="http://schemas.microsoft.com/office/powerpoint/2010/main" val="379351839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EF999DB7-D326-4418-BD25-436F8D992580}"/>
              </a:ext>
            </a:extLst>
          </p:cNvPr>
          <p:cNvSpPr>
            <a:spLocks xmlns:a="http://schemas.openxmlformats.org/drawingml/2006/main" noGrp="1"/>
          </p:cNvSpPr>
          <p:nvPr/>
        </p:nvSpPr>
        <p:spPr>
          <a:xfrm xmlns:a="http://schemas.openxmlformats.org/drawingml/2006/main">
            <a:off x="508157" y="338252"/>
            <a:ext cx="7429500" cy="40011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2000" b="1">
                <a:solidFill>
                  <a:schemeClr val="tx1"/>
                </a:solidFill>
                <a:latin typeface="Georgia"/>
                <a:ea typeface="Georgia"/>
                <a:cs typeface="Georgia"/>
              </a:rPr>
              <a:t>From prototype to production</a:t>
            </a:r>
          </a:p>
        </p:txBody>
      </p:sp>
      <p:sp>
        <p:nvSpPr>
          <p:cNvPr id="4" name="TextBox 3">
            <a:extLst xmlns:a="http://schemas.openxmlformats.org/drawingml/2006/main">
              <a:ext uri="{FF2B5EF4-FFF2-40B4-BE49-F238E27FC236}">
                <a16:creationId xmlns:a16="http://schemas.microsoft.com/office/drawing/2014/main" id="{66842271-518F-41B1-A378-5FBBB1F3E885}"/>
              </a:ext>
            </a:extLst>
          </p:cNvPr>
          <p:cNvSpPr>
            <a:spLocks xmlns:a="http://schemas.openxmlformats.org/drawingml/2006/main" noGrp="1"/>
          </p:cNvSpPr>
          <p:nvPr/>
        </p:nvSpPr>
        <p:spPr>
          <a:xfrm xmlns:a="http://schemas.openxmlformats.org/drawingml/2006/main">
            <a:off x="661093" y="1239285"/>
            <a:ext cx="6299200" cy="178510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171450" indent="-171450" algn="l">
              <a:buFont typeface="Arial"/>
              <a:buChar char="•"/>
            </a:pPr>
            <a:r>
              <a:rPr sz="1100">
                <a:solidFill>
                  <a:schemeClr val="tx1"/>
                </a:solidFill>
                <a:latin typeface="Georgia"/>
                <a:ea typeface="Georgia"/>
                <a:cs typeface="Georgia"/>
              </a:rPr>
              <a:t>Integrate real payments, carriers, exchange and trade rules.</a:t>
            </a:r>
            <a:endParaRPr sz="1100">
              <a:solidFill>
                <a:schemeClr val="tx1"/>
              </a:solidFill>
              <a:latin typeface="Georgia"/>
              <a:ea typeface="Georgia"/>
              <a:cs typeface="Georgia"/>
            </a:endParaRPr>
          </a:p>
          <a:p xmlns:a="http://schemas.openxmlformats.org/drawingml/2006/main">
            <a:pPr marL="171450" indent="-171450" algn="l">
              <a:buFont typeface="Arial"/>
              <a:buChar char="•"/>
            </a:pPr>
            <a:r>
              <a:rPr sz="1100">
                <a:solidFill>
                  <a:schemeClr val="tx1"/>
                </a:solidFill>
                <a:latin typeface="Georgia"/>
                <a:ea typeface="Georgia"/>
                <a:cs typeface="Georgia"/>
              </a:rPr>
              <a:t>Add TLS, MFA, managed secrets and restricted staff scopes.</a:t>
            </a:r>
          </a:p>
          <a:p xmlns:a="http://schemas.openxmlformats.org/drawingml/2006/main">
            <a:pPr marL="171450" indent="-171450" algn="l">
              <a:buFont typeface="Arial"/>
              <a:buChar char="•"/>
            </a:pPr>
            <a:r>
              <a:rPr sz="1100">
                <a:solidFill>
                  <a:schemeClr val="tx1"/>
                </a:solidFill>
                <a:latin typeface="Georgia"/>
                <a:ea typeface="Georgia"/>
                <a:cs typeface="Georgia"/>
              </a:rPr>
              <a:t>Validate real sales with rolling backtests and calibrated ranges.</a:t>
            </a:r>
          </a:p>
          <a:p xmlns:a="http://schemas.openxmlformats.org/drawingml/2006/main">
            <a:pPr marL="171450" indent="-171450" algn="l">
              <a:buFont typeface="Arial"/>
              <a:buChar char="•"/>
            </a:pPr>
            <a:r>
              <a:rPr sz="1100">
                <a:solidFill>
                  <a:schemeClr val="tx1"/>
                </a:solidFill>
                <a:latin typeface="Georgia"/>
                <a:ea typeface="Georgia"/>
                <a:cs typeface="Georgia"/>
              </a:rPr>
              <a:t>Add workers, split shipments, returns, procurement and load tests.</a:t>
            </a:r>
            <a:r>
              <a:rPr sz="1100">
                <a:solidFill>
                  <a:schemeClr val="tx1"/>
                </a:solidFill>
                <a:latin typeface="Georgia"/>
                <a:ea typeface="Georgia"/>
                <a:cs typeface="Georgia"/>
              </a:rPr>
              <a:t>	</a:t>
            </a:r>
          </a:p>
          <a:p xmlns:a="http://schemas.openxmlformats.org/drawingml/2006/main">
            <a:pPr algn="l">
              <a:buNone/>
            </a:pPr>
            <a:endParaRPr sz="1100">
              <a:solidFill>
                <a:schemeClr val="tx1"/>
              </a:solidFill>
              <a:latin typeface="Georgia"/>
              <a:ea typeface="Georgia"/>
              <a:cs typeface="Georgia"/>
            </a:endParaRPr>
          </a:p>
          <a:p xmlns:a="http://schemas.openxmlformats.org/drawingml/2006/main">
            <a:pPr marL="171450" indent="-171450" algn="l">
              <a:buFont typeface="Arial"/>
              <a:buChar char="•"/>
            </a:pPr>
            <a:endParaRPr sz="1100">
              <a:solidFill>
                <a:schemeClr val="tx1"/>
              </a:solidFill>
              <a:latin typeface="Georgia"/>
              <a:ea typeface="Georgia"/>
              <a:cs typeface="Georgia"/>
            </a:endParaRPr>
          </a:p>
          <a:p xmlns:a="http://schemas.openxmlformats.org/drawingml/2006/main">
            <a:pPr algn="l">
              <a:buNone/>
            </a:pPr>
            <a:endParaRPr sz="1100">
              <a:solidFill>
                <a:schemeClr val="tx1"/>
              </a:solidFill>
              <a:latin typeface="Georgia"/>
              <a:ea typeface="Georgia"/>
              <a:cs typeface="Georgia"/>
            </a:endParaRPr>
          </a:p>
        </p:txBody>
      </p:sp>
      <p:sp>
        <p:nvSpPr>
          <p:cNvPr id="6" name="Straight Connector 5">
            <a:extLst xmlns:a="http://schemas.openxmlformats.org/drawingml/2006/main">
              <a:ext uri="{FF2B5EF4-FFF2-40B4-BE49-F238E27FC236}">
                <a16:creationId xmlns:a16="http://schemas.microsoft.com/office/drawing/2014/main" id="{951F7955-0F73-43AB-992C-8BB2CA9AEE56}"/>
              </a:ext>
            </a:extLst>
          </p:cNvPr>
          <p:cNvSpPr>
            <a:spLocks xmlns:a="http://schemas.openxmlformats.org/drawingml/2006/main" noGrp="1"/>
          </p:cNvSpPr>
          <p:nvPr/>
        </p:nvSpPr>
        <p:spPr>
          <a:xfrm xmlns:a="http://schemas.openxmlformats.org/drawingml/2006/main">
            <a:off x="566322" y="390825"/>
            <a:ext cx="340" cy="162967"/>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Straight Connector 6">
            <a:extLst xmlns:a="http://schemas.openxmlformats.org/drawingml/2006/main">
              <a:ext uri="{FF2B5EF4-FFF2-40B4-BE49-F238E27FC236}">
                <a16:creationId xmlns:a16="http://schemas.microsoft.com/office/drawing/2014/main" id="{17A807C5-12A7-42DF-B9E1-C9C81FD38257}"/>
              </a:ext>
            </a:extLst>
          </p:cNvPr>
          <p:cNvSpPr>
            <a:spLocks xmlns:a="http://schemas.openxmlformats.org/drawingml/2006/main" noGrp="1"/>
          </p:cNvSpPr>
          <p:nvPr/>
        </p:nvSpPr>
        <p:spPr>
          <a:xfrm xmlns:a="http://schemas.openxmlformats.org/drawingml/2006/main">
            <a:off x="559882" y="392278"/>
            <a:ext cx="6948493" cy="0"/>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Page number">
            <a:extLst xmlns:a="http://schemas.openxmlformats.org/drawingml/2006/main">
              <a:ext uri="{FF2B5EF4-FFF2-40B4-BE49-F238E27FC236}">
                <a16:creationId xmlns:a16="http://schemas.microsoft.com/office/drawing/2014/main" id="{9EF79168-AD03-4135-9881-886BD5189D54}"/>
              </a:ext>
            </a:extLst>
          </p:cNvPr>
          <p:cNvSpPr>
            <a:spLocks xmlns:a="http://schemas.openxmlformats.org/drawingml/2006/main" noGrp="1"/>
          </p:cNvSpPr>
          <p:nvPr/>
        </p:nvSpPr>
        <p:spPr>
          <a:xfrm xmlns:a="http://schemas.openxmlformats.org/drawingml/2006/main">
            <a:off x="7086600" y="4767263"/>
            <a:ext cx="2057400" cy="274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lstStyle xmlns:a="http://schemas.openxmlformats.org/drawingml/2006/main"/>
          <a:p xmlns:a="http://schemas.openxmlformats.org/drawingml/2006/main">
            <a:pPr>
              <a:defRPr sz="1350">
                <a:latin typeface="Calibri"/>
                <a:ea typeface="Calibri"/>
                <a:cs typeface="Calibri"/>
              </a:defRPr>
            </a:pPr>
            <a:r>
              <a:rPr sz="1350">
                <a:latin typeface="Calibri"/>
                <a:ea typeface="Calibri"/>
                <a:cs typeface="Calibri"/>
              </a:rPr>
              <a:t>16</a:t>
            </a:r>
          </a:p>
        </p:txBody>
      </p:sp>
    </p:spTree>
    <p:extLst>
      <p:ext uri="{BB962C8B-B14F-4D97-AF65-F5344CB8AC3E}">
        <p14:creationId xmlns:p14="http://schemas.microsoft.com/office/powerpoint/2010/main" val="379351839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EF999DB7-D326-4418-BD25-436F8D992580}"/>
              </a:ext>
            </a:extLst>
          </p:cNvPr>
          <p:cNvSpPr>
            <a:spLocks xmlns:a="http://schemas.openxmlformats.org/drawingml/2006/main" noGrp="1"/>
          </p:cNvSpPr>
          <p:nvPr/>
        </p:nvSpPr>
        <p:spPr>
          <a:xfrm xmlns:a="http://schemas.openxmlformats.org/drawingml/2006/main">
            <a:off x="508157" y="338252"/>
            <a:ext cx="7429500" cy="40011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2000" b="1">
                <a:solidFill>
                  <a:schemeClr val="tx1"/>
                </a:solidFill>
                <a:latin typeface="Georgia"/>
                <a:ea typeface="Georgia"/>
                <a:cs typeface="Georgia"/>
              </a:rPr>
              <a:t>Conclusion</a:t>
            </a:r>
          </a:p>
        </p:txBody>
      </p:sp>
      <p:sp>
        <p:nvSpPr>
          <p:cNvPr id="4" name="TextBox 3">
            <a:extLst xmlns:a="http://schemas.openxmlformats.org/drawingml/2006/main">
              <a:ext uri="{FF2B5EF4-FFF2-40B4-BE49-F238E27FC236}">
                <a16:creationId xmlns:a16="http://schemas.microsoft.com/office/drawing/2014/main" id="{66842271-518F-41B1-A378-5FBBB1F3E885}"/>
              </a:ext>
            </a:extLst>
          </p:cNvPr>
          <p:cNvSpPr>
            <a:spLocks xmlns:a="http://schemas.openxmlformats.org/drawingml/2006/main" noGrp="1"/>
          </p:cNvSpPr>
          <p:nvPr/>
        </p:nvSpPr>
        <p:spPr>
          <a:xfrm xmlns:a="http://schemas.openxmlformats.org/drawingml/2006/main">
            <a:off x="661093" y="1239285"/>
            <a:ext cx="6299200" cy="178510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171450" indent="-171450" algn="l">
              <a:buFont typeface="Arial"/>
              <a:buChar char="•"/>
            </a:pPr>
            <a:r>
              <a:rPr sz="1100">
                <a:solidFill>
                  <a:schemeClr val="tx1"/>
                </a:solidFill>
                <a:latin typeface="Georgia"/>
                <a:ea typeface="Georgia"/>
                <a:cs typeface="Georgia"/>
              </a:rPr>
              <a:t>One connected journey: inventory, order, shipment and demand planning.</a:t>
            </a:r>
            <a:endParaRPr sz="1100">
              <a:solidFill>
                <a:schemeClr val="tx1"/>
              </a:solidFill>
              <a:latin typeface="Georgia"/>
              <a:ea typeface="Georgia"/>
              <a:cs typeface="Georgia"/>
            </a:endParaRPr>
          </a:p>
          <a:p xmlns:a="http://schemas.openxmlformats.org/drawingml/2006/main">
            <a:pPr marL="171450" indent="-171450" algn="l">
              <a:buFont typeface="Arial"/>
              <a:buChar char="•"/>
            </a:pPr>
            <a:r>
              <a:rPr sz="1100">
                <a:solidFill>
                  <a:schemeClr val="tx1"/>
                </a:solidFill>
                <a:latin typeface="Georgia"/>
                <a:ea typeface="Georgia"/>
                <a:cs typeface="Georgia"/>
              </a:rPr>
              <a:t>A reproducible local stack with visible business and technical records.</a:t>
            </a:r>
          </a:p>
          <a:p xmlns:a="http://schemas.openxmlformats.org/drawingml/2006/main">
            <a:pPr marL="171450" indent="-171450" algn="l">
              <a:buFont typeface="Arial"/>
              <a:buChar char="•"/>
            </a:pPr>
            <a:r>
              <a:rPr sz="1100">
                <a:solidFill>
                  <a:schemeClr val="tx1"/>
                </a:solidFill>
                <a:latin typeface="Georgia"/>
                <a:ea typeface="Georgia"/>
                <a:cs typeface="Georgia"/>
              </a:rPr>
              <a:t>A clear distinction between working features and production readiness.</a:t>
            </a:r>
          </a:p>
          <a:p xmlns:a="http://schemas.openxmlformats.org/drawingml/2006/main">
            <a:pPr marL="171450" indent="-171450" algn="l">
              <a:buFont typeface="Arial"/>
              <a:buChar char="•"/>
            </a:pPr>
            <a:r>
              <a:rPr sz="1100">
                <a:solidFill>
                  <a:schemeClr val="tx1"/>
                </a:solidFill>
                <a:latin typeface="Georgia"/>
                <a:ea typeface="Georgia"/>
                <a:cs typeface="Georgia"/>
              </a:rPr>
              <a:t>Thank you. I welcome your questions and design challenges.</a:t>
            </a:r>
            <a:r>
              <a:rPr sz="1100">
                <a:solidFill>
                  <a:schemeClr val="tx1"/>
                </a:solidFill>
                <a:latin typeface="Georgia"/>
                <a:ea typeface="Georgia"/>
                <a:cs typeface="Georgia"/>
              </a:rPr>
              <a:t>	</a:t>
            </a:r>
          </a:p>
          <a:p xmlns:a="http://schemas.openxmlformats.org/drawingml/2006/main">
            <a:pPr algn="l">
              <a:buNone/>
            </a:pPr>
            <a:endParaRPr sz="1100">
              <a:solidFill>
                <a:schemeClr val="tx1"/>
              </a:solidFill>
              <a:latin typeface="Georgia"/>
              <a:ea typeface="Georgia"/>
              <a:cs typeface="Georgia"/>
            </a:endParaRPr>
          </a:p>
          <a:p xmlns:a="http://schemas.openxmlformats.org/drawingml/2006/main">
            <a:pPr marL="171450" indent="-171450" algn="l">
              <a:buFont typeface="Arial"/>
              <a:buChar char="•"/>
            </a:pPr>
            <a:endParaRPr sz="1100">
              <a:solidFill>
                <a:schemeClr val="tx1"/>
              </a:solidFill>
              <a:latin typeface="Georgia"/>
              <a:ea typeface="Georgia"/>
              <a:cs typeface="Georgia"/>
            </a:endParaRPr>
          </a:p>
          <a:p xmlns:a="http://schemas.openxmlformats.org/drawingml/2006/main">
            <a:pPr algn="l">
              <a:buNone/>
            </a:pPr>
            <a:endParaRPr sz="1100">
              <a:solidFill>
                <a:schemeClr val="tx1"/>
              </a:solidFill>
              <a:latin typeface="Georgia"/>
              <a:ea typeface="Georgia"/>
              <a:cs typeface="Georgia"/>
            </a:endParaRPr>
          </a:p>
        </p:txBody>
      </p:sp>
      <p:sp>
        <p:nvSpPr>
          <p:cNvPr id="6" name="Straight Connector 5">
            <a:extLst xmlns:a="http://schemas.openxmlformats.org/drawingml/2006/main">
              <a:ext uri="{FF2B5EF4-FFF2-40B4-BE49-F238E27FC236}">
                <a16:creationId xmlns:a16="http://schemas.microsoft.com/office/drawing/2014/main" id="{951F7955-0F73-43AB-992C-8BB2CA9AEE56}"/>
              </a:ext>
            </a:extLst>
          </p:cNvPr>
          <p:cNvSpPr>
            <a:spLocks xmlns:a="http://schemas.openxmlformats.org/drawingml/2006/main" noGrp="1"/>
          </p:cNvSpPr>
          <p:nvPr/>
        </p:nvSpPr>
        <p:spPr>
          <a:xfrm xmlns:a="http://schemas.openxmlformats.org/drawingml/2006/main">
            <a:off x="566322" y="390825"/>
            <a:ext cx="340" cy="162967"/>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Straight Connector 6">
            <a:extLst xmlns:a="http://schemas.openxmlformats.org/drawingml/2006/main">
              <a:ext uri="{FF2B5EF4-FFF2-40B4-BE49-F238E27FC236}">
                <a16:creationId xmlns:a16="http://schemas.microsoft.com/office/drawing/2014/main" id="{17A807C5-12A7-42DF-B9E1-C9C81FD38257}"/>
              </a:ext>
            </a:extLst>
          </p:cNvPr>
          <p:cNvSpPr>
            <a:spLocks xmlns:a="http://schemas.openxmlformats.org/drawingml/2006/main" noGrp="1"/>
          </p:cNvSpPr>
          <p:nvPr/>
        </p:nvSpPr>
        <p:spPr>
          <a:xfrm xmlns:a="http://schemas.openxmlformats.org/drawingml/2006/main">
            <a:off x="559882" y="392278"/>
            <a:ext cx="6948493" cy="0"/>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Page number">
            <a:extLst xmlns:a="http://schemas.openxmlformats.org/drawingml/2006/main">
              <a:ext uri="{FF2B5EF4-FFF2-40B4-BE49-F238E27FC236}">
                <a16:creationId xmlns:a16="http://schemas.microsoft.com/office/drawing/2014/main" id="{50E4B2E9-E835-45D9-AC73-642C77ABBFA7}"/>
              </a:ext>
            </a:extLst>
          </p:cNvPr>
          <p:cNvSpPr>
            <a:spLocks xmlns:a="http://schemas.openxmlformats.org/drawingml/2006/main" noGrp="1"/>
          </p:cNvSpPr>
          <p:nvPr/>
        </p:nvSpPr>
        <p:spPr>
          <a:xfrm xmlns:a="http://schemas.openxmlformats.org/drawingml/2006/main">
            <a:off x="7086600" y="4767263"/>
            <a:ext cx="2057400" cy="274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lstStyle xmlns:a="http://schemas.openxmlformats.org/drawingml/2006/main"/>
          <a:p xmlns:a="http://schemas.openxmlformats.org/drawingml/2006/main">
            <a:pPr>
              <a:defRPr sz="1350">
                <a:latin typeface="Calibri"/>
                <a:ea typeface="Calibri"/>
                <a:cs typeface="Calibri"/>
              </a:defRPr>
            </a:pPr>
            <a:r>
              <a:rPr sz="1350">
                <a:latin typeface="Calibri"/>
                <a:ea typeface="Calibri"/>
                <a:cs typeface="Calibri"/>
              </a:rPr>
              <a:t>17</a:t>
            </a:r>
          </a:p>
        </p:txBody>
      </p:sp>
    </p:spTree>
    <p:extLst>
      <p:ext uri="{BB962C8B-B14F-4D97-AF65-F5344CB8AC3E}">
        <p14:creationId xmlns:p14="http://schemas.microsoft.com/office/powerpoint/2010/main" val="379351839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EF999DB7-D326-4418-BD25-436F8D992580}"/>
              </a:ext>
            </a:extLst>
          </p:cNvPr>
          <p:cNvSpPr>
            <a:spLocks xmlns:a="http://schemas.openxmlformats.org/drawingml/2006/main" noGrp="1"/>
          </p:cNvSpPr>
          <p:nvPr/>
        </p:nvSpPr>
        <p:spPr>
          <a:xfrm xmlns:a="http://schemas.openxmlformats.org/drawingml/2006/main">
            <a:off x="508157" y="338252"/>
            <a:ext cx="7429500" cy="40011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2000" b="1">
                <a:solidFill>
                  <a:schemeClr val="tx1"/>
                </a:solidFill>
                <a:latin typeface="Georgia"/>
                <a:ea typeface="Georgia"/>
                <a:cs typeface="Georgia"/>
              </a:rPr>
              <a:t>Appendix: design questions</a:t>
            </a:r>
          </a:p>
        </p:txBody>
      </p:sp>
      <p:sp>
        <p:nvSpPr>
          <p:cNvPr id="4" name="TextBox 3">
            <a:extLst xmlns:a="http://schemas.openxmlformats.org/drawingml/2006/main">
              <a:ext uri="{FF2B5EF4-FFF2-40B4-BE49-F238E27FC236}">
                <a16:creationId xmlns:a16="http://schemas.microsoft.com/office/drawing/2014/main" id="{66842271-518F-41B1-A378-5FBBB1F3E885}"/>
              </a:ext>
            </a:extLst>
          </p:cNvPr>
          <p:cNvSpPr>
            <a:spLocks xmlns:a="http://schemas.openxmlformats.org/drawingml/2006/main" noGrp="1"/>
          </p:cNvSpPr>
          <p:nvPr/>
        </p:nvSpPr>
        <p:spPr>
          <a:xfrm xmlns:a="http://schemas.openxmlformats.org/drawingml/2006/main">
            <a:off x="661093" y="1239285"/>
            <a:ext cx="6299200" cy="178510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171450" indent="-171450" algn="l">
              <a:buFont typeface="Arial"/>
              <a:buChar char="•"/>
            </a:pPr>
            <a:r>
              <a:rPr sz="1100">
                <a:solidFill>
                  <a:schemeClr val="tx1"/>
                </a:solidFill>
                <a:latin typeface="Georgia"/>
                <a:ea typeface="Georgia"/>
                <a:cs typeface="Georgia"/>
              </a:rPr>
              <a:t>Why not microservices? Local simplicity; split only when a real need appears.</a:t>
            </a:r>
            <a:endParaRPr sz="1100">
              <a:solidFill>
                <a:schemeClr val="tx1"/>
              </a:solidFill>
              <a:latin typeface="Georgia"/>
              <a:ea typeface="Georgia"/>
              <a:cs typeface="Georgia"/>
            </a:endParaRPr>
          </a:p>
          <a:p xmlns:a="http://schemas.openxmlformats.org/drawingml/2006/main">
            <a:pPr marL="171450" indent="-171450" algn="l">
              <a:buFont typeface="Arial"/>
              <a:buChar char="•"/>
            </a:pPr>
            <a:r>
              <a:rPr sz="1100">
                <a:solidFill>
                  <a:schemeClr val="tx1"/>
                </a:solidFill>
                <a:latin typeface="Georgia"/>
                <a:ea typeface="Georgia"/>
                <a:cs typeface="Georgia"/>
              </a:rPr>
              <a:t>How to avoid overselling? Transactional reservations plus concurrency tests.</a:t>
            </a:r>
          </a:p>
          <a:p xmlns:a="http://schemas.openxmlformats.org/drawingml/2006/main">
            <a:pPr marL="171450" indent="-171450" algn="l">
              <a:buFont typeface="Arial"/>
              <a:buChar char="•"/>
            </a:pPr>
            <a:r>
              <a:rPr sz="1100">
                <a:solidFill>
                  <a:schemeClr val="tx1"/>
                </a:solidFill>
                <a:latin typeface="Georgia"/>
                <a:ea typeface="Georgia"/>
                <a:cs typeface="Georgia"/>
              </a:rPr>
              <a:t>Why not trust one accuracy score? Horizon, baseline and data quality matter.</a:t>
            </a:r>
          </a:p>
          <a:p xmlns:a="http://schemas.openxmlformats.org/drawingml/2006/main">
            <a:pPr marL="171450" indent="-171450" algn="l">
              <a:buFont typeface="Arial"/>
              <a:buChar char="•"/>
            </a:pPr>
            <a:r>
              <a:rPr sz="1100">
                <a:solidFill>
                  <a:schemeClr val="tx1"/>
                </a:solidFill>
                <a:latin typeface="Georgia"/>
                <a:ea typeface="Georgia"/>
                <a:cs typeface="Georgia"/>
              </a:rPr>
              <a:t>What happens on failure? Roll back, return a clear error, then retry safely.</a:t>
            </a:r>
            <a:r>
              <a:rPr sz="1100">
                <a:solidFill>
                  <a:schemeClr val="tx1"/>
                </a:solidFill>
                <a:latin typeface="Georgia"/>
                <a:ea typeface="Georgia"/>
                <a:cs typeface="Georgia"/>
              </a:rPr>
              <a:t>	</a:t>
            </a:r>
          </a:p>
          <a:p xmlns:a="http://schemas.openxmlformats.org/drawingml/2006/main">
            <a:pPr algn="l">
              <a:buNone/>
            </a:pPr>
            <a:endParaRPr sz="1100">
              <a:solidFill>
                <a:schemeClr val="tx1"/>
              </a:solidFill>
              <a:latin typeface="Georgia"/>
              <a:ea typeface="Georgia"/>
              <a:cs typeface="Georgia"/>
            </a:endParaRPr>
          </a:p>
          <a:p xmlns:a="http://schemas.openxmlformats.org/drawingml/2006/main">
            <a:pPr marL="171450" indent="-171450" algn="l">
              <a:buFont typeface="Arial"/>
              <a:buChar char="•"/>
            </a:pPr>
            <a:endParaRPr sz="1100">
              <a:solidFill>
                <a:schemeClr val="tx1"/>
              </a:solidFill>
              <a:latin typeface="Georgia"/>
              <a:ea typeface="Georgia"/>
              <a:cs typeface="Georgia"/>
            </a:endParaRPr>
          </a:p>
          <a:p xmlns:a="http://schemas.openxmlformats.org/drawingml/2006/main">
            <a:pPr algn="l">
              <a:buNone/>
            </a:pPr>
            <a:endParaRPr sz="1100">
              <a:solidFill>
                <a:schemeClr val="tx1"/>
              </a:solidFill>
              <a:latin typeface="Georgia"/>
              <a:ea typeface="Georgia"/>
              <a:cs typeface="Georgia"/>
            </a:endParaRPr>
          </a:p>
        </p:txBody>
      </p:sp>
      <p:sp>
        <p:nvSpPr>
          <p:cNvPr id="6" name="Straight Connector 5">
            <a:extLst xmlns:a="http://schemas.openxmlformats.org/drawingml/2006/main">
              <a:ext uri="{FF2B5EF4-FFF2-40B4-BE49-F238E27FC236}">
                <a16:creationId xmlns:a16="http://schemas.microsoft.com/office/drawing/2014/main" id="{951F7955-0F73-43AB-992C-8BB2CA9AEE56}"/>
              </a:ext>
            </a:extLst>
          </p:cNvPr>
          <p:cNvSpPr>
            <a:spLocks xmlns:a="http://schemas.openxmlformats.org/drawingml/2006/main" noGrp="1"/>
          </p:cNvSpPr>
          <p:nvPr/>
        </p:nvSpPr>
        <p:spPr>
          <a:xfrm xmlns:a="http://schemas.openxmlformats.org/drawingml/2006/main">
            <a:off x="566322" y="390825"/>
            <a:ext cx="340" cy="162967"/>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Straight Connector 6">
            <a:extLst xmlns:a="http://schemas.openxmlformats.org/drawingml/2006/main">
              <a:ext uri="{FF2B5EF4-FFF2-40B4-BE49-F238E27FC236}">
                <a16:creationId xmlns:a16="http://schemas.microsoft.com/office/drawing/2014/main" id="{17A807C5-12A7-42DF-B9E1-C9C81FD38257}"/>
              </a:ext>
            </a:extLst>
          </p:cNvPr>
          <p:cNvSpPr>
            <a:spLocks xmlns:a="http://schemas.openxmlformats.org/drawingml/2006/main" noGrp="1"/>
          </p:cNvSpPr>
          <p:nvPr/>
        </p:nvSpPr>
        <p:spPr>
          <a:xfrm xmlns:a="http://schemas.openxmlformats.org/drawingml/2006/main">
            <a:off x="559882" y="392278"/>
            <a:ext cx="6948493" cy="0"/>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Page number">
            <a:extLst xmlns:a="http://schemas.openxmlformats.org/drawingml/2006/main">
              <a:ext uri="{FF2B5EF4-FFF2-40B4-BE49-F238E27FC236}">
                <a16:creationId xmlns:a16="http://schemas.microsoft.com/office/drawing/2014/main" id="{E629C770-F0AC-4FB0-9F6D-94A6B4A605C3}"/>
              </a:ext>
            </a:extLst>
          </p:cNvPr>
          <p:cNvSpPr>
            <a:spLocks xmlns:a="http://schemas.openxmlformats.org/drawingml/2006/main" noGrp="1"/>
          </p:cNvSpPr>
          <p:nvPr/>
        </p:nvSpPr>
        <p:spPr>
          <a:xfrm xmlns:a="http://schemas.openxmlformats.org/drawingml/2006/main">
            <a:off x="7086600" y="4767263"/>
            <a:ext cx="2057400" cy="274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lstStyle xmlns:a="http://schemas.openxmlformats.org/drawingml/2006/main"/>
          <a:p xmlns:a="http://schemas.openxmlformats.org/drawingml/2006/main">
            <a:pPr>
              <a:defRPr sz="1350">
                <a:latin typeface="Calibri"/>
                <a:ea typeface="Calibri"/>
                <a:cs typeface="Calibri"/>
              </a:defRPr>
            </a:pPr>
            <a:r>
              <a:rPr sz="1350">
                <a:latin typeface="Calibri"/>
                <a:ea typeface="Calibri"/>
                <a:cs typeface="Calibri"/>
              </a:rPr>
              <a:t>18</a:t>
            </a:r>
          </a:p>
        </p:txBody>
      </p:sp>
    </p:spTree>
    <p:extLst>
      <p:ext uri="{BB962C8B-B14F-4D97-AF65-F5344CB8AC3E}">
        <p14:creationId xmlns:p14="http://schemas.microsoft.com/office/powerpoint/2010/main" val="379351839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EF999DB7-D326-4418-BD25-436F8D992580}"/>
              </a:ext>
            </a:extLst>
          </p:cNvPr>
          <p:cNvSpPr>
            <a:spLocks xmlns:a="http://schemas.openxmlformats.org/drawingml/2006/main" noGrp="1"/>
          </p:cNvSpPr>
          <p:nvPr/>
        </p:nvSpPr>
        <p:spPr>
          <a:xfrm xmlns:a="http://schemas.openxmlformats.org/drawingml/2006/main">
            <a:off x="508157" y="338252"/>
            <a:ext cx="7429500" cy="40011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2000" b="1">
                <a:solidFill>
                  <a:schemeClr val="tx1"/>
                </a:solidFill>
                <a:latin typeface="Georgia"/>
                <a:ea typeface="Georgia"/>
                <a:cs typeface="Georgia"/>
              </a:rPr>
              <a:t>Appendix: evidence and tools</a:t>
            </a:r>
          </a:p>
        </p:txBody>
      </p:sp>
      <p:sp>
        <p:nvSpPr>
          <p:cNvPr id="4" name="TextBox 3">
            <a:extLst xmlns:a="http://schemas.openxmlformats.org/drawingml/2006/main">
              <a:ext uri="{FF2B5EF4-FFF2-40B4-BE49-F238E27FC236}">
                <a16:creationId xmlns:a16="http://schemas.microsoft.com/office/drawing/2014/main" id="{66842271-518F-41B1-A378-5FBBB1F3E885}"/>
              </a:ext>
            </a:extLst>
          </p:cNvPr>
          <p:cNvSpPr>
            <a:spLocks xmlns:a="http://schemas.openxmlformats.org/drawingml/2006/main" noGrp="1"/>
          </p:cNvSpPr>
          <p:nvPr/>
        </p:nvSpPr>
        <p:spPr>
          <a:xfrm xmlns:a="http://schemas.openxmlformats.org/drawingml/2006/main">
            <a:off x="661093" y="1239285"/>
            <a:ext cx="6299200" cy="178510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171450" indent="-171450" algn="l">
              <a:buFont typeface="Arial"/>
              <a:buChar char="•"/>
            </a:pPr>
            <a:r>
              <a:rPr sz="1100">
                <a:solidFill>
                  <a:schemeClr val="tx1"/>
                </a:solidFill>
                <a:latin typeface="Georgia"/>
                <a:ea typeface="Georgia"/>
                <a:cs typeface="Georgia"/>
              </a:rPr>
              <a:t>Assessment sources: supplied exam guide, assigned topic and sample deck.</a:t>
            </a:r>
            <a:endParaRPr sz="1100">
              <a:solidFill>
                <a:schemeClr val="tx1"/>
              </a:solidFill>
              <a:latin typeface="Georgia"/>
              <a:ea typeface="Georgia"/>
              <a:cs typeface="Georgia"/>
            </a:endParaRPr>
          </a:p>
          <a:p xmlns:a="http://schemas.openxmlformats.org/drawingml/2006/main">
            <a:pPr marL="171450" indent="-171450" algn="l">
              <a:buFont typeface="Arial"/>
              <a:buChar char="•"/>
            </a:pPr>
            <a:r>
              <a:rPr sz="1100">
                <a:solidFill>
                  <a:schemeClr val="tx1"/>
                </a:solidFill>
                <a:latin typeface="Georgia"/>
                <a:ea typeface="Georgia"/>
                <a:cs typeface="Georgia"/>
              </a:rPr>
              <a:t>Implementation evidence: source code, Compose configuration and test suite.</a:t>
            </a:r>
          </a:p>
          <a:p xmlns:a="http://schemas.openxmlformats.org/drawingml/2006/main">
            <a:pPr marL="171450" indent="-171450" algn="l">
              <a:buFont typeface="Arial"/>
              <a:buChar char="•"/>
            </a:pPr>
            <a:r>
              <a:rPr sz="1100">
                <a:solidFill>
                  <a:schemeClr val="tx1"/>
                </a:solidFill>
                <a:latin typeface="Georgia"/>
                <a:ea typeface="Georgia"/>
                <a:cs typeface="Georgia"/>
              </a:rPr>
              <a:t>AI tools assisted code, documentation and presentation preparation.</a:t>
            </a:r>
          </a:p>
          <a:p xmlns:a="http://schemas.openxmlformats.org/drawingml/2006/main">
            <a:pPr marL="171450" indent="-171450" algn="l">
              <a:buFont typeface="Arial"/>
              <a:buChar char="•"/>
            </a:pPr>
            <a:r>
              <a:rPr sz="1100">
                <a:solidFill>
                  <a:schemeClr val="tx1"/>
                </a:solidFill>
                <a:latin typeface="Georgia"/>
                <a:ea typeface="Georgia"/>
                <a:cs typeface="Georgia"/>
              </a:rPr>
              <a:t>The viva must demonstrate the student’s own understanding and verification.</a:t>
            </a:r>
            <a:r>
              <a:rPr sz="1100">
                <a:solidFill>
                  <a:schemeClr val="tx1"/>
                </a:solidFill>
                <a:latin typeface="Georgia"/>
                <a:ea typeface="Georgia"/>
                <a:cs typeface="Georgia"/>
              </a:rPr>
              <a:t>	</a:t>
            </a:r>
          </a:p>
          <a:p xmlns:a="http://schemas.openxmlformats.org/drawingml/2006/main">
            <a:pPr algn="l">
              <a:buNone/>
            </a:pPr>
            <a:endParaRPr sz="1100">
              <a:solidFill>
                <a:schemeClr val="tx1"/>
              </a:solidFill>
              <a:latin typeface="Georgia"/>
              <a:ea typeface="Georgia"/>
              <a:cs typeface="Georgia"/>
            </a:endParaRPr>
          </a:p>
          <a:p xmlns:a="http://schemas.openxmlformats.org/drawingml/2006/main">
            <a:pPr marL="171450" indent="-171450" algn="l">
              <a:buFont typeface="Arial"/>
              <a:buChar char="•"/>
            </a:pPr>
            <a:endParaRPr sz="1100">
              <a:solidFill>
                <a:schemeClr val="tx1"/>
              </a:solidFill>
              <a:latin typeface="Georgia"/>
              <a:ea typeface="Georgia"/>
              <a:cs typeface="Georgia"/>
            </a:endParaRPr>
          </a:p>
          <a:p xmlns:a="http://schemas.openxmlformats.org/drawingml/2006/main">
            <a:pPr algn="l">
              <a:buNone/>
            </a:pPr>
            <a:endParaRPr sz="1100">
              <a:solidFill>
                <a:schemeClr val="tx1"/>
              </a:solidFill>
              <a:latin typeface="Georgia"/>
              <a:ea typeface="Georgia"/>
              <a:cs typeface="Georgia"/>
            </a:endParaRPr>
          </a:p>
        </p:txBody>
      </p:sp>
      <p:sp>
        <p:nvSpPr>
          <p:cNvPr id="6" name="Straight Connector 5">
            <a:extLst xmlns:a="http://schemas.openxmlformats.org/drawingml/2006/main">
              <a:ext uri="{FF2B5EF4-FFF2-40B4-BE49-F238E27FC236}">
                <a16:creationId xmlns:a16="http://schemas.microsoft.com/office/drawing/2014/main" id="{951F7955-0F73-43AB-992C-8BB2CA9AEE56}"/>
              </a:ext>
            </a:extLst>
          </p:cNvPr>
          <p:cNvSpPr>
            <a:spLocks xmlns:a="http://schemas.openxmlformats.org/drawingml/2006/main" noGrp="1"/>
          </p:cNvSpPr>
          <p:nvPr/>
        </p:nvSpPr>
        <p:spPr>
          <a:xfrm xmlns:a="http://schemas.openxmlformats.org/drawingml/2006/main">
            <a:off x="566322" y="390825"/>
            <a:ext cx="340" cy="162967"/>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Straight Connector 6">
            <a:extLst xmlns:a="http://schemas.openxmlformats.org/drawingml/2006/main">
              <a:ext uri="{FF2B5EF4-FFF2-40B4-BE49-F238E27FC236}">
                <a16:creationId xmlns:a16="http://schemas.microsoft.com/office/drawing/2014/main" id="{17A807C5-12A7-42DF-B9E1-C9C81FD38257}"/>
              </a:ext>
            </a:extLst>
          </p:cNvPr>
          <p:cNvSpPr>
            <a:spLocks xmlns:a="http://schemas.openxmlformats.org/drawingml/2006/main" noGrp="1"/>
          </p:cNvSpPr>
          <p:nvPr/>
        </p:nvSpPr>
        <p:spPr>
          <a:xfrm xmlns:a="http://schemas.openxmlformats.org/drawingml/2006/main">
            <a:off x="559882" y="392278"/>
            <a:ext cx="6948493" cy="0"/>
          </a:xfrm>
          <a:prstGeom xmlns:a="http://schemas.openxmlformats.org/drawingml/2006/main" prst="line">
            <a:avLst/>
          </a:prstGeom>
          <a:ln xmlns:a="http://schemas.openxmlformats.org/drawingml/2006/main" w="12700">
            <a:solidFill>
              <a:srgbClr val="CF1316"/>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8" name="Page number">
            <a:extLst xmlns:a="http://schemas.openxmlformats.org/drawingml/2006/main">
              <a:ext uri="{FF2B5EF4-FFF2-40B4-BE49-F238E27FC236}">
                <a16:creationId xmlns:a16="http://schemas.microsoft.com/office/drawing/2014/main" id="{C565D12D-8D82-4E5D-99E4-AF0C21BDB1C0}"/>
              </a:ext>
            </a:extLst>
          </p:cNvPr>
          <p:cNvSpPr>
            <a:spLocks xmlns:a="http://schemas.openxmlformats.org/drawingml/2006/main" noGrp="1"/>
          </p:cNvSpPr>
          <p:nvPr/>
        </p:nvSpPr>
        <p:spPr>
          <a:xfrm xmlns:a="http://schemas.openxmlformats.org/drawingml/2006/main">
            <a:off x="7086600" y="4767263"/>
            <a:ext cx="2057400" cy="2746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lstStyle xmlns:a="http://schemas.openxmlformats.org/drawingml/2006/main"/>
          <a:p xmlns:a="http://schemas.openxmlformats.org/drawingml/2006/main">
            <a:pPr>
              <a:defRPr sz="1350">
                <a:latin typeface="Calibri"/>
                <a:ea typeface="Calibri"/>
                <a:cs typeface="Calibri"/>
              </a:defRPr>
            </a:pPr>
            <a:r>
              <a:rPr sz="1350">
                <a:latin typeface="Calibri"/>
                <a:ea typeface="Calibri"/>
                <a:cs typeface="Calibri"/>
              </a:rPr>
              <a:t>19</a:t>
            </a:r>
          </a:p>
        </p:txBody>
      </p:sp>
    </p:spTree>
    <p:extLst>
      <p:ext uri="{BB962C8B-B14F-4D97-AF65-F5344CB8AC3E}">
        <p14:creationId xmlns:p14="http://schemas.microsoft.com/office/powerpoint/2010/main" val="3793518396"/>
      </p:ext>
    </p:extLst>
  </p:cSld>
</p:sld>
</file>

<file path=ppt/theme/theme1.xml><?xml version="1.0" encoding="utf-8"?>
<a:theme xmlns:a="http://schemas.openxmlformats.org/drawingml/2006/main" name="Office Theme">
  <a:themeElements>
    <a:clrScheme name="PwC Red">
      <a:dk1>
        <a:srgbClr val="000000"/>
      </a:dk1>
      <a:lt1>
        <a:srgbClr val="FFFFFF"/>
      </a:lt1>
      <a:dk2>
        <a:srgbClr val="E0301E"/>
      </a:dk2>
      <a:lt2>
        <a:srgbClr val="FFFFFF"/>
      </a:lt2>
      <a:accent1>
        <a:srgbClr val="E0301E"/>
      </a:accent1>
      <a:accent2>
        <a:srgbClr val="A32020"/>
      </a:accent2>
      <a:accent3>
        <a:srgbClr val="DB536A"/>
      </a:accent3>
      <a:accent4>
        <a:srgbClr val="602320"/>
      </a:accent4>
      <a:accent5>
        <a:srgbClr val="FFB600"/>
      </a:accent5>
      <a:accent6>
        <a:srgbClr val="DC6900"/>
      </a:accent6>
      <a:hlink>
        <a:srgbClr val="E0301E"/>
      </a:hlink>
      <a:folHlink>
        <a:srgbClr val="E0301E"/>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wC Red">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2026-09-06T09:39:19.0410000Z</dcterms:created>
  <dcterms:modified xsi:type="dcterms:W3CDTF">2026-09-06T09:39:19.0410000Z</dcterms:modified>
</coreProperties>
</file>